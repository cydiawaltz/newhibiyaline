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3" r:id="rId4"/>
    <p:sldId id="260" r:id="rId5"/>
    <p:sldId id="258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FE"/>
    <a:srgbClr val="897F75"/>
    <a:srgbClr val="C0BCB8"/>
    <a:srgbClr val="827B6F"/>
    <a:srgbClr val="9E9484"/>
    <a:srgbClr val="6A6354"/>
    <a:srgbClr val="FF00FF"/>
    <a:srgbClr val="81776B"/>
    <a:srgbClr val="7D74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>
        <p:scale>
          <a:sx n="100" d="100"/>
          <a:sy n="100" d="100"/>
        </p:scale>
        <p:origin x="19" y="-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C8AD9-196A-409B-8583-68DCBA48D2B7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09E0F-CB96-48BC-BF39-0655988115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89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09E0F-CB96-48BC-BF39-0655988115D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3871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B6362E-D61D-4606-91F2-2CF484AAC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F812ABE-A011-C2E6-DA94-EFF2C187E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70C800-8D84-778C-A042-90D32F84E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CDA-1C04-4108-8746-E3F195C3A5BB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5D1DAC-F564-465B-E9CE-ADA4FB452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0F591F-D932-F5F6-CCBF-E0A55372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43B0-A256-4F70-93B1-E2BDD694BA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962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DAAB82-B181-E54F-AAB1-9683F313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EACC12-77C3-2064-C67D-5739D9D4B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72DE54-6F2D-0A0E-5C11-F5A950572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CDA-1C04-4108-8746-E3F195C3A5BB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A8090D-4DFE-15C8-F22E-3400A571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B8997E-EF07-3E90-9B28-050628CE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43B0-A256-4F70-93B1-E2BDD694BA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009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438B8F-1DD5-C572-5760-CAA562725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101C6B-6146-B24D-0EAF-4BF6C8AE4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C29E53-9578-E0CB-E3B0-A201CCC21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CDA-1C04-4108-8746-E3F195C3A5BB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964E09-A9CB-CE5D-16DD-B1E3E6CEE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579F3F-A2BF-2FF4-407C-A6FB1BE0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43B0-A256-4F70-93B1-E2BDD694BA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73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16FB92-CFC2-EB8F-87BB-396132708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78E0A8-B0B1-967E-3176-5F2762A21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0E5C16-DDEE-6805-465A-3BE65957F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EAF11F-4F62-B219-BDEB-8E8924EB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CDA-1C04-4108-8746-E3F195C3A5BB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740993-4741-D23F-F591-AF3B5266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ECAAB1-CB17-80BA-3C8A-A8A03A933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43B0-A256-4F70-93B1-E2BDD694BA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249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D03BA9-2330-6409-AFA9-B4431C38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A3F5BD-738B-BAA0-7B0D-4C0838298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476438-C735-FB23-1B4D-ACD31C683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331515F-DBB5-56D6-D4F9-A606553AF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73CC8B8-7BC9-4F3B-9828-001C89F90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194C592-D1A7-B62B-6DAD-3E6C07D86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CDA-1C04-4108-8746-E3F195C3A5BB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D5CC79A-9B91-9DDB-4D6F-F7C3C774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9C2049-8601-158F-7C41-F8F3D7A6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43B0-A256-4F70-93B1-E2BDD694BA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1287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0C4CDE-F360-1EC0-AF19-8B07B89B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1335592-3BA2-2D24-E70C-B63A7464E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CDA-1C04-4108-8746-E3F195C3A5BB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AF722A-CED0-EBAC-CC3A-43AE2A507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769D9C8-25EF-A384-343A-3246533B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43B0-A256-4F70-93B1-E2BDD694BA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77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777182D-9B76-8EF3-A50F-FA9D3851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CDA-1C04-4108-8746-E3F195C3A5BB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D512484-E2F4-75EB-C768-EA7E31976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5BBF71-761A-404F-3BCC-0B49206F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43B0-A256-4F70-93B1-E2BDD694BA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917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70758-E589-C243-9E79-A0E375C3E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CEDD70-A05C-AD58-5393-DA86FDA52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F3FDFF-0374-EEA4-CAFC-58E5524C4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90DD0-1ECD-5A08-4DCA-70C86E3DD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CDA-1C04-4108-8746-E3F195C3A5BB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FF5357-E585-3A1D-64D5-75205C0E0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E31CBB-C4A5-7E94-D472-999D84698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43B0-A256-4F70-93B1-E2BDD694BA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645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5A0B63-E459-C2CB-727E-7F28F64A2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53869EE-B75B-861F-D2CB-E61E80EDF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98BA2C-983D-E5A2-7FEC-2E2E45A8D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ADAAB1-EC39-6D11-F289-D9C17E8D5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CDA-1C04-4108-8746-E3F195C3A5BB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C8EB05-933B-72E4-C447-4899723E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81E40A-CB0A-E177-FAB9-FAC8DB84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43B0-A256-4F70-93B1-E2BDD694BA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8446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17F899-E654-8553-E4A5-AC324B78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8095B22-0826-3136-37A2-8CE4A01AD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E4F311-0E5E-C3A7-812C-5BE6EABCE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CDA-1C04-4108-8746-E3F195C3A5BB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CD2323-F61B-1931-CFC5-4459CF0F6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26A87E-7E53-F1C0-79A2-61B85C59A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43B0-A256-4F70-93B1-E2BDD694BA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8754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5A4150F-965B-E370-C54B-E18A79EAE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B7E22F7-C84B-4436-B1FC-95D5F03BF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FD2C75-A0AE-B2AD-6CC3-6CD3C866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CDA-1C04-4108-8746-E3F195C3A5BB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D3DB42-3E56-07B2-453D-61E3376F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4D9049-2C1D-B1A1-4B76-B11FCE6D8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43B0-A256-4F70-93B1-E2BDD694BA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57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578CC26-5AAE-0C85-C691-800FE254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5320DE-9C43-EB1D-9B57-9BC316B84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348012-4B5C-AF6B-6100-5E81B4B07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4CCDA-1C04-4108-8746-E3F195C3A5BB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AE4E67-D8C4-1DF1-42C5-C536366F5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F80ED1-120F-080E-0FBD-CAF702427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143B0-A256-4F70-93B1-E2BDD694BA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59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jp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F5253A5-12DF-EDA1-33CF-ABDDB098F11C}"/>
              </a:ext>
            </a:extLst>
          </p:cNvPr>
          <p:cNvSpPr/>
          <p:nvPr/>
        </p:nvSpPr>
        <p:spPr>
          <a:xfrm>
            <a:off x="3210881" y="2702559"/>
            <a:ext cx="5784525" cy="2885183"/>
          </a:xfrm>
          <a:prstGeom prst="rect">
            <a:avLst/>
          </a:prstGeom>
          <a:solidFill>
            <a:srgbClr val="919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73EC64-4F63-59A5-75DF-1B4FF772CEF1}"/>
              </a:ext>
            </a:extLst>
          </p:cNvPr>
          <p:cNvSpPr/>
          <p:nvPr/>
        </p:nvSpPr>
        <p:spPr>
          <a:xfrm>
            <a:off x="3200494" y="544011"/>
            <a:ext cx="5784526" cy="2158548"/>
          </a:xfrm>
          <a:prstGeom prst="rect">
            <a:avLst/>
          </a:prstGeom>
          <a:solidFill>
            <a:srgbClr val="A5A7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BB064D-89CA-9A59-4999-6ACEDDFDC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73"/>
          <a:stretch/>
        </p:blipFill>
        <p:spPr bwMode="auto">
          <a:xfrm>
            <a:off x="303195" y="1418404"/>
            <a:ext cx="194660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3105DBF-276D-3295-8405-BDD9A360A5BE}"/>
              </a:ext>
            </a:extLst>
          </p:cNvPr>
          <p:cNvCxnSpPr>
            <a:cxnSpLocks/>
          </p:cNvCxnSpPr>
          <p:nvPr/>
        </p:nvCxnSpPr>
        <p:spPr>
          <a:xfrm>
            <a:off x="4659548" y="2900550"/>
            <a:ext cx="0" cy="281953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3FE7450-22FF-A8E1-4BCE-587A78B780C8}"/>
              </a:ext>
            </a:extLst>
          </p:cNvPr>
          <p:cNvCxnSpPr>
            <a:cxnSpLocks/>
          </p:cNvCxnSpPr>
          <p:nvPr/>
        </p:nvCxnSpPr>
        <p:spPr>
          <a:xfrm>
            <a:off x="6092757" y="2894875"/>
            <a:ext cx="3243" cy="2825205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8B2AD6D-E2A5-6CC9-BC37-85DA78E7C89F}"/>
              </a:ext>
            </a:extLst>
          </p:cNvPr>
          <p:cNvCxnSpPr>
            <a:cxnSpLocks/>
          </p:cNvCxnSpPr>
          <p:nvPr/>
        </p:nvCxnSpPr>
        <p:spPr>
          <a:xfrm>
            <a:off x="7548663" y="2894874"/>
            <a:ext cx="0" cy="2825206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D8F9193-5EFC-9DDF-2CF3-ABB748BD9BC0}"/>
              </a:ext>
            </a:extLst>
          </p:cNvPr>
          <p:cNvCxnSpPr>
            <a:cxnSpLocks/>
          </p:cNvCxnSpPr>
          <p:nvPr/>
        </p:nvCxnSpPr>
        <p:spPr>
          <a:xfrm>
            <a:off x="8965659" y="487680"/>
            <a:ext cx="0" cy="5100062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445F3DD-E39D-099C-73EC-200F00070E92}"/>
              </a:ext>
            </a:extLst>
          </p:cNvPr>
          <p:cNvCxnSpPr>
            <a:cxnSpLocks/>
          </p:cNvCxnSpPr>
          <p:nvPr/>
        </p:nvCxnSpPr>
        <p:spPr>
          <a:xfrm>
            <a:off x="3101198" y="4135424"/>
            <a:ext cx="6040123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A11D569-38F1-6C10-448D-DF6F7E9574FA}"/>
              </a:ext>
            </a:extLst>
          </p:cNvPr>
          <p:cNvSpPr/>
          <p:nvPr/>
        </p:nvSpPr>
        <p:spPr>
          <a:xfrm>
            <a:off x="4585197" y="836579"/>
            <a:ext cx="148702" cy="1568992"/>
          </a:xfrm>
          <a:prstGeom prst="rect">
            <a:avLst/>
          </a:prstGeom>
          <a:solidFill>
            <a:srgbClr val="BEBFC3">
              <a:alpha val="20000"/>
            </a:srgbClr>
          </a:solidFill>
          <a:ln>
            <a:noFill/>
          </a:ln>
          <a:effectLst>
            <a:glow rad="254000">
              <a:srgbClr val="BEBFC3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3071D9B-76F0-87B1-7F33-4FDD142B1B4E}"/>
              </a:ext>
            </a:extLst>
          </p:cNvPr>
          <p:cNvSpPr/>
          <p:nvPr/>
        </p:nvSpPr>
        <p:spPr>
          <a:xfrm>
            <a:off x="7458098" y="836578"/>
            <a:ext cx="148702" cy="1593145"/>
          </a:xfrm>
          <a:prstGeom prst="rect">
            <a:avLst/>
          </a:prstGeom>
          <a:solidFill>
            <a:srgbClr val="BEBFC3">
              <a:alpha val="20000"/>
            </a:srgbClr>
          </a:solidFill>
          <a:ln>
            <a:noFill/>
          </a:ln>
          <a:effectLst>
            <a:glow rad="127000">
              <a:srgbClr val="BEBFC3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E16265FD-1F7A-4416-1C83-8EAB9E443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268" y="1474900"/>
            <a:ext cx="2131494" cy="31649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F249DFC-8B3C-C915-E11E-9448AACDFC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12" y="2562026"/>
            <a:ext cx="1626544" cy="325308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51090BF-AFF8-10B4-560A-EF8732BAE2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48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263" y="487680"/>
            <a:ext cx="2915975" cy="199273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B2A1E150-BD08-230A-1AB3-A3EB352EC9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48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0628" y="487679"/>
            <a:ext cx="2911623" cy="1992735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7B6C392-DD62-24DC-80C3-3783CEBA70A3}"/>
              </a:ext>
            </a:extLst>
          </p:cNvPr>
          <p:cNvSpPr/>
          <p:nvPr/>
        </p:nvSpPr>
        <p:spPr>
          <a:xfrm>
            <a:off x="3101198" y="2877695"/>
            <a:ext cx="5964980" cy="81832"/>
          </a:xfrm>
          <a:prstGeom prst="rect">
            <a:avLst/>
          </a:prstGeom>
          <a:gradFill>
            <a:gsLst>
              <a:gs pos="0">
                <a:schemeClr val="tx1">
                  <a:lumMod val="100000"/>
                </a:schemeClr>
              </a:gs>
              <a:gs pos="100000">
                <a:schemeClr val="tx1">
                  <a:lumMod val="85000"/>
                  <a:lumOff val="15000"/>
                  <a:alpha val="0"/>
                </a:schemeClr>
              </a:gs>
            </a:gsLst>
            <a:lin ang="5400000" scaled="1"/>
          </a:gra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E3ECDA9-8C8D-00AA-3DB4-C34D34A6C11A}"/>
              </a:ext>
            </a:extLst>
          </p:cNvPr>
          <p:cNvSpPr/>
          <p:nvPr/>
        </p:nvSpPr>
        <p:spPr>
          <a:xfrm>
            <a:off x="3101199" y="2481712"/>
            <a:ext cx="5964980" cy="395983"/>
          </a:xfrm>
          <a:prstGeom prst="rect">
            <a:avLst/>
          </a:prstGeom>
          <a:solidFill>
            <a:srgbClr val="98999E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E307EFE9-BC2E-BB55-C9C2-2A470547B1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027" y="2539171"/>
            <a:ext cx="2270464" cy="28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46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F5253A5-12DF-EDA1-33CF-ABDDB098F11C}"/>
              </a:ext>
            </a:extLst>
          </p:cNvPr>
          <p:cNvSpPr/>
          <p:nvPr/>
        </p:nvSpPr>
        <p:spPr>
          <a:xfrm>
            <a:off x="3210881" y="2702559"/>
            <a:ext cx="5784525" cy="2885183"/>
          </a:xfrm>
          <a:prstGeom prst="rect">
            <a:avLst/>
          </a:prstGeom>
          <a:solidFill>
            <a:srgbClr val="919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73EC64-4F63-59A5-75DF-1B4FF772CEF1}"/>
              </a:ext>
            </a:extLst>
          </p:cNvPr>
          <p:cNvSpPr/>
          <p:nvPr/>
        </p:nvSpPr>
        <p:spPr>
          <a:xfrm>
            <a:off x="3200494" y="544011"/>
            <a:ext cx="5784526" cy="2158548"/>
          </a:xfrm>
          <a:prstGeom prst="rect">
            <a:avLst/>
          </a:prstGeom>
          <a:solidFill>
            <a:srgbClr val="A5A7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BB064D-89CA-9A59-4999-6ACEDDFDC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73"/>
          <a:stretch/>
        </p:blipFill>
        <p:spPr bwMode="auto">
          <a:xfrm>
            <a:off x="303195" y="1418404"/>
            <a:ext cx="194660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3105DBF-276D-3295-8405-BDD9A360A5BE}"/>
              </a:ext>
            </a:extLst>
          </p:cNvPr>
          <p:cNvCxnSpPr>
            <a:cxnSpLocks/>
          </p:cNvCxnSpPr>
          <p:nvPr/>
        </p:nvCxnSpPr>
        <p:spPr>
          <a:xfrm>
            <a:off x="4659548" y="2900550"/>
            <a:ext cx="0" cy="281953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3FE7450-22FF-A8E1-4BCE-587A78B780C8}"/>
              </a:ext>
            </a:extLst>
          </p:cNvPr>
          <p:cNvCxnSpPr>
            <a:cxnSpLocks/>
          </p:cNvCxnSpPr>
          <p:nvPr/>
        </p:nvCxnSpPr>
        <p:spPr>
          <a:xfrm>
            <a:off x="6092757" y="2894875"/>
            <a:ext cx="3243" cy="2825205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8B2AD6D-E2A5-6CC9-BC37-85DA78E7C89F}"/>
              </a:ext>
            </a:extLst>
          </p:cNvPr>
          <p:cNvCxnSpPr>
            <a:cxnSpLocks/>
          </p:cNvCxnSpPr>
          <p:nvPr/>
        </p:nvCxnSpPr>
        <p:spPr>
          <a:xfrm>
            <a:off x="7548663" y="2894874"/>
            <a:ext cx="0" cy="2825206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D8F9193-5EFC-9DDF-2CF3-ABB748BD9BC0}"/>
              </a:ext>
            </a:extLst>
          </p:cNvPr>
          <p:cNvCxnSpPr>
            <a:cxnSpLocks/>
          </p:cNvCxnSpPr>
          <p:nvPr/>
        </p:nvCxnSpPr>
        <p:spPr>
          <a:xfrm>
            <a:off x="8965659" y="487680"/>
            <a:ext cx="0" cy="5100062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445F3DD-E39D-099C-73EC-200F00070E92}"/>
              </a:ext>
            </a:extLst>
          </p:cNvPr>
          <p:cNvCxnSpPr>
            <a:cxnSpLocks/>
          </p:cNvCxnSpPr>
          <p:nvPr/>
        </p:nvCxnSpPr>
        <p:spPr>
          <a:xfrm>
            <a:off x="3101198" y="4135424"/>
            <a:ext cx="6040123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A11D569-38F1-6C10-448D-DF6F7E9574FA}"/>
              </a:ext>
            </a:extLst>
          </p:cNvPr>
          <p:cNvSpPr/>
          <p:nvPr/>
        </p:nvSpPr>
        <p:spPr>
          <a:xfrm>
            <a:off x="4585197" y="836579"/>
            <a:ext cx="148702" cy="1568992"/>
          </a:xfrm>
          <a:prstGeom prst="rect">
            <a:avLst/>
          </a:prstGeom>
          <a:solidFill>
            <a:srgbClr val="BEBFC3">
              <a:alpha val="20000"/>
            </a:srgbClr>
          </a:solidFill>
          <a:ln>
            <a:noFill/>
          </a:ln>
          <a:effectLst>
            <a:glow rad="254000">
              <a:srgbClr val="BEBFC3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3071D9B-76F0-87B1-7F33-4FDD142B1B4E}"/>
              </a:ext>
            </a:extLst>
          </p:cNvPr>
          <p:cNvSpPr/>
          <p:nvPr/>
        </p:nvSpPr>
        <p:spPr>
          <a:xfrm>
            <a:off x="7458098" y="836578"/>
            <a:ext cx="148702" cy="1593145"/>
          </a:xfrm>
          <a:prstGeom prst="rect">
            <a:avLst/>
          </a:prstGeom>
          <a:solidFill>
            <a:srgbClr val="BEBFC3">
              <a:alpha val="20000"/>
            </a:srgbClr>
          </a:solidFill>
          <a:ln>
            <a:noFill/>
          </a:ln>
          <a:effectLst>
            <a:glow rad="127000">
              <a:srgbClr val="BEBFC3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E16265FD-1F7A-4416-1C83-8EAB9E443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557" y="1260154"/>
            <a:ext cx="2131494" cy="31649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F249DFC-8B3C-C915-E11E-9448AACDFC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12" y="2562026"/>
            <a:ext cx="1626544" cy="325308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51090BF-AFF8-10B4-560A-EF8732BAE2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48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263" y="487680"/>
            <a:ext cx="2915975" cy="199273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B2A1E150-BD08-230A-1AB3-A3EB352EC9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48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0628" y="487679"/>
            <a:ext cx="2911623" cy="1992735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7B6C392-DD62-24DC-80C3-3783CEBA70A3}"/>
              </a:ext>
            </a:extLst>
          </p:cNvPr>
          <p:cNvSpPr/>
          <p:nvPr/>
        </p:nvSpPr>
        <p:spPr>
          <a:xfrm>
            <a:off x="3101198" y="2877695"/>
            <a:ext cx="5964980" cy="81832"/>
          </a:xfrm>
          <a:prstGeom prst="rect">
            <a:avLst/>
          </a:prstGeom>
          <a:gradFill>
            <a:gsLst>
              <a:gs pos="0">
                <a:schemeClr val="tx1">
                  <a:lumMod val="100000"/>
                </a:schemeClr>
              </a:gs>
              <a:gs pos="100000">
                <a:schemeClr val="tx1">
                  <a:lumMod val="85000"/>
                  <a:lumOff val="15000"/>
                  <a:alpha val="0"/>
                </a:schemeClr>
              </a:gs>
            </a:gsLst>
            <a:lin ang="5400000" scaled="1"/>
          </a:gra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E3ECDA9-8C8D-00AA-3DB4-C34D34A6C11A}"/>
              </a:ext>
            </a:extLst>
          </p:cNvPr>
          <p:cNvSpPr/>
          <p:nvPr/>
        </p:nvSpPr>
        <p:spPr>
          <a:xfrm>
            <a:off x="3101199" y="2481712"/>
            <a:ext cx="5964980" cy="395983"/>
          </a:xfrm>
          <a:prstGeom prst="rect">
            <a:avLst/>
          </a:prstGeom>
          <a:solidFill>
            <a:srgbClr val="98999E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F06A9646-6E04-DE04-A19F-88FD91E66B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6792" y="2584383"/>
            <a:ext cx="603874" cy="23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06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0736C-69DA-6AD4-96D2-F4FB9AC7A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6B1CFA1-C584-63C6-A13F-7C4ACA4450F0}"/>
              </a:ext>
            </a:extLst>
          </p:cNvPr>
          <p:cNvSpPr/>
          <p:nvPr/>
        </p:nvSpPr>
        <p:spPr>
          <a:xfrm>
            <a:off x="3210881" y="2702559"/>
            <a:ext cx="5784525" cy="2885183"/>
          </a:xfrm>
          <a:prstGeom prst="rect">
            <a:avLst/>
          </a:prstGeom>
          <a:solidFill>
            <a:srgbClr val="919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80C0DBA-5625-6A49-9ACD-2CA14DAC0161}"/>
              </a:ext>
            </a:extLst>
          </p:cNvPr>
          <p:cNvSpPr/>
          <p:nvPr/>
        </p:nvSpPr>
        <p:spPr>
          <a:xfrm>
            <a:off x="3200494" y="544011"/>
            <a:ext cx="5784526" cy="2158548"/>
          </a:xfrm>
          <a:prstGeom prst="rect">
            <a:avLst/>
          </a:prstGeom>
          <a:solidFill>
            <a:srgbClr val="A5A7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C5F4E3-95E7-71DC-8690-3FC9251433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73"/>
          <a:stretch/>
        </p:blipFill>
        <p:spPr bwMode="auto">
          <a:xfrm>
            <a:off x="303195" y="1418404"/>
            <a:ext cx="194660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6EA1208-F06C-7BE7-C34F-F2DBCFF1ABDD}"/>
              </a:ext>
            </a:extLst>
          </p:cNvPr>
          <p:cNvCxnSpPr>
            <a:cxnSpLocks/>
          </p:cNvCxnSpPr>
          <p:nvPr/>
        </p:nvCxnSpPr>
        <p:spPr>
          <a:xfrm>
            <a:off x="4659548" y="2900550"/>
            <a:ext cx="0" cy="281953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B6DAD63-15BD-0255-609F-E486F0BF1930}"/>
              </a:ext>
            </a:extLst>
          </p:cNvPr>
          <p:cNvCxnSpPr>
            <a:cxnSpLocks/>
          </p:cNvCxnSpPr>
          <p:nvPr/>
        </p:nvCxnSpPr>
        <p:spPr>
          <a:xfrm>
            <a:off x="6092757" y="2894875"/>
            <a:ext cx="3243" cy="2825205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D0A9A3D-DAC2-B823-D296-51EDF19718BD}"/>
              </a:ext>
            </a:extLst>
          </p:cNvPr>
          <p:cNvCxnSpPr>
            <a:cxnSpLocks/>
          </p:cNvCxnSpPr>
          <p:nvPr/>
        </p:nvCxnSpPr>
        <p:spPr>
          <a:xfrm>
            <a:off x="7548663" y="2894874"/>
            <a:ext cx="0" cy="2825206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EF07995-28A0-F882-4AC7-2E8913D685A8}"/>
              </a:ext>
            </a:extLst>
          </p:cNvPr>
          <p:cNvCxnSpPr>
            <a:cxnSpLocks/>
          </p:cNvCxnSpPr>
          <p:nvPr/>
        </p:nvCxnSpPr>
        <p:spPr>
          <a:xfrm>
            <a:off x="8965659" y="487680"/>
            <a:ext cx="0" cy="5100062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3D48F80-4BA3-672C-3BCA-22B03CC66DD5}"/>
              </a:ext>
            </a:extLst>
          </p:cNvPr>
          <p:cNvCxnSpPr>
            <a:cxnSpLocks/>
          </p:cNvCxnSpPr>
          <p:nvPr/>
        </p:nvCxnSpPr>
        <p:spPr>
          <a:xfrm>
            <a:off x="3101198" y="4135424"/>
            <a:ext cx="6040123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702FDCD-E82B-37CB-B603-1F2FD10161DA}"/>
              </a:ext>
            </a:extLst>
          </p:cNvPr>
          <p:cNvSpPr/>
          <p:nvPr/>
        </p:nvSpPr>
        <p:spPr>
          <a:xfrm>
            <a:off x="4585197" y="836579"/>
            <a:ext cx="148702" cy="1568992"/>
          </a:xfrm>
          <a:prstGeom prst="rect">
            <a:avLst/>
          </a:prstGeom>
          <a:solidFill>
            <a:srgbClr val="BEBFC3">
              <a:alpha val="20000"/>
            </a:srgbClr>
          </a:solidFill>
          <a:ln>
            <a:noFill/>
          </a:ln>
          <a:effectLst>
            <a:glow rad="254000">
              <a:srgbClr val="BEBFC3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C074F32-FABC-78BF-9026-13B9E50FF88E}"/>
              </a:ext>
            </a:extLst>
          </p:cNvPr>
          <p:cNvSpPr/>
          <p:nvPr/>
        </p:nvSpPr>
        <p:spPr>
          <a:xfrm>
            <a:off x="7458098" y="836578"/>
            <a:ext cx="148702" cy="1593145"/>
          </a:xfrm>
          <a:prstGeom prst="rect">
            <a:avLst/>
          </a:prstGeom>
          <a:solidFill>
            <a:srgbClr val="BEBFC3">
              <a:alpha val="20000"/>
            </a:srgbClr>
          </a:solidFill>
          <a:ln>
            <a:noFill/>
          </a:ln>
          <a:effectLst>
            <a:glow rad="127000">
              <a:srgbClr val="BEBFC3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8DDDEDA5-F8FA-2987-1DC0-D1940E9A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557" y="1260154"/>
            <a:ext cx="2131494" cy="31649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D009086D-95AD-96B2-8AC6-AD73CC59F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12" y="2562026"/>
            <a:ext cx="1626544" cy="325308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D13655DD-7633-5246-E704-2315739723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48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263" y="487680"/>
            <a:ext cx="2915975" cy="199273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60989D3E-B3B8-B11E-0C3F-C2C53705A3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48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0628" y="487679"/>
            <a:ext cx="2911623" cy="1992735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9993DE7-FCED-EFE5-374D-2D2FB84B571E}"/>
              </a:ext>
            </a:extLst>
          </p:cNvPr>
          <p:cNvSpPr/>
          <p:nvPr/>
        </p:nvSpPr>
        <p:spPr>
          <a:xfrm>
            <a:off x="3101198" y="2877695"/>
            <a:ext cx="5964980" cy="81832"/>
          </a:xfrm>
          <a:prstGeom prst="rect">
            <a:avLst/>
          </a:prstGeom>
          <a:gradFill>
            <a:gsLst>
              <a:gs pos="0">
                <a:schemeClr val="tx1">
                  <a:lumMod val="100000"/>
                </a:schemeClr>
              </a:gs>
              <a:gs pos="100000">
                <a:schemeClr val="tx1">
                  <a:lumMod val="85000"/>
                  <a:lumOff val="15000"/>
                  <a:alpha val="0"/>
                </a:schemeClr>
              </a:gs>
            </a:gsLst>
            <a:lin ang="5400000" scaled="1"/>
          </a:gra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6D1E78A-F65C-6273-4419-EA514AFA556D}"/>
              </a:ext>
            </a:extLst>
          </p:cNvPr>
          <p:cNvSpPr/>
          <p:nvPr/>
        </p:nvSpPr>
        <p:spPr>
          <a:xfrm>
            <a:off x="3101199" y="2481712"/>
            <a:ext cx="5964980" cy="395983"/>
          </a:xfrm>
          <a:prstGeom prst="rect">
            <a:avLst/>
          </a:prstGeom>
          <a:solidFill>
            <a:srgbClr val="98999E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B480D6-D25A-1C66-6A89-C4592B3D6F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105000"/>
                    </a14:imgEffect>
                    <a14:imgEffect>
                      <a14:brightnessContrast bright="15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913" t="16354" r="21663" b="78021"/>
          <a:stretch/>
        </p:blipFill>
        <p:spPr>
          <a:xfrm>
            <a:off x="9862185" y="1495990"/>
            <a:ext cx="557061" cy="27432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DEB79B7-385B-AF18-0CE9-3AE7F8660583}"/>
              </a:ext>
            </a:extLst>
          </p:cNvPr>
          <p:cNvSpPr/>
          <p:nvPr/>
        </p:nvSpPr>
        <p:spPr>
          <a:xfrm>
            <a:off x="3925569" y="1681480"/>
            <a:ext cx="2672595" cy="132080"/>
          </a:xfrm>
          <a:custGeom>
            <a:avLst/>
            <a:gdLst>
              <a:gd name="connsiteX0" fmla="*/ 0 w 2504227"/>
              <a:gd name="connsiteY0" fmla="*/ 0 h 93980"/>
              <a:gd name="connsiteX1" fmla="*/ 2504227 w 2504227"/>
              <a:gd name="connsiteY1" fmla="*/ 0 h 93980"/>
              <a:gd name="connsiteX2" fmla="*/ 2504227 w 2504227"/>
              <a:gd name="connsiteY2" fmla="*/ 93980 h 93980"/>
              <a:gd name="connsiteX3" fmla="*/ 0 w 2504227"/>
              <a:gd name="connsiteY3" fmla="*/ 93980 h 93980"/>
              <a:gd name="connsiteX4" fmla="*/ 0 w 2504227"/>
              <a:gd name="connsiteY4" fmla="*/ 0 h 93980"/>
              <a:gd name="connsiteX0" fmla="*/ 0 w 2516927"/>
              <a:gd name="connsiteY0" fmla="*/ 43180 h 137160"/>
              <a:gd name="connsiteX1" fmla="*/ 2516927 w 2516927"/>
              <a:gd name="connsiteY1" fmla="*/ 0 h 137160"/>
              <a:gd name="connsiteX2" fmla="*/ 2504227 w 2516927"/>
              <a:gd name="connsiteY2" fmla="*/ 137160 h 137160"/>
              <a:gd name="connsiteX3" fmla="*/ 0 w 2516927"/>
              <a:gd name="connsiteY3" fmla="*/ 137160 h 137160"/>
              <a:gd name="connsiteX4" fmla="*/ 0 w 2516927"/>
              <a:gd name="connsiteY4" fmla="*/ 43180 h 137160"/>
              <a:gd name="connsiteX0" fmla="*/ 0 w 2543597"/>
              <a:gd name="connsiteY0" fmla="*/ 28958 h 137160"/>
              <a:gd name="connsiteX1" fmla="*/ 2543597 w 2543597"/>
              <a:gd name="connsiteY1" fmla="*/ 0 h 137160"/>
              <a:gd name="connsiteX2" fmla="*/ 2530897 w 2543597"/>
              <a:gd name="connsiteY2" fmla="*/ 137160 h 137160"/>
              <a:gd name="connsiteX3" fmla="*/ 26670 w 2543597"/>
              <a:gd name="connsiteY3" fmla="*/ 137160 h 137160"/>
              <a:gd name="connsiteX4" fmla="*/ 0 w 2543597"/>
              <a:gd name="connsiteY4" fmla="*/ 28958 h 13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3597" h="137160">
                <a:moveTo>
                  <a:pt x="0" y="28958"/>
                </a:moveTo>
                <a:lnTo>
                  <a:pt x="2543597" y="0"/>
                </a:lnTo>
                <a:lnTo>
                  <a:pt x="2530897" y="137160"/>
                </a:lnTo>
                <a:lnTo>
                  <a:pt x="26670" y="137160"/>
                </a:lnTo>
                <a:lnTo>
                  <a:pt x="0" y="28958"/>
                </a:lnTo>
                <a:close/>
              </a:path>
            </a:pathLst>
          </a:custGeom>
          <a:gradFill>
            <a:gsLst>
              <a:gs pos="0">
                <a:srgbClr val="827B6F"/>
              </a:gs>
              <a:gs pos="100000">
                <a:srgbClr val="897F7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8D0D15-C44D-2F9C-155D-FA5131A39804}"/>
              </a:ext>
            </a:extLst>
          </p:cNvPr>
          <p:cNvSpPr/>
          <p:nvPr/>
        </p:nvSpPr>
        <p:spPr>
          <a:xfrm>
            <a:off x="3955762" y="1305166"/>
            <a:ext cx="2492691" cy="416305"/>
          </a:xfrm>
          <a:custGeom>
            <a:avLst/>
            <a:gdLst>
              <a:gd name="connsiteX0" fmla="*/ 0 w 2492691"/>
              <a:gd name="connsiteY0" fmla="*/ 0 h 375665"/>
              <a:gd name="connsiteX1" fmla="*/ 2492691 w 2492691"/>
              <a:gd name="connsiteY1" fmla="*/ 0 h 375665"/>
              <a:gd name="connsiteX2" fmla="*/ 2492691 w 2492691"/>
              <a:gd name="connsiteY2" fmla="*/ 375665 h 375665"/>
              <a:gd name="connsiteX3" fmla="*/ 0 w 2492691"/>
              <a:gd name="connsiteY3" fmla="*/ 375665 h 375665"/>
              <a:gd name="connsiteX4" fmla="*/ 0 w 2492691"/>
              <a:gd name="connsiteY4" fmla="*/ 0 h 375665"/>
              <a:gd name="connsiteX0" fmla="*/ 0 w 2492691"/>
              <a:gd name="connsiteY0" fmla="*/ 0 h 416305"/>
              <a:gd name="connsiteX1" fmla="*/ 2492691 w 2492691"/>
              <a:gd name="connsiteY1" fmla="*/ 0 h 416305"/>
              <a:gd name="connsiteX2" fmla="*/ 2492691 w 2492691"/>
              <a:gd name="connsiteY2" fmla="*/ 375665 h 416305"/>
              <a:gd name="connsiteX3" fmla="*/ 0 w 2492691"/>
              <a:gd name="connsiteY3" fmla="*/ 416305 h 416305"/>
              <a:gd name="connsiteX4" fmla="*/ 0 w 2492691"/>
              <a:gd name="connsiteY4" fmla="*/ 0 h 416305"/>
              <a:gd name="connsiteX0" fmla="*/ 386080 w 2492691"/>
              <a:gd name="connsiteY0" fmla="*/ 147320 h 416305"/>
              <a:gd name="connsiteX1" fmla="*/ 2492691 w 2492691"/>
              <a:gd name="connsiteY1" fmla="*/ 0 h 416305"/>
              <a:gd name="connsiteX2" fmla="*/ 2492691 w 2492691"/>
              <a:gd name="connsiteY2" fmla="*/ 375665 h 416305"/>
              <a:gd name="connsiteX3" fmla="*/ 0 w 2492691"/>
              <a:gd name="connsiteY3" fmla="*/ 416305 h 416305"/>
              <a:gd name="connsiteX4" fmla="*/ 386080 w 2492691"/>
              <a:gd name="connsiteY4" fmla="*/ 147320 h 416305"/>
              <a:gd name="connsiteX0" fmla="*/ 66040 w 2492691"/>
              <a:gd name="connsiteY0" fmla="*/ 137160 h 416305"/>
              <a:gd name="connsiteX1" fmla="*/ 2492691 w 2492691"/>
              <a:gd name="connsiteY1" fmla="*/ 0 h 416305"/>
              <a:gd name="connsiteX2" fmla="*/ 2492691 w 2492691"/>
              <a:gd name="connsiteY2" fmla="*/ 375665 h 416305"/>
              <a:gd name="connsiteX3" fmla="*/ 0 w 2492691"/>
              <a:gd name="connsiteY3" fmla="*/ 416305 h 416305"/>
              <a:gd name="connsiteX4" fmla="*/ 66040 w 2492691"/>
              <a:gd name="connsiteY4" fmla="*/ 137160 h 41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92691" h="416305">
                <a:moveTo>
                  <a:pt x="66040" y="137160"/>
                </a:moveTo>
                <a:lnTo>
                  <a:pt x="2492691" y="0"/>
                </a:lnTo>
                <a:lnTo>
                  <a:pt x="2492691" y="375665"/>
                </a:lnTo>
                <a:lnTo>
                  <a:pt x="0" y="416305"/>
                </a:lnTo>
                <a:lnTo>
                  <a:pt x="66040" y="137160"/>
                </a:lnTo>
                <a:close/>
              </a:path>
            </a:pathLst>
          </a:custGeom>
          <a:gradFill>
            <a:gsLst>
              <a:gs pos="100000">
                <a:srgbClr val="FFFFFE"/>
              </a:gs>
              <a:gs pos="0">
                <a:srgbClr val="897F7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8C069A-395B-CDD4-CD78-B0928FBE2601}"/>
              </a:ext>
            </a:extLst>
          </p:cNvPr>
          <p:cNvSpPr/>
          <p:nvPr/>
        </p:nvSpPr>
        <p:spPr>
          <a:xfrm>
            <a:off x="12710842" y="1255056"/>
            <a:ext cx="7663639" cy="7184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BF3137E-EAA2-4768-5F28-68D7869ED5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990600"/>
            <a:ext cx="4876800" cy="487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DA3DCE-3E36-8077-9749-47DBFC539F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105000"/>
                    </a14:imgEffect>
                    <a14:imgEffect>
                      <a14:brightnessContrast bright="15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4261" y="2405571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33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BEBA10E-FD32-997D-0F16-E6BC86232326}"/>
              </a:ext>
            </a:extLst>
          </p:cNvPr>
          <p:cNvSpPr/>
          <p:nvPr/>
        </p:nvSpPr>
        <p:spPr>
          <a:xfrm>
            <a:off x="6123618" y="2895599"/>
            <a:ext cx="5784525" cy="2885183"/>
          </a:xfrm>
          <a:prstGeom prst="rect">
            <a:avLst/>
          </a:prstGeom>
          <a:solidFill>
            <a:srgbClr val="919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6FB6F7C-B702-1038-6DFF-F0FD2C982FD9}"/>
              </a:ext>
            </a:extLst>
          </p:cNvPr>
          <p:cNvSpPr/>
          <p:nvPr/>
        </p:nvSpPr>
        <p:spPr>
          <a:xfrm>
            <a:off x="6113231" y="737051"/>
            <a:ext cx="5784526" cy="2158548"/>
          </a:xfrm>
          <a:prstGeom prst="rect">
            <a:avLst/>
          </a:prstGeom>
          <a:solidFill>
            <a:srgbClr val="A5A7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ED74575-413E-8807-67C9-0C9DE6A4A37B}"/>
              </a:ext>
            </a:extLst>
          </p:cNvPr>
          <p:cNvCxnSpPr>
            <a:cxnSpLocks/>
          </p:cNvCxnSpPr>
          <p:nvPr/>
        </p:nvCxnSpPr>
        <p:spPr>
          <a:xfrm>
            <a:off x="7572285" y="3093590"/>
            <a:ext cx="0" cy="281953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C964DFC-012E-C826-4875-430AF03CB9D9}"/>
              </a:ext>
            </a:extLst>
          </p:cNvPr>
          <p:cNvCxnSpPr>
            <a:cxnSpLocks/>
          </p:cNvCxnSpPr>
          <p:nvPr/>
        </p:nvCxnSpPr>
        <p:spPr>
          <a:xfrm>
            <a:off x="9005494" y="3087915"/>
            <a:ext cx="3243" cy="2825205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E8CBAA7-8CE0-6CF3-A272-78D7E25BB4D3}"/>
              </a:ext>
            </a:extLst>
          </p:cNvPr>
          <p:cNvCxnSpPr>
            <a:cxnSpLocks/>
          </p:cNvCxnSpPr>
          <p:nvPr/>
        </p:nvCxnSpPr>
        <p:spPr>
          <a:xfrm>
            <a:off x="10461400" y="3087914"/>
            <a:ext cx="0" cy="2825206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B8D16889-A2A6-4893-0F0B-CA5B5598ACFE}"/>
              </a:ext>
            </a:extLst>
          </p:cNvPr>
          <p:cNvCxnSpPr>
            <a:cxnSpLocks/>
          </p:cNvCxnSpPr>
          <p:nvPr/>
        </p:nvCxnSpPr>
        <p:spPr>
          <a:xfrm>
            <a:off x="11878396" y="680720"/>
            <a:ext cx="0" cy="5100062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0CC613F5-8F8A-56C6-FB3E-FD9FD05867C0}"/>
              </a:ext>
            </a:extLst>
          </p:cNvPr>
          <p:cNvCxnSpPr>
            <a:cxnSpLocks/>
          </p:cNvCxnSpPr>
          <p:nvPr/>
        </p:nvCxnSpPr>
        <p:spPr>
          <a:xfrm>
            <a:off x="6013935" y="4328464"/>
            <a:ext cx="6040123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BFB5C14-81D1-7096-A7A6-6D99A00160CA}"/>
              </a:ext>
            </a:extLst>
          </p:cNvPr>
          <p:cNvSpPr/>
          <p:nvPr/>
        </p:nvSpPr>
        <p:spPr>
          <a:xfrm>
            <a:off x="7497934" y="1029619"/>
            <a:ext cx="148702" cy="1568992"/>
          </a:xfrm>
          <a:prstGeom prst="rect">
            <a:avLst/>
          </a:prstGeom>
          <a:solidFill>
            <a:srgbClr val="BEBFC3">
              <a:alpha val="20000"/>
            </a:srgbClr>
          </a:solidFill>
          <a:ln>
            <a:noFill/>
          </a:ln>
          <a:effectLst>
            <a:glow rad="254000">
              <a:srgbClr val="BEBFC3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EBC149C-70CB-B2D3-08ED-13A9B6D49598}"/>
              </a:ext>
            </a:extLst>
          </p:cNvPr>
          <p:cNvSpPr/>
          <p:nvPr/>
        </p:nvSpPr>
        <p:spPr>
          <a:xfrm>
            <a:off x="10370835" y="1029618"/>
            <a:ext cx="148702" cy="1593145"/>
          </a:xfrm>
          <a:prstGeom prst="rect">
            <a:avLst/>
          </a:prstGeom>
          <a:solidFill>
            <a:srgbClr val="BEBFC3">
              <a:alpha val="20000"/>
            </a:srgbClr>
          </a:solidFill>
          <a:ln>
            <a:noFill/>
          </a:ln>
          <a:effectLst>
            <a:glow rad="127000">
              <a:srgbClr val="BEBFC3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BBEA4A6C-87ED-7436-0D6F-E92D8D6C8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8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80720"/>
            <a:ext cx="2915975" cy="1992735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B01C1BA5-AF7D-483C-8418-F4FAE441E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8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03365" y="680719"/>
            <a:ext cx="2911623" cy="1992735"/>
          </a:xfrm>
          <a:prstGeom prst="rect">
            <a:avLst/>
          </a:prstGeom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16C9FE8-544D-6F76-254D-07E9ADC1266D}"/>
              </a:ext>
            </a:extLst>
          </p:cNvPr>
          <p:cNvSpPr/>
          <p:nvPr/>
        </p:nvSpPr>
        <p:spPr>
          <a:xfrm>
            <a:off x="6013935" y="3070735"/>
            <a:ext cx="5964980" cy="81832"/>
          </a:xfrm>
          <a:prstGeom prst="rect">
            <a:avLst/>
          </a:prstGeom>
          <a:gradFill>
            <a:gsLst>
              <a:gs pos="0">
                <a:schemeClr val="tx1">
                  <a:lumMod val="100000"/>
                </a:schemeClr>
              </a:gs>
              <a:gs pos="100000">
                <a:schemeClr val="tx1">
                  <a:lumMod val="85000"/>
                  <a:lumOff val="15000"/>
                  <a:alpha val="0"/>
                </a:schemeClr>
              </a:gs>
            </a:gsLst>
            <a:lin ang="5400000" scaled="1"/>
          </a:gra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4" name="正方形/長方形 1023">
            <a:extLst>
              <a:ext uri="{FF2B5EF4-FFF2-40B4-BE49-F238E27FC236}">
                <a16:creationId xmlns:a16="http://schemas.microsoft.com/office/drawing/2014/main" id="{1F89C9DD-E47E-8558-71E4-AE926E0B67D6}"/>
              </a:ext>
            </a:extLst>
          </p:cNvPr>
          <p:cNvSpPr/>
          <p:nvPr/>
        </p:nvSpPr>
        <p:spPr>
          <a:xfrm>
            <a:off x="340610" y="2894302"/>
            <a:ext cx="5784525" cy="2885183"/>
          </a:xfrm>
          <a:prstGeom prst="rect">
            <a:avLst/>
          </a:prstGeom>
          <a:solidFill>
            <a:srgbClr val="919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5" name="正方形/長方形 1024">
            <a:extLst>
              <a:ext uri="{FF2B5EF4-FFF2-40B4-BE49-F238E27FC236}">
                <a16:creationId xmlns:a16="http://schemas.microsoft.com/office/drawing/2014/main" id="{2229DB02-E67B-1CBA-03A1-228668565B3E}"/>
              </a:ext>
            </a:extLst>
          </p:cNvPr>
          <p:cNvSpPr/>
          <p:nvPr/>
        </p:nvSpPr>
        <p:spPr>
          <a:xfrm>
            <a:off x="330223" y="735754"/>
            <a:ext cx="5784526" cy="2158548"/>
          </a:xfrm>
          <a:prstGeom prst="rect">
            <a:avLst/>
          </a:prstGeom>
          <a:solidFill>
            <a:srgbClr val="A5A7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27" name="直線コネクタ 1026">
            <a:extLst>
              <a:ext uri="{FF2B5EF4-FFF2-40B4-BE49-F238E27FC236}">
                <a16:creationId xmlns:a16="http://schemas.microsoft.com/office/drawing/2014/main" id="{B0E2A71F-764B-13D4-4603-BAA4882E2C86}"/>
              </a:ext>
            </a:extLst>
          </p:cNvPr>
          <p:cNvCxnSpPr>
            <a:cxnSpLocks/>
          </p:cNvCxnSpPr>
          <p:nvPr/>
        </p:nvCxnSpPr>
        <p:spPr>
          <a:xfrm>
            <a:off x="1789277" y="3092293"/>
            <a:ext cx="0" cy="281953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直線コネクタ 1027">
            <a:extLst>
              <a:ext uri="{FF2B5EF4-FFF2-40B4-BE49-F238E27FC236}">
                <a16:creationId xmlns:a16="http://schemas.microsoft.com/office/drawing/2014/main" id="{6D14FDCD-E28D-6683-9EEE-C44C9F31BBE9}"/>
              </a:ext>
            </a:extLst>
          </p:cNvPr>
          <p:cNvCxnSpPr>
            <a:cxnSpLocks/>
          </p:cNvCxnSpPr>
          <p:nvPr/>
        </p:nvCxnSpPr>
        <p:spPr>
          <a:xfrm>
            <a:off x="3222486" y="3086618"/>
            <a:ext cx="3243" cy="2825205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直線コネクタ 1028">
            <a:extLst>
              <a:ext uri="{FF2B5EF4-FFF2-40B4-BE49-F238E27FC236}">
                <a16:creationId xmlns:a16="http://schemas.microsoft.com/office/drawing/2014/main" id="{B60F1D29-FDD9-A106-97A4-06A54682323B}"/>
              </a:ext>
            </a:extLst>
          </p:cNvPr>
          <p:cNvCxnSpPr>
            <a:cxnSpLocks/>
          </p:cNvCxnSpPr>
          <p:nvPr/>
        </p:nvCxnSpPr>
        <p:spPr>
          <a:xfrm>
            <a:off x="4678392" y="3086617"/>
            <a:ext cx="0" cy="2825206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直線コネクタ 1029">
            <a:extLst>
              <a:ext uri="{FF2B5EF4-FFF2-40B4-BE49-F238E27FC236}">
                <a16:creationId xmlns:a16="http://schemas.microsoft.com/office/drawing/2014/main" id="{2F13C363-F614-C765-60E7-747568840C2A}"/>
              </a:ext>
            </a:extLst>
          </p:cNvPr>
          <p:cNvCxnSpPr>
            <a:cxnSpLocks/>
          </p:cNvCxnSpPr>
          <p:nvPr/>
        </p:nvCxnSpPr>
        <p:spPr>
          <a:xfrm>
            <a:off x="6095388" y="679423"/>
            <a:ext cx="0" cy="5100062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直線コネクタ 1030">
            <a:extLst>
              <a:ext uri="{FF2B5EF4-FFF2-40B4-BE49-F238E27FC236}">
                <a16:creationId xmlns:a16="http://schemas.microsoft.com/office/drawing/2014/main" id="{06B12000-556C-9355-A48F-03CA1D16245F}"/>
              </a:ext>
            </a:extLst>
          </p:cNvPr>
          <p:cNvCxnSpPr>
            <a:cxnSpLocks/>
          </p:cNvCxnSpPr>
          <p:nvPr/>
        </p:nvCxnSpPr>
        <p:spPr>
          <a:xfrm>
            <a:off x="230927" y="4327167"/>
            <a:ext cx="6040123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5CA13275-F871-ED52-A470-77C3603D1467}"/>
              </a:ext>
            </a:extLst>
          </p:cNvPr>
          <p:cNvSpPr/>
          <p:nvPr/>
        </p:nvSpPr>
        <p:spPr>
          <a:xfrm>
            <a:off x="1714926" y="1028322"/>
            <a:ext cx="148702" cy="1568992"/>
          </a:xfrm>
          <a:prstGeom prst="rect">
            <a:avLst/>
          </a:prstGeom>
          <a:solidFill>
            <a:srgbClr val="BEBFC3">
              <a:alpha val="20000"/>
            </a:srgbClr>
          </a:solidFill>
          <a:ln>
            <a:noFill/>
          </a:ln>
          <a:effectLst>
            <a:glow rad="254000">
              <a:srgbClr val="BEBFC3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正方形/長方形 1032">
            <a:extLst>
              <a:ext uri="{FF2B5EF4-FFF2-40B4-BE49-F238E27FC236}">
                <a16:creationId xmlns:a16="http://schemas.microsoft.com/office/drawing/2014/main" id="{487E3B21-3095-6A95-BD45-3C65CF3CA1A3}"/>
              </a:ext>
            </a:extLst>
          </p:cNvPr>
          <p:cNvSpPr/>
          <p:nvPr/>
        </p:nvSpPr>
        <p:spPr>
          <a:xfrm>
            <a:off x="4587827" y="1028321"/>
            <a:ext cx="148702" cy="1593145"/>
          </a:xfrm>
          <a:prstGeom prst="rect">
            <a:avLst/>
          </a:prstGeom>
          <a:solidFill>
            <a:srgbClr val="BEBFC3">
              <a:alpha val="20000"/>
            </a:srgbClr>
          </a:solidFill>
          <a:ln>
            <a:noFill/>
          </a:ln>
          <a:effectLst>
            <a:glow rad="127000">
              <a:srgbClr val="BEBFC3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4" name="図 1033">
            <a:extLst>
              <a:ext uri="{FF2B5EF4-FFF2-40B4-BE49-F238E27FC236}">
                <a16:creationId xmlns:a16="http://schemas.microsoft.com/office/drawing/2014/main" id="{1395EC2C-8CAD-3E76-9273-495DA3682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8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92" y="679423"/>
            <a:ext cx="2915975" cy="1992735"/>
          </a:xfrm>
          <a:prstGeom prst="rect">
            <a:avLst/>
          </a:prstGeom>
        </p:spPr>
      </p:pic>
      <p:pic>
        <p:nvPicPr>
          <p:cNvPr id="1035" name="図 1034">
            <a:extLst>
              <a:ext uri="{FF2B5EF4-FFF2-40B4-BE49-F238E27FC236}">
                <a16:creationId xmlns:a16="http://schemas.microsoft.com/office/drawing/2014/main" id="{7A2190E7-1D3D-908B-72B3-2DB83428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8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20357" y="679422"/>
            <a:ext cx="2911623" cy="1992735"/>
          </a:xfrm>
          <a:prstGeom prst="rect">
            <a:avLst/>
          </a:prstGeom>
        </p:spPr>
      </p:pic>
      <p:sp>
        <p:nvSpPr>
          <p:cNvPr id="1036" name="正方形/長方形 1035">
            <a:extLst>
              <a:ext uri="{FF2B5EF4-FFF2-40B4-BE49-F238E27FC236}">
                <a16:creationId xmlns:a16="http://schemas.microsoft.com/office/drawing/2014/main" id="{BF6A27BD-1515-A52C-F284-C97E7C56C562}"/>
              </a:ext>
            </a:extLst>
          </p:cNvPr>
          <p:cNvSpPr/>
          <p:nvPr/>
        </p:nvSpPr>
        <p:spPr>
          <a:xfrm>
            <a:off x="227118" y="3071343"/>
            <a:ext cx="5897808" cy="81832"/>
          </a:xfrm>
          <a:prstGeom prst="rect">
            <a:avLst/>
          </a:prstGeom>
          <a:gradFill>
            <a:gsLst>
              <a:gs pos="0">
                <a:schemeClr val="tx1">
                  <a:lumMod val="100000"/>
                </a:schemeClr>
              </a:gs>
              <a:gs pos="100000">
                <a:schemeClr val="tx1">
                  <a:lumMod val="85000"/>
                  <a:lumOff val="15000"/>
                  <a:alpha val="0"/>
                </a:schemeClr>
              </a:gs>
            </a:gsLst>
            <a:lin ang="5400000" scaled="1"/>
          </a:gra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E4CB871B-57A6-9993-A032-2FE2FAF71859}"/>
              </a:ext>
            </a:extLst>
          </p:cNvPr>
          <p:cNvSpPr/>
          <p:nvPr/>
        </p:nvSpPr>
        <p:spPr>
          <a:xfrm>
            <a:off x="230928" y="2673455"/>
            <a:ext cx="11747987" cy="395983"/>
          </a:xfrm>
          <a:prstGeom prst="rect">
            <a:avLst/>
          </a:prstGeom>
          <a:solidFill>
            <a:srgbClr val="98999E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8" name="図 1037">
            <a:extLst>
              <a:ext uri="{FF2B5EF4-FFF2-40B4-BE49-F238E27FC236}">
                <a16:creationId xmlns:a16="http://schemas.microsoft.com/office/drawing/2014/main" id="{791425E8-996A-90E3-058C-47C18921D2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756" y="2730914"/>
            <a:ext cx="2270464" cy="281063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2069C22F-0D3A-65D2-9B20-251DE909F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459" y="2748299"/>
            <a:ext cx="603874" cy="23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73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F5253A5-12DF-EDA1-33CF-ABDDB098F11C}"/>
              </a:ext>
            </a:extLst>
          </p:cNvPr>
          <p:cNvSpPr/>
          <p:nvPr/>
        </p:nvSpPr>
        <p:spPr>
          <a:xfrm>
            <a:off x="6205682" y="2945751"/>
            <a:ext cx="5784525" cy="2885183"/>
          </a:xfrm>
          <a:prstGeom prst="rect">
            <a:avLst/>
          </a:prstGeom>
          <a:gradFill>
            <a:gsLst>
              <a:gs pos="0">
                <a:srgbClr val="7D8383"/>
              </a:gs>
              <a:gs pos="47000">
                <a:srgbClr val="757B79"/>
              </a:gs>
              <a:gs pos="100000">
                <a:srgbClr val="71777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73EC64-4F63-59A5-75DF-1B4FF772CEF1}"/>
              </a:ext>
            </a:extLst>
          </p:cNvPr>
          <p:cNvSpPr/>
          <p:nvPr/>
        </p:nvSpPr>
        <p:spPr>
          <a:xfrm>
            <a:off x="-234064" y="3791729"/>
            <a:ext cx="5784526" cy="2158548"/>
          </a:xfrm>
          <a:prstGeom prst="rect">
            <a:avLst/>
          </a:prstGeom>
          <a:solidFill>
            <a:srgbClr val="A5A7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E3ECDA9-8C8D-00AA-3DB4-C34D34A6C11A}"/>
              </a:ext>
            </a:extLst>
          </p:cNvPr>
          <p:cNvSpPr/>
          <p:nvPr/>
        </p:nvSpPr>
        <p:spPr>
          <a:xfrm>
            <a:off x="6096000" y="2747759"/>
            <a:ext cx="5964980" cy="395983"/>
          </a:xfrm>
          <a:prstGeom prst="rect">
            <a:avLst/>
          </a:prstGeom>
          <a:solidFill>
            <a:srgbClr val="62606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BB064D-89CA-9A59-4999-6ACEDDFDC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73"/>
          <a:stretch/>
        </p:blipFill>
        <p:spPr bwMode="auto">
          <a:xfrm>
            <a:off x="-155393" y="0"/>
            <a:ext cx="194660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3105DBF-276D-3295-8405-BDD9A360A5BE}"/>
              </a:ext>
            </a:extLst>
          </p:cNvPr>
          <p:cNvCxnSpPr>
            <a:cxnSpLocks/>
          </p:cNvCxnSpPr>
          <p:nvPr/>
        </p:nvCxnSpPr>
        <p:spPr>
          <a:xfrm>
            <a:off x="7654349" y="3143742"/>
            <a:ext cx="0" cy="281953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3FE7450-22FF-A8E1-4BCE-587A78B780C8}"/>
              </a:ext>
            </a:extLst>
          </p:cNvPr>
          <p:cNvCxnSpPr>
            <a:cxnSpLocks/>
          </p:cNvCxnSpPr>
          <p:nvPr/>
        </p:nvCxnSpPr>
        <p:spPr>
          <a:xfrm>
            <a:off x="9087558" y="3138067"/>
            <a:ext cx="3243" cy="2825205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8B2AD6D-E2A5-6CC9-BC37-85DA78E7C89F}"/>
              </a:ext>
            </a:extLst>
          </p:cNvPr>
          <p:cNvCxnSpPr>
            <a:cxnSpLocks/>
          </p:cNvCxnSpPr>
          <p:nvPr/>
        </p:nvCxnSpPr>
        <p:spPr>
          <a:xfrm>
            <a:off x="10543464" y="3138066"/>
            <a:ext cx="0" cy="2825206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D8F9193-5EFC-9DDF-2CF3-ABB748BD9BC0}"/>
              </a:ext>
            </a:extLst>
          </p:cNvPr>
          <p:cNvCxnSpPr>
            <a:cxnSpLocks/>
          </p:cNvCxnSpPr>
          <p:nvPr/>
        </p:nvCxnSpPr>
        <p:spPr>
          <a:xfrm>
            <a:off x="11960460" y="730872"/>
            <a:ext cx="0" cy="5100062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445F3DD-E39D-099C-73EC-200F00070E92}"/>
              </a:ext>
            </a:extLst>
          </p:cNvPr>
          <p:cNvCxnSpPr>
            <a:cxnSpLocks/>
          </p:cNvCxnSpPr>
          <p:nvPr/>
        </p:nvCxnSpPr>
        <p:spPr>
          <a:xfrm>
            <a:off x="6095999" y="4378616"/>
            <a:ext cx="6040123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A11D569-38F1-6C10-448D-DF6F7E9574FA}"/>
              </a:ext>
            </a:extLst>
          </p:cNvPr>
          <p:cNvSpPr/>
          <p:nvPr/>
        </p:nvSpPr>
        <p:spPr>
          <a:xfrm>
            <a:off x="7579998" y="1079771"/>
            <a:ext cx="148702" cy="1568992"/>
          </a:xfrm>
          <a:prstGeom prst="rect">
            <a:avLst/>
          </a:prstGeom>
          <a:solidFill>
            <a:srgbClr val="BEBFC3">
              <a:alpha val="20000"/>
            </a:srgbClr>
          </a:solidFill>
          <a:ln>
            <a:noFill/>
          </a:ln>
          <a:effectLst>
            <a:glow rad="254000">
              <a:srgbClr val="BEBFC3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3071D9B-76F0-87B1-7F33-4FDD142B1B4E}"/>
              </a:ext>
            </a:extLst>
          </p:cNvPr>
          <p:cNvSpPr/>
          <p:nvPr/>
        </p:nvSpPr>
        <p:spPr>
          <a:xfrm>
            <a:off x="10452899" y="1079770"/>
            <a:ext cx="148702" cy="1593145"/>
          </a:xfrm>
          <a:prstGeom prst="rect">
            <a:avLst/>
          </a:prstGeom>
          <a:solidFill>
            <a:srgbClr val="BEBFC3">
              <a:alpha val="20000"/>
            </a:srgbClr>
          </a:solidFill>
          <a:ln>
            <a:noFill/>
          </a:ln>
          <a:effectLst>
            <a:glow rad="127000">
              <a:srgbClr val="BEBFC3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E16265FD-1F7A-4416-1C83-8EAB9E443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537" y="430962"/>
            <a:ext cx="2131494" cy="31649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B00F0EF-D70D-4243-A12B-FB3CDCE89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28837" y="-65736"/>
            <a:ext cx="5790008" cy="3860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8343231E-6BED-AA7C-B824-3D8700A894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48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155" y="1375519"/>
            <a:ext cx="5888049" cy="140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64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26268CA-F4A0-F713-DF5A-1B9F8E3F4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64" y="154471"/>
            <a:ext cx="11444412" cy="2861103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C468BBB-5D39-B394-3177-16992010CB30}"/>
              </a:ext>
            </a:extLst>
          </p:cNvPr>
          <p:cNvSpPr/>
          <p:nvPr/>
        </p:nvSpPr>
        <p:spPr>
          <a:xfrm>
            <a:off x="3433862" y="2715188"/>
            <a:ext cx="4679006" cy="3988341"/>
          </a:xfrm>
          <a:prstGeom prst="rect">
            <a:avLst/>
          </a:prstGeom>
          <a:gradFill>
            <a:gsLst>
              <a:gs pos="70000">
                <a:srgbClr val="585A5E"/>
              </a:gs>
              <a:gs pos="0">
                <a:srgbClr val="8A8572"/>
              </a:gs>
              <a:gs pos="39000">
                <a:srgbClr val="464646"/>
              </a:gs>
              <a:gs pos="100000">
                <a:srgbClr val="817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2035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BEEB3E1B-3364-E0BE-841E-5324389CAB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2"/>
          <a:stretch/>
        </p:blipFill>
        <p:spPr>
          <a:xfrm>
            <a:off x="4427220" y="0"/>
            <a:ext cx="2644140" cy="672480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CFB8F4D-328C-894F-6842-62DF6912C4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0"/>
          <a:stretch/>
        </p:blipFill>
        <p:spPr>
          <a:xfrm>
            <a:off x="3054483" y="0"/>
            <a:ext cx="1314369" cy="672480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5DC7E82-D54C-E817-BE7D-EE7F7E3F23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" t="4950"/>
          <a:stretch/>
        </p:blipFill>
        <p:spPr>
          <a:xfrm flipH="1">
            <a:off x="7167786" y="0"/>
            <a:ext cx="1260950" cy="672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66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B74DB4-035F-2064-E6D0-A7B583F63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58397" y="161004"/>
            <a:ext cx="1506793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1E400B-39A9-54B6-8370-89B050E6A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5"/>
          <a:stretch/>
        </p:blipFill>
        <p:spPr>
          <a:xfrm rot="5400000" flipV="1">
            <a:off x="4846324" y="230569"/>
            <a:ext cx="1506793" cy="2299272"/>
          </a:xfrm>
          <a:prstGeom prst="rect">
            <a:avLst/>
          </a:prstGeom>
        </p:spPr>
      </p:pic>
      <p:pic>
        <p:nvPicPr>
          <p:cNvPr id="1026" name="Picture 2" descr="会話はマキマに聞かれている - チェンソーマン | アル">
            <a:extLst>
              <a:ext uri="{FF2B5EF4-FFF2-40B4-BE49-F238E27FC236}">
                <a16:creationId xmlns:a16="http://schemas.microsoft.com/office/drawing/2014/main" id="{CD99FE36-6FBB-3FEF-0394-E02C94740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919" y="2245252"/>
            <a:ext cx="4797425" cy="440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88EC5E-D0D8-01DE-482E-CE2CF81C8D08}"/>
              </a:ext>
            </a:extLst>
          </p:cNvPr>
          <p:cNvSpPr txBox="1"/>
          <p:nvPr/>
        </p:nvSpPr>
        <p:spPr>
          <a:xfrm>
            <a:off x="7584440" y="3089910"/>
            <a:ext cx="430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ひとりゴシック" panose="02000609000000000000" pitchFamily="1" charset="-128"/>
                <a:ea typeface="ひとりゴシック" panose="02000609000000000000" pitchFamily="1" charset="-128"/>
              </a:rPr>
              <a:t>泰道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153C9D-469A-4CDF-778B-F2461F271C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966" y="3372485"/>
            <a:ext cx="838200" cy="13849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F3FA2BC-9CE6-EDB2-8DCC-43DCAE60B836}"/>
              </a:ext>
            </a:extLst>
          </p:cNvPr>
          <p:cNvSpPr/>
          <p:nvPr/>
        </p:nvSpPr>
        <p:spPr>
          <a:xfrm>
            <a:off x="5044440" y="3876039"/>
            <a:ext cx="314960" cy="7550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D57911-A60A-C02F-B879-A37BB76170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5823" y="3520395"/>
            <a:ext cx="825125" cy="9968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503643-FAEF-AB3B-B501-73419CBA7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794433"/>
            <a:ext cx="711200" cy="100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72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28468</TotalTime>
  <Words>2</Words>
  <Application>Microsoft Office PowerPoint</Application>
  <PresentationFormat>Widescreen</PresentationFormat>
  <Paragraphs>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ひとりゴシック</vt:lpstr>
      <vt:lpstr>游ゴシック</vt:lpstr>
      <vt:lpstr>游ゴシック Light</vt:lpstr>
      <vt:lpstr>Arial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wattz</dc:creator>
  <cp:lastModifiedBy>麻呂 wattz</cp:lastModifiedBy>
  <cp:revision>9</cp:revision>
  <dcterms:created xsi:type="dcterms:W3CDTF">2024-05-20T01:35:44Z</dcterms:created>
  <dcterms:modified xsi:type="dcterms:W3CDTF">2025-11-06T07:09:41Z</dcterms:modified>
</cp:coreProperties>
</file>