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59" r:id="rId4"/>
    <p:sldId id="260" r:id="rId5"/>
    <p:sldId id="263" r:id="rId6"/>
    <p:sldId id="264" r:id="rId7"/>
    <p:sldId id="261" r:id="rId8"/>
    <p:sldId id="262" r:id="rId9"/>
    <p:sldId id="266" r:id="rId10"/>
    <p:sldId id="257" r:id="rId11"/>
    <p:sldId id="25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4D219E63-01A3-4530-B76F-63369E36299F}">
          <p14:sldIdLst>
            <p14:sldId id="258"/>
            <p14:sldId id="265"/>
            <p14:sldId id="259"/>
            <p14:sldId id="260"/>
            <p14:sldId id="263"/>
            <p14:sldId id="264"/>
            <p14:sldId id="261"/>
            <p14:sldId id="262"/>
            <p14:sldId id="266"/>
            <p14:sldId id="257"/>
            <p14:sldId id="25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CDCD"/>
    <a:srgbClr val="474747"/>
    <a:srgbClr val="3A382E"/>
    <a:srgbClr val="414241"/>
    <a:srgbClr val="1F1E21"/>
    <a:srgbClr val="FFFDF7"/>
    <a:srgbClr val="E8E8E8"/>
    <a:srgbClr val="FF66FF"/>
    <a:srgbClr val="E8EBF7"/>
    <a:srgbClr val="ECE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9EF72-E3C9-9DDC-9879-AE8D5BCCE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9D7C0A-A59C-3D9D-F7D1-67F0EAD98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4EA820-FB85-1CE1-DC52-C0B2FC29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BFFC4-773B-BEF0-F2BD-6DE244F3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D497B1-83A3-B729-5A3C-4FA985CC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ACDA07-F41B-E82E-3709-9372A446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004F5C-3430-0D82-2C35-F03A2DB63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1A8149-63A6-1BF9-5296-884DEFA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C957A6-1D79-01AC-CDDF-3026DF65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AA1CEF-7E22-1DDB-E96B-6EC16FB3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0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2731D-AEE8-3C20-68EF-E9F73822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59A728-E10F-382A-2310-0211290D5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A98642-D4D4-187E-38C5-D78AFAF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4E79DB-D6AA-737A-CC7B-87D3D27F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A51D9B-C377-9608-9099-F8C03D8F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52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6F768C-C6E7-D7DC-4DEB-58286CA4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02BD7E-67AB-CF10-D71E-A8040AC55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A50C35-307C-B521-CCEC-0A497E7D9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4F5A2-4D6F-4614-5B4B-71F22257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E40733-58F4-B335-152C-7B7C6A05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C64098-949F-4F3B-2453-56D1D515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962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9FCC9B-5996-15E2-D5D0-A967700E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6120C2-4C89-761C-FEAA-1064C5345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3FF79D-AB63-9F84-B37D-A930E9B7A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53FD296-C44D-CDDC-F1C4-1BEF709BC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D4461D-A0B4-2585-9981-4E4E9B9F4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E2F1AC-C1B2-D10D-7ACC-3A9A6C70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49BDC3-EDDA-D9E5-8BA3-925793F8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BDAA99-89DF-CEF2-AC2A-17E9FD08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00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13E9E-89D0-17B8-AB05-A5F2A871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087562-B1FA-832A-78E2-B40DEEA8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CCDDBB-EF66-C594-4457-35FBCCED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E0BE51-CF6B-B1A6-FA22-AE6BF809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74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9118EB-C1AD-A081-F355-A6D1D8FA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32277B-6D95-95A1-0191-9EEC63B1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E82B71-B8E1-E3DE-C6D8-6CEF61AC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044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60B232-B7FD-DE87-6ED1-C051D37E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1528F2-858F-98E4-2A23-4291BB555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14F119-AF54-027F-1F9F-77CDC1FF8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5BDBC6-E6EF-FCDD-6D85-E2FCFFEE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D9C124-8E6F-3344-B3BA-CAC82691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924979-CA5C-90D7-F49E-9ABF5273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73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F045F-95AC-1729-8415-BCCDBAE3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C7CB8F-8A11-3567-141A-028FC7004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2D4036-2BCB-0329-8B48-1172DA6A1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476733-4FE7-B210-C575-70BC2CC1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CF1E1C-9A27-6CDC-77F9-B8999DBD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1F79A5-B29F-1CA0-3134-1FBD7912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50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7837C-E772-E32A-B0CC-ADC749C4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BA11E33-DD92-89FC-2134-2B5FDF15D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09FC98-528E-7175-8B14-0D2FEA18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A06AB5-BC10-4142-37B9-EE10D9B9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4E11D-368E-C16F-AF8F-52845334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743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D3C1EC4-EBDD-CD1D-2CAB-FB5851B29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639F0A-B8D8-01F5-DAC6-097EB07AF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1882C7-E705-92B6-F70C-98A9BD10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9FF3E9-7022-0C4B-DD79-3B6CCA28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982E40-543C-54A7-929F-DA01AE8F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441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F1BCD0-1E86-50FD-E4C3-BBE4EF4C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72E7A1-1AAA-1795-AD03-F88EFD368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11DE58-9048-F929-CFE1-02DF1BC10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C521B-E4ED-46D7-AD2D-D32E89A4B4A9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BE9D79-5152-04D6-ED33-A1082ECFC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0E2CA7-06A2-292A-A985-E0E22866A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27A2C-CEB4-45F2-BB14-7D8B91E93E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2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1.png"/><Relationship Id="rId7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microsoft.com/office/2007/relationships/hdphoto" Target="../media/hdphoto2.wdp"/><Relationship Id="rId9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microsoft.com/office/2007/relationships/hdphoto" Target="../media/hdphoto2.wdp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microsoft.com/office/2007/relationships/hdphoto" Target="../media/hdphoto2.wdp"/><Relationship Id="rId9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98C7BD-A1D0-4A88-83C1-DAE89E7FAB7A}"/>
              </a:ext>
            </a:extLst>
          </p:cNvPr>
          <p:cNvSpPr/>
          <p:nvPr/>
        </p:nvSpPr>
        <p:spPr>
          <a:xfrm>
            <a:off x="4006212" y="552450"/>
            <a:ext cx="1313973" cy="5048250"/>
          </a:xfrm>
          <a:prstGeom prst="rect">
            <a:avLst/>
          </a:prstGeom>
          <a:gradFill>
            <a:gsLst>
              <a:gs pos="0">
                <a:srgbClr val="F4EFE4"/>
              </a:gs>
              <a:gs pos="16000">
                <a:schemeClr val="bg1">
                  <a:lumMod val="95000"/>
                </a:schemeClr>
              </a:gs>
              <a:gs pos="34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9CDAEE3-6477-0BA9-9A94-9EBAD7A30C6B}"/>
              </a:ext>
            </a:extLst>
          </p:cNvPr>
          <p:cNvSpPr/>
          <p:nvPr/>
        </p:nvSpPr>
        <p:spPr>
          <a:xfrm>
            <a:off x="2676525" y="552450"/>
            <a:ext cx="1313973" cy="5048250"/>
          </a:xfrm>
          <a:prstGeom prst="rect">
            <a:avLst/>
          </a:prstGeom>
          <a:gradFill>
            <a:gsLst>
              <a:gs pos="0">
                <a:srgbClr val="F4EFE4"/>
              </a:gs>
              <a:gs pos="16000">
                <a:schemeClr val="bg1">
                  <a:lumMod val="95000"/>
                </a:schemeClr>
              </a:gs>
              <a:gs pos="34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11A76D2-7BC3-B387-86F3-F2A7C3B5A586}"/>
              </a:ext>
            </a:extLst>
          </p:cNvPr>
          <p:cNvSpPr/>
          <p:nvPr/>
        </p:nvSpPr>
        <p:spPr>
          <a:xfrm>
            <a:off x="3571875" y="55245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7E0977-F039-72FF-7144-0C487707E93B}"/>
              </a:ext>
            </a:extLst>
          </p:cNvPr>
          <p:cNvSpPr/>
          <p:nvPr/>
        </p:nvSpPr>
        <p:spPr>
          <a:xfrm>
            <a:off x="4084320" y="55245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A500ED0-2030-0C47-C825-32B2BE4686AD}"/>
              </a:ext>
            </a:extLst>
          </p:cNvPr>
          <p:cNvSpPr/>
          <p:nvPr/>
        </p:nvSpPr>
        <p:spPr>
          <a:xfrm>
            <a:off x="3828097" y="87947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1BA69F-59DD-21F0-E002-6503A1A382E6}"/>
              </a:ext>
            </a:extLst>
          </p:cNvPr>
          <p:cNvSpPr/>
          <p:nvPr/>
        </p:nvSpPr>
        <p:spPr>
          <a:xfrm>
            <a:off x="2908935" y="155829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4E24AAF-D9A1-CD42-BC1E-BC981F55732D}"/>
              </a:ext>
            </a:extLst>
          </p:cNvPr>
          <p:cNvSpPr/>
          <p:nvPr/>
        </p:nvSpPr>
        <p:spPr>
          <a:xfrm>
            <a:off x="3331845" y="155829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611028-0918-4C50-21BF-E072F7CB265F}"/>
              </a:ext>
            </a:extLst>
          </p:cNvPr>
          <p:cNvSpPr/>
          <p:nvPr/>
        </p:nvSpPr>
        <p:spPr>
          <a:xfrm>
            <a:off x="3120390" y="188531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2847CD6-A3BE-27D3-E3CB-620676E2FCE0}"/>
              </a:ext>
            </a:extLst>
          </p:cNvPr>
          <p:cNvSpPr/>
          <p:nvPr/>
        </p:nvSpPr>
        <p:spPr>
          <a:xfrm>
            <a:off x="4186239" y="2442208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45C0337-8BC5-B257-0BA0-E20CC3EC365A}"/>
              </a:ext>
            </a:extLst>
          </p:cNvPr>
          <p:cNvSpPr/>
          <p:nvPr/>
        </p:nvSpPr>
        <p:spPr>
          <a:xfrm>
            <a:off x="4948477" y="260572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2BCA899-D42D-9DF8-6F4F-9FE20575EDE5}"/>
              </a:ext>
            </a:extLst>
          </p:cNvPr>
          <p:cNvSpPr/>
          <p:nvPr/>
        </p:nvSpPr>
        <p:spPr>
          <a:xfrm>
            <a:off x="2764155" y="342900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13EA66-2397-0916-BDA8-E4AA01D45702}"/>
              </a:ext>
            </a:extLst>
          </p:cNvPr>
          <p:cNvSpPr/>
          <p:nvPr/>
        </p:nvSpPr>
        <p:spPr>
          <a:xfrm>
            <a:off x="3259455" y="289115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F400C81-106D-85EB-13F1-E5F76E7DE7E0}"/>
              </a:ext>
            </a:extLst>
          </p:cNvPr>
          <p:cNvSpPr/>
          <p:nvPr/>
        </p:nvSpPr>
        <p:spPr>
          <a:xfrm>
            <a:off x="4533420" y="179387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A112E9C-CAC7-DBDC-1F89-08EE9A472D11}"/>
              </a:ext>
            </a:extLst>
          </p:cNvPr>
          <p:cNvSpPr/>
          <p:nvPr/>
        </p:nvSpPr>
        <p:spPr>
          <a:xfrm>
            <a:off x="4226242" y="382270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327B5D6-BDE9-A5DE-F933-2C1003EE0341}"/>
              </a:ext>
            </a:extLst>
          </p:cNvPr>
          <p:cNvSpPr/>
          <p:nvPr/>
        </p:nvSpPr>
        <p:spPr>
          <a:xfrm>
            <a:off x="4591052" y="3833494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1CF51A5-3E27-26A7-F542-C5E5B28F9166}"/>
              </a:ext>
            </a:extLst>
          </p:cNvPr>
          <p:cNvSpPr/>
          <p:nvPr/>
        </p:nvSpPr>
        <p:spPr>
          <a:xfrm>
            <a:off x="3259455" y="400494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624E64C-ECAA-92AD-6636-F7F34664A730}"/>
              </a:ext>
            </a:extLst>
          </p:cNvPr>
          <p:cNvSpPr/>
          <p:nvPr/>
        </p:nvSpPr>
        <p:spPr>
          <a:xfrm>
            <a:off x="2843688" y="4865369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500ABEB-26E5-3A06-7EBE-FD8AA487EC96}"/>
              </a:ext>
            </a:extLst>
          </p:cNvPr>
          <p:cNvSpPr/>
          <p:nvPr/>
        </p:nvSpPr>
        <p:spPr>
          <a:xfrm>
            <a:off x="4391497" y="433197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DD0B463-D472-C25F-9149-B3C0E34EB89C}"/>
              </a:ext>
            </a:extLst>
          </p:cNvPr>
          <p:cNvSpPr/>
          <p:nvPr/>
        </p:nvSpPr>
        <p:spPr>
          <a:xfrm>
            <a:off x="5103493" y="56197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F44B4E-0D63-8EAF-FDDE-5718BF735297}"/>
              </a:ext>
            </a:extLst>
          </p:cNvPr>
          <p:cNvSpPr/>
          <p:nvPr/>
        </p:nvSpPr>
        <p:spPr>
          <a:xfrm>
            <a:off x="4803697" y="1042987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19B664D-96C0-F9DE-5205-BD55E826CEB0}"/>
              </a:ext>
            </a:extLst>
          </p:cNvPr>
          <p:cNvSpPr/>
          <p:nvPr/>
        </p:nvSpPr>
        <p:spPr>
          <a:xfrm>
            <a:off x="4469125" y="502888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A6C444C-1A0D-0E58-44D6-7690A3523740}"/>
              </a:ext>
            </a:extLst>
          </p:cNvPr>
          <p:cNvSpPr/>
          <p:nvPr/>
        </p:nvSpPr>
        <p:spPr>
          <a:xfrm>
            <a:off x="4870844" y="5028880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524BFE3-6D49-241D-5067-645CB6F5E169}"/>
              </a:ext>
            </a:extLst>
          </p:cNvPr>
          <p:cNvSpPr/>
          <p:nvPr/>
        </p:nvSpPr>
        <p:spPr>
          <a:xfrm>
            <a:off x="5334242" y="552450"/>
            <a:ext cx="1313973" cy="5048250"/>
          </a:xfrm>
          <a:prstGeom prst="rect">
            <a:avLst/>
          </a:prstGeom>
          <a:gradFill>
            <a:gsLst>
              <a:gs pos="0">
                <a:srgbClr val="F4EFE4"/>
              </a:gs>
              <a:gs pos="16000">
                <a:schemeClr val="bg1">
                  <a:lumMod val="95000"/>
                </a:schemeClr>
              </a:gs>
              <a:gs pos="34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5F797BB-722C-5C12-6515-9A94CCEA50F4}"/>
              </a:ext>
            </a:extLst>
          </p:cNvPr>
          <p:cNvSpPr/>
          <p:nvPr/>
        </p:nvSpPr>
        <p:spPr>
          <a:xfrm>
            <a:off x="5720947" y="56197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03A13A5-3EB7-057C-6A40-D2C5232823ED}"/>
              </a:ext>
            </a:extLst>
          </p:cNvPr>
          <p:cNvSpPr/>
          <p:nvPr/>
        </p:nvSpPr>
        <p:spPr>
          <a:xfrm>
            <a:off x="6039801" y="552449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53043C-64E0-70CA-4F3C-E4194AE6578A}"/>
              </a:ext>
            </a:extLst>
          </p:cNvPr>
          <p:cNvSpPr/>
          <p:nvPr/>
        </p:nvSpPr>
        <p:spPr>
          <a:xfrm>
            <a:off x="5723488" y="1630362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1C52493-B7D3-2DA9-0D3A-8FAB13B0364E}"/>
              </a:ext>
            </a:extLst>
          </p:cNvPr>
          <p:cNvSpPr/>
          <p:nvPr/>
        </p:nvSpPr>
        <p:spPr>
          <a:xfrm>
            <a:off x="5895021" y="2033587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1E4009C-D2FA-A719-2F36-66B811306C84}"/>
              </a:ext>
            </a:extLst>
          </p:cNvPr>
          <p:cNvSpPr/>
          <p:nvPr/>
        </p:nvSpPr>
        <p:spPr>
          <a:xfrm>
            <a:off x="6360793" y="1206499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07BDB5E-A693-E5FC-E7E5-D4C5D107E5C9}"/>
              </a:ext>
            </a:extLst>
          </p:cNvPr>
          <p:cNvSpPr/>
          <p:nvPr/>
        </p:nvSpPr>
        <p:spPr>
          <a:xfrm>
            <a:off x="5544496" y="2891154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5B7C973-F574-BE4A-8ACE-5F4418C24B8E}"/>
              </a:ext>
            </a:extLst>
          </p:cNvPr>
          <p:cNvSpPr/>
          <p:nvPr/>
        </p:nvSpPr>
        <p:spPr>
          <a:xfrm>
            <a:off x="5750241" y="3288506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5B7AE5E-5CC7-E7B1-6DE3-40F4B3CD1BBC}"/>
              </a:ext>
            </a:extLst>
          </p:cNvPr>
          <p:cNvSpPr/>
          <p:nvPr/>
        </p:nvSpPr>
        <p:spPr>
          <a:xfrm>
            <a:off x="6023610" y="328850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7021366-E1D8-C7A2-B9E7-36278091472B}"/>
              </a:ext>
            </a:extLst>
          </p:cNvPr>
          <p:cNvSpPr/>
          <p:nvPr/>
        </p:nvSpPr>
        <p:spPr>
          <a:xfrm>
            <a:off x="6167794" y="4149725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653745F-0C9C-E260-D305-F16E568A5A85}"/>
              </a:ext>
            </a:extLst>
          </p:cNvPr>
          <p:cNvSpPr/>
          <p:nvPr/>
        </p:nvSpPr>
        <p:spPr>
          <a:xfrm>
            <a:off x="5822631" y="4495482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9528A42-996D-A98E-C2E0-249CDA8D7C0D}"/>
              </a:ext>
            </a:extLst>
          </p:cNvPr>
          <p:cNvSpPr/>
          <p:nvPr/>
        </p:nvSpPr>
        <p:spPr>
          <a:xfrm>
            <a:off x="6039802" y="4847432"/>
            <a:ext cx="144780" cy="3270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8268B2F-0BD3-71F0-9A1C-225085801C34}"/>
              </a:ext>
            </a:extLst>
          </p:cNvPr>
          <p:cNvSpPr/>
          <p:nvPr/>
        </p:nvSpPr>
        <p:spPr>
          <a:xfrm>
            <a:off x="2677353" y="5277564"/>
            <a:ext cx="3971690" cy="327499"/>
          </a:xfrm>
          <a:prstGeom prst="rect">
            <a:avLst/>
          </a:prstGeom>
          <a:gradFill>
            <a:gsLst>
              <a:gs pos="0">
                <a:srgbClr val="F4EFE4">
                  <a:alpha val="0"/>
                </a:srgbClr>
              </a:gs>
              <a:gs pos="17000">
                <a:schemeClr val="bg2">
                  <a:lumMod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C0060DB1-7F40-7ABF-71CB-E94D3736A0AB}"/>
              </a:ext>
            </a:extLst>
          </p:cNvPr>
          <p:cNvSpPr/>
          <p:nvPr/>
        </p:nvSpPr>
        <p:spPr>
          <a:xfrm>
            <a:off x="2692355" y="556181"/>
            <a:ext cx="3971690" cy="45719"/>
          </a:xfrm>
          <a:prstGeom prst="rect">
            <a:avLst/>
          </a:prstGeom>
          <a:gradFill>
            <a:gsLst>
              <a:gs pos="0">
                <a:srgbClr val="F4EFE4">
                  <a:alpha val="0"/>
                </a:srgbClr>
              </a:gs>
              <a:gs pos="17000">
                <a:schemeClr val="bg2">
                  <a:lumMod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EE31B4A-18CB-3520-A328-4E463DA5BF86}"/>
              </a:ext>
            </a:extLst>
          </p:cNvPr>
          <p:cNvSpPr/>
          <p:nvPr/>
        </p:nvSpPr>
        <p:spPr>
          <a:xfrm>
            <a:off x="2456322" y="438150"/>
            <a:ext cx="4415495" cy="5162550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52000">
                <a:srgbClr val="F0EFC3">
                  <a:alpha val="20000"/>
                </a:srgbClr>
              </a:gs>
              <a:gs pos="23000">
                <a:srgbClr val="F0EFC3">
                  <a:alpha val="20000"/>
                </a:srgbClr>
              </a:gs>
              <a:gs pos="100000">
                <a:schemeClr val="tx1">
                  <a:lumMod val="85000"/>
                  <a:lumOff val="1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79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6915-58FD-C231-414C-2310F876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D58370-7F61-4013-C9B2-DB893AC40719}"/>
              </a:ext>
            </a:extLst>
          </p:cNvPr>
          <p:cNvSpPr/>
          <p:nvPr/>
        </p:nvSpPr>
        <p:spPr>
          <a:xfrm rot="16200000">
            <a:off x="2100596" y="633275"/>
            <a:ext cx="4140378" cy="5355769"/>
          </a:xfrm>
          <a:prstGeom prst="rect">
            <a:avLst/>
          </a:prstGeom>
          <a:gradFill>
            <a:gsLst>
              <a:gs pos="0">
                <a:srgbClr val="F4EFE4"/>
              </a:gs>
              <a:gs pos="16000">
                <a:schemeClr val="bg1">
                  <a:lumMod val="95000"/>
                </a:schemeClr>
              </a:gs>
              <a:gs pos="34000">
                <a:schemeClr val="bg1">
                  <a:lumMod val="95000"/>
                </a:schemeClr>
              </a:gs>
              <a:gs pos="100000">
                <a:srgbClr val="E8E8E8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C25DA82-B6CA-A07A-B345-088EB325F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0" y="561975"/>
            <a:ext cx="6096000" cy="327025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EAE1F48-7335-E5E5-6E92-70DA9655A845}"/>
              </a:ext>
            </a:extLst>
          </p:cNvPr>
          <p:cNvCxnSpPr>
            <a:cxnSpLocks/>
          </p:cNvCxnSpPr>
          <p:nvPr/>
        </p:nvCxnSpPr>
        <p:spPr>
          <a:xfrm>
            <a:off x="3200400" y="939976"/>
            <a:ext cx="0" cy="47772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5BE0C98-CCF7-413B-AA6A-E59CC9665D15}"/>
              </a:ext>
            </a:extLst>
          </p:cNvPr>
          <p:cNvCxnSpPr>
            <a:cxnSpLocks/>
          </p:cNvCxnSpPr>
          <p:nvPr/>
        </p:nvCxnSpPr>
        <p:spPr>
          <a:xfrm flipH="1">
            <a:off x="123463" y="1807930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08EB25B-C026-D715-D324-E05C31C28372}"/>
              </a:ext>
            </a:extLst>
          </p:cNvPr>
          <p:cNvCxnSpPr>
            <a:cxnSpLocks/>
          </p:cNvCxnSpPr>
          <p:nvPr/>
        </p:nvCxnSpPr>
        <p:spPr>
          <a:xfrm flipH="1">
            <a:off x="275863" y="2174936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C238557-B219-CB4D-51F2-F53BA3488CB7}"/>
              </a:ext>
            </a:extLst>
          </p:cNvPr>
          <p:cNvCxnSpPr>
            <a:cxnSpLocks/>
          </p:cNvCxnSpPr>
          <p:nvPr/>
        </p:nvCxnSpPr>
        <p:spPr>
          <a:xfrm flipH="1">
            <a:off x="428263" y="2523281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FC3DDF4-851C-C12A-2A25-5B71B3B8ED87}"/>
              </a:ext>
            </a:extLst>
          </p:cNvPr>
          <p:cNvCxnSpPr>
            <a:cxnSpLocks/>
          </p:cNvCxnSpPr>
          <p:nvPr/>
        </p:nvCxnSpPr>
        <p:spPr>
          <a:xfrm flipH="1">
            <a:off x="580663" y="2870753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297DBF3-F1B8-06DC-8908-52AAFBD7961A}"/>
              </a:ext>
            </a:extLst>
          </p:cNvPr>
          <p:cNvCxnSpPr>
            <a:cxnSpLocks/>
          </p:cNvCxnSpPr>
          <p:nvPr/>
        </p:nvCxnSpPr>
        <p:spPr>
          <a:xfrm flipH="1">
            <a:off x="720871" y="3201461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35DAC39-79A6-B25E-C1D3-8107460DC65A}"/>
              </a:ext>
            </a:extLst>
          </p:cNvPr>
          <p:cNvCxnSpPr>
            <a:cxnSpLocks/>
          </p:cNvCxnSpPr>
          <p:nvPr/>
        </p:nvCxnSpPr>
        <p:spPr>
          <a:xfrm flipH="1">
            <a:off x="885463" y="3572239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F250FCD-3D1A-D303-1309-1AEA028CAB42}"/>
              </a:ext>
            </a:extLst>
          </p:cNvPr>
          <p:cNvCxnSpPr>
            <a:cxnSpLocks/>
          </p:cNvCxnSpPr>
          <p:nvPr/>
        </p:nvCxnSpPr>
        <p:spPr>
          <a:xfrm flipH="1">
            <a:off x="1037863" y="3934136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41E8914-C1DC-5374-CC0A-52DF531CD98B}"/>
              </a:ext>
            </a:extLst>
          </p:cNvPr>
          <p:cNvCxnSpPr>
            <a:cxnSpLocks/>
          </p:cNvCxnSpPr>
          <p:nvPr/>
        </p:nvCxnSpPr>
        <p:spPr>
          <a:xfrm flipH="1">
            <a:off x="1190263" y="4288130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65E0DB5-F012-54D2-A61E-0412F368F8F5}"/>
              </a:ext>
            </a:extLst>
          </p:cNvPr>
          <p:cNvCxnSpPr>
            <a:cxnSpLocks/>
          </p:cNvCxnSpPr>
          <p:nvPr/>
        </p:nvCxnSpPr>
        <p:spPr>
          <a:xfrm flipH="1">
            <a:off x="1342663" y="4642219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A5CA4252-B33F-D3CA-56AE-B88E541A4738}"/>
              </a:ext>
            </a:extLst>
          </p:cNvPr>
          <p:cNvCxnSpPr>
            <a:cxnSpLocks/>
          </p:cNvCxnSpPr>
          <p:nvPr/>
        </p:nvCxnSpPr>
        <p:spPr>
          <a:xfrm flipH="1">
            <a:off x="275863" y="1475140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楕円 61">
            <a:extLst>
              <a:ext uri="{FF2B5EF4-FFF2-40B4-BE49-F238E27FC236}">
                <a16:creationId xmlns:a16="http://schemas.microsoft.com/office/drawing/2014/main" id="{DB0352FF-47D8-0C77-232F-C59B4528CD5B}"/>
              </a:ext>
            </a:extLst>
          </p:cNvPr>
          <p:cNvSpPr/>
          <p:nvPr/>
        </p:nvSpPr>
        <p:spPr>
          <a:xfrm>
            <a:off x="2416596" y="1834752"/>
            <a:ext cx="294636" cy="300995"/>
          </a:xfrm>
          <a:prstGeom prst="ellipse">
            <a:avLst/>
          </a:prstGeom>
          <a:solidFill>
            <a:srgbClr val="FFFD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13E76DAE-5644-EAFB-1C15-9FE1D141C033}"/>
              </a:ext>
            </a:extLst>
          </p:cNvPr>
          <p:cNvSpPr/>
          <p:nvPr/>
        </p:nvSpPr>
        <p:spPr>
          <a:xfrm>
            <a:off x="2416596" y="3248864"/>
            <a:ext cx="294636" cy="300995"/>
          </a:xfrm>
          <a:prstGeom prst="ellipse">
            <a:avLst/>
          </a:prstGeom>
          <a:solidFill>
            <a:srgbClr val="FFFD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2C0C9E9A-ECCC-23F5-B615-6BD200076F7D}"/>
              </a:ext>
            </a:extLst>
          </p:cNvPr>
          <p:cNvSpPr/>
          <p:nvPr/>
        </p:nvSpPr>
        <p:spPr>
          <a:xfrm>
            <a:off x="2416596" y="4673696"/>
            <a:ext cx="294636" cy="300995"/>
          </a:xfrm>
          <a:prstGeom prst="ellipse">
            <a:avLst/>
          </a:prstGeom>
          <a:solidFill>
            <a:srgbClr val="FFFD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BFF984D9-1103-3665-CE6D-A41C72014A48}"/>
              </a:ext>
            </a:extLst>
          </p:cNvPr>
          <p:cNvCxnSpPr>
            <a:cxnSpLocks/>
          </p:cNvCxnSpPr>
          <p:nvPr/>
        </p:nvCxnSpPr>
        <p:spPr>
          <a:xfrm flipH="1">
            <a:off x="1411243" y="5030839"/>
            <a:ext cx="7685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楕円 65">
            <a:extLst>
              <a:ext uri="{FF2B5EF4-FFF2-40B4-BE49-F238E27FC236}">
                <a16:creationId xmlns:a16="http://schemas.microsoft.com/office/drawing/2014/main" id="{942AB19A-8AB1-6C3D-7B07-27E77148B6A8}"/>
              </a:ext>
            </a:extLst>
          </p:cNvPr>
          <p:cNvSpPr/>
          <p:nvPr/>
        </p:nvSpPr>
        <p:spPr>
          <a:xfrm>
            <a:off x="5185457" y="3248864"/>
            <a:ext cx="294636" cy="300995"/>
          </a:xfrm>
          <a:prstGeom prst="ellipse">
            <a:avLst/>
          </a:prstGeom>
          <a:solidFill>
            <a:srgbClr val="FFFD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B30DB746-047F-3D80-CE2D-C6D820CFF928}"/>
              </a:ext>
            </a:extLst>
          </p:cNvPr>
          <p:cNvSpPr/>
          <p:nvPr/>
        </p:nvSpPr>
        <p:spPr>
          <a:xfrm>
            <a:off x="4271057" y="1817261"/>
            <a:ext cx="529543" cy="3612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AB7F601B-FC66-B705-959D-674009A03975}"/>
              </a:ext>
            </a:extLst>
          </p:cNvPr>
          <p:cNvSpPr/>
          <p:nvPr/>
        </p:nvSpPr>
        <p:spPr>
          <a:xfrm>
            <a:off x="4836842" y="2164733"/>
            <a:ext cx="529543" cy="3612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EC1C8FAF-1A20-9F48-C1D7-01DA4C775364}"/>
              </a:ext>
            </a:extLst>
          </p:cNvPr>
          <p:cNvSpPr/>
          <p:nvPr/>
        </p:nvSpPr>
        <p:spPr>
          <a:xfrm>
            <a:off x="4768285" y="1488896"/>
            <a:ext cx="598098" cy="32156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5E71AC80-CCF8-6598-E059-CCFA723503C8}"/>
              </a:ext>
            </a:extLst>
          </p:cNvPr>
          <p:cNvSpPr/>
          <p:nvPr/>
        </p:nvSpPr>
        <p:spPr>
          <a:xfrm>
            <a:off x="4836842" y="2515253"/>
            <a:ext cx="529543" cy="3612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78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CE49D-F717-C5EE-59FF-99F2C2E8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3362FD9-18E3-B3A2-6CFD-A75910E372B2}"/>
              </a:ext>
            </a:extLst>
          </p:cNvPr>
          <p:cNvSpPr/>
          <p:nvPr/>
        </p:nvSpPr>
        <p:spPr>
          <a:xfrm>
            <a:off x="2703020" y="525581"/>
            <a:ext cx="1313973" cy="5048250"/>
          </a:xfrm>
          <a:prstGeom prst="rect">
            <a:avLst/>
          </a:prstGeom>
          <a:solidFill>
            <a:srgbClr val="8A8B8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B90A9B-3258-B419-8DB7-B2B53A9F82A2}"/>
              </a:ext>
            </a:extLst>
          </p:cNvPr>
          <p:cNvSpPr/>
          <p:nvPr/>
        </p:nvSpPr>
        <p:spPr>
          <a:xfrm>
            <a:off x="4017770" y="529249"/>
            <a:ext cx="1313973" cy="5048250"/>
          </a:xfrm>
          <a:prstGeom prst="rect">
            <a:avLst/>
          </a:prstGeom>
          <a:solidFill>
            <a:srgbClr val="8A8B8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9D26A3E-1C29-95F1-5B57-583693CE9722}"/>
              </a:ext>
            </a:extLst>
          </p:cNvPr>
          <p:cNvSpPr/>
          <p:nvPr/>
        </p:nvSpPr>
        <p:spPr>
          <a:xfrm>
            <a:off x="72269" y="431719"/>
            <a:ext cx="1313973" cy="5048250"/>
          </a:xfrm>
          <a:prstGeom prst="rect">
            <a:avLst/>
          </a:prstGeom>
          <a:gradFill>
            <a:gsLst>
              <a:gs pos="0">
                <a:srgbClr val="F4EFE4"/>
              </a:gs>
              <a:gs pos="16000">
                <a:schemeClr val="bg1">
                  <a:lumMod val="95000"/>
                </a:schemeClr>
              </a:gs>
              <a:gs pos="34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E4467A-B1EF-FAF5-FED2-5B2471678053}"/>
              </a:ext>
            </a:extLst>
          </p:cNvPr>
          <p:cNvSpPr/>
          <p:nvPr/>
        </p:nvSpPr>
        <p:spPr>
          <a:xfrm>
            <a:off x="264316" y="408620"/>
            <a:ext cx="1313973" cy="5048250"/>
          </a:xfrm>
          <a:prstGeom prst="rect">
            <a:avLst/>
          </a:prstGeom>
          <a:gradFill>
            <a:gsLst>
              <a:gs pos="0">
                <a:srgbClr val="F4EFE4"/>
              </a:gs>
              <a:gs pos="16000">
                <a:schemeClr val="bg1">
                  <a:lumMod val="95000"/>
                </a:schemeClr>
              </a:gs>
              <a:gs pos="34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E859943-3D1F-E3F0-E042-40C7CB08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0" y="561975"/>
            <a:ext cx="6096000" cy="3270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59ACB1-48F5-F1B9-3B53-5F8A5D72E3A1}"/>
              </a:ext>
            </a:extLst>
          </p:cNvPr>
          <p:cNvSpPr/>
          <p:nvPr/>
        </p:nvSpPr>
        <p:spPr>
          <a:xfrm>
            <a:off x="3571875" y="55245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529D5C-0058-8BBD-6067-E5D099A308E8}"/>
              </a:ext>
            </a:extLst>
          </p:cNvPr>
          <p:cNvSpPr/>
          <p:nvPr/>
        </p:nvSpPr>
        <p:spPr>
          <a:xfrm>
            <a:off x="4084320" y="55245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D94373D-B72E-BF04-B0AC-5994C03EDD49}"/>
              </a:ext>
            </a:extLst>
          </p:cNvPr>
          <p:cNvSpPr/>
          <p:nvPr/>
        </p:nvSpPr>
        <p:spPr>
          <a:xfrm>
            <a:off x="3828097" y="87947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0A7D1E1-5EC5-0002-BE74-3CE6B9ADAEEC}"/>
              </a:ext>
            </a:extLst>
          </p:cNvPr>
          <p:cNvSpPr/>
          <p:nvPr/>
        </p:nvSpPr>
        <p:spPr>
          <a:xfrm>
            <a:off x="2908935" y="155829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02FF35-151A-D2F1-6FF1-F8D5FAAB8501}"/>
              </a:ext>
            </a:extLst>
          </p:cNvPr>
          <p:cNvSpPr/>
          <p:nvPr/>
        </p:nvSpPr>
        <p:spPr>
          <a:xfrm>
            <a:off x="3331845" y="155829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B170B39-8483-2ED3-79D9-21B3827346AC}"/>
              </a:ext>
            </a:extLst>
          </p:cNvPr>
          <p:cNvSpPr/>
          <p:nvPr/>
        </p:nvSpPr>
        <p:spPr>
          <a:xfrm>
            <a:off x="3120390" y="188531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727EDA6-B8DB-882E-1EA6-85E18A51B6D3}"/>
              </a:ext>
            </a:extLst>
          </p:cNvPr>
          <p:cNvSpPr/>
          <p:nvPr/>
        </p:nvSpPr>
        <p:spPr>
          <a:xfrm>
            <a:off x="4186239" y="2442208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ABD9D14-9E11-92DD-D7AB-9B28DBD3CD59}"/>
              </a:ext>
            </a:extLst>
          </p:cNvPr>
          <p:cNvSpPr/>
          <p:nvPr/>
        </p:nvSpPr>
        <p:spPr>
          <a:xfrm>
            <a:off x="4948477" y="260572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390569-EF37-89AE-2DFA-A3E11E0D2B66}"/>
              </a:ext>
            </a:extLst>
          </p:cNvPr>
          <p:cNvSpPr/>
          <p:nvPr/>
        </p:nvSpPr>
        <p:spPr>
          <a:xfrm>
            <a:off x="2764155" y="342900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4C17C12-BF64-ECE4-FF08-D08B3D995EC9}"/>
              </a:ext>
            </a:extLst>
          </p:cNvPr>
          <p:cNvSpPr/>
          <p:nvPr/>
        </p:nvSpPr>
        <p:spPr>
          <a:xfrm>
            <a:off x="3259455" y="289115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5E1D304-ED5F-5454-FAB5-78867EFD39D6}"/>
              </a:ext>
            </a:extLst>
          </p:cNvPr>
          <p:cNvSpPr/>
          <p:nvPr/>
        </p:nvSpPr>
        <p:spPr>
          <a:xfrm>
            <a:off x="4533420" y="179387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1C32801-97C0-298E-F440-777C118F8B91}"/>
              </a:ext>
            </a:extLst>
          </p:cNvPr>
          <p:cNvSpPr/>
          <p:nvPr/>
        </p:nvSpPr>
        <p:spPr>
          <a:xfrm>
            <a:off x="4226242" y="382270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B0A8055-1802-4723-1042-1EBC9A8933FA}"/>
              </a:ext>
            </a:extLst>
          </p:cNvPr>
          <p:cNvSpPr/>
          <p:nvPr/>
        </p:nvSpPr>
        <p:spPr>
          <a:xfrm>
            <a:off x="4591052" y="3833494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87BD668-50DA-5315-E015-67676ADBEEB0}"/>
              </a:ext>
            </a:extLst>
          </p:cNvPr>
          <p:cNvSpPr/>
          <p:nvPr/>
        </p:nvSpPr>
        <p:spPr>
          <a:xfrm>
            <a:off x="3259455" y="400494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A1DF06D-CF9C-9622-BCAC-5B3344D392FA}"/>
              </a:ext>
            </a:extLst>
          </p:cNvPr>
          <p:cNvSpPr/>
          <p:nvPr/>
        </p:nvSpPr>
        <p:spPr>
          <a:xfrm>
            <a:off x="2843688" y="4865369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8013363-4629-E49C-D534-0797D54EE66D}"/>
              </a:ext>
            </a:extLst>
          </p:cNvPr>
          <p:cNvSpPr/>
          <p:nvPr/>
        </p:nvSpPr>
        <p:spPr>
          <a:xfrm>
            <a:off x="4391497" y="433197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05A6BFC-55FA-2E5F-0758-F43EF049AA99}"/>
              </a:ext>
            </a:extLst>
          </p:cNvPr>
          <p:cNvSpPr/>
          <p:nvPr/>
        </p:nvSpPr>
        <p:spPr>
          <a:xfrm>
            <a:off x="5103493" y="56197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0E42734-462C-09F6-4D38-7B986CDDBF51}"/>
              </a:ext>
            </a:extLst>
          </p:cNvPr>
          <p:cNvSpPr/>
          <p:nvPr/>
        </p:nvSpPr>
        <p:spPr>
          <a:xfrm>
            <a:off x="4803697" y="1042987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EF36A63-4E22-D6B2-2DA9-4ABA82BF9221}"/>
              </a:ext>
            </a:extLst>
          </p:cNvPr>
          <p:cNvSpPr/>
          <p:nvPr/>
        </p:nvSpPr>
        <p:spPr>
          <a:xfrm>
            <a:off x="4469125" y="502888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636F526-60E2-F0ED-39C8-A280F422EDA8}"/>
              </a:ext>
            </a:extLst>
          </p:cNvPr>
          <p:cNvSpPr/>
          <p:nvPr/>
        </p:nvSpPr>
        <p:spPr>
          <a:xfrm>
            <a:off x="4870844" y="5028880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B1C52F8-CA4B-D626-3B94-018D4BB663B6}"/>
              </a:ext>
            </a:extLst>
          </p:cNvPr>
          <p:cNvSpPr/>
          <p:nvPr/>
        </p:nvSpPr>
        <p:spPr>
          <a:xfrm>
            <a:off x="5324734" y="529249"/>
            <a:ext cx="1313973" cy="5048250"/>
          </a:xfrm>
          <a:prstGeom prst="rect">
            <a:avLst/>
          </a:prstGeom>
          <a:solidFill>
            <a:srgbClr val="8A8B8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F37DA85-8F9C-0AEC-754B-C504CB133A9E}"/>
              </a:ext>
            </a:extLst>
          </p:cNvPr>
          <p:cNvSpPr/>
          <p:nvPr/>
        </p:nvSpPr>
        <p:spPr>
          <a:xfrm>
            <a:off x="5720947" y="56197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1193994-A03B-92F9-D21C-B9C7636CD6BA}"/>
              </a:ext>
            </a:extLst>
          </p:cNvPr>
          <p:cNvSpPr/>
          <p:nvPr/>
        </p:nvSpPr>
        <p:spPr>
          <a:xfrm>
            <a:off x="6039801" y="552449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0BB7A83-E383-FB45-E62F-2C50332B2DBA}"/>
              </a:ext>
            </a:extLst>
          </p:cNvPr>
          <p:cNvSpPr/>
          <p:nvPr/>
        </p:nvSpPr>
        <p:spPr>
          <a:xfrm>
            <a:off x="5723488" y="1630362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1BF6E8C-0162-211F-EFEF-5F6697B5EE0A}"/>
              </a:ext>
            </a:extLst>
          </p:cNvPr>
          <p:cNvSpPr/>
          <p:nvPr/>
        </p:nvSpPr>
        <p:spPr>
          <a:xfrm>
            <a:off x="5895021" y="2033587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72BCEA2-7032-901E-5A4A-593F21FB3052}"/>
              </a:ext>
            </a:extLst>
          </p:cNvPr>
          <p:cNvSpPr/>
          <p:nvPr/>
        </p:nvSpPr>
        <p:spPr>
          <a:xfrm>
            <a:off x="6360793" y="1206499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7495D5B-C38D-B189-1F1C-885708EDA875}"/>
              </a:ext>
            </a:extLst>
          </p:cNvPr>
          <p:cNvSpPr/>
          <p:nvPr/>
        </p:nvSpPr>
        <p:spPr>
          <a:xfrm>
            <a:off x="5544496" y="2891154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9E6CBE4-334B-8D5C-2096-E7D5D152EA0A}"/>
              </a:ext>
            </a:extLst>
          </p:cNvPr>
          <p:cNvSpPr/>
          <p:nvPr/>
        </p:nvSpPr>
        <p:spPr>
          <a:xfrm>
            <a:off x="5750241" y="3288506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F75C2E1-248F-946D-0F22-C59035B804E9}"/>
              </a:ext>
            </a:extLst>
          </p:cNvPr>
          <p:cNvSpPr/>
          <p:nvPr/>
        </p:nvSpPr>
        <p:spPr>
          <a:xfrm>
            <a:off x="6023610" y="328850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5333AC1-B894-46CA-FC60-C15C33058EC4}"/>
              </a:ext>
            </a:extLst>
          </p:cNvPr>
          <p:cNvSpPr/>
          <p:nvPr/>
        </p:nvSpPr>
        <p:spPr>
          <a:xfrm>
            <a:off x="6167794" y="4149725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67F7486-5D19-692C-8701-3373FE6364FD}"/>
              </a:ext>
            </a:extLst>
          </p:cNvPr>
          <p:cNvSpPr/>
          <p:nvPr/>
        </p:nvSpPr>
        <p:spPr>
          <a:xfrm>
            <a:off x="5822631" y="4495482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940E4B0-F430-867C-2407-2CE054808085}"/>
              </a:ext>
            </a:extLst>
          </p:cNvPr>
          <p:cNvSpPr/>
          <p:nvPr/>
        </p:nvSpPr>
        <p:spPr>
          <a:xfrm>
            <a:off x="6039802" y="4847432"/>
            <a:ext cx="144780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74FD2C8-CAF8-6F2F-5FBE-3C4C2CD842AF}"/>
              </a:ext>
            </a:extLst>
          </p:cNvPr>
          <p:cNvSpPr/>
          <p:nvPr/>
        </p:nvSpPr>
        <p:spPr>
          <a:xfrm>
            <a:off x="2677353" y="5277564"/>
            <a:ext cx="3971690" cy="327499"/>
          </a:xfrm>
          <a:prstGeom prst="rect">
            <a:avLst/>
          </a:prstGeom>
          <a:gradFill>
            <a:gsLst>
              <a:gs pos="0">
                <a:srgbClr val="F4EFE4">
                  <a:alpha val="0"/>
                </a:srgbClr>
              </a:gs>
              <a:gs pos="17000">
                <a:schemeClr val="bg2">
                  <a:lumMod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C377FD2-11D2-3144-72B3-CD03EC0164A8}"/>
              </a:ext>
            </a:extLst>
          </p:cNvPr>
          <p:cNvSpPr/>
          <p:nvPr/>
        </p:nvSpPr>
        <p:spPr>
          <a:xfrm>
            <a:off x="2675497" y="490656"/>
            <a:ext cx="3971690" cy="45719"/>
          </a:xfrm>
          <a:prstGeom prst="rect">
            <a:avLst/>
          </a:prstGeom>
          <a:gradFill>
            <a:gsLst>
              <a:gs pos="0">
                <a:srgbClr val="F4EFE4">
                  <a:alpha val="0"/>
                </a:srgbClr>
              </a:gs>
              <a:gs pos="17000">
                <a:schemeClr val="bg2">
                  <a:lumMod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6EB82F8-898B-BB82-9551-BAB47371ACBA}"/>
              </a:ext>
            </a:extLst>
          </p:cNvPr>
          <p:cNvSpPr/>
          <p:nvPr/>
        </p:nvSpPr>
        <p:spPr>
          <a:xfrm>
            <a:off x="7579750" y="733424"/>
            <a:ext cx="4559020" cy="5718176"/>
          </a:xfrm>
          <a:prstGeom prst="rect">
            <a:avLst/>
          </a:prstGeom>
          <a:gradFill>
            <a:gsLst>
              <a:gs pos="0">
                <a:srgbClr val="F4EFE4">
                  <a:alpha val="10000"/>
                </a:srgbClr>
              </a:gs>
              <a:gs pos="52000">
                <a:srgbClr val="F0EFC3">
                  <a:alpha val="20000"/>
                </a:srgbClr>
              </a:gs>
              <a:gs pos="23000">
                <a:srgbClr val="F0EFC3">
                  <a:alpha val="20000"/>
                </a:srgbClr>
              </a:gs>
              <a:gs pos="100000">
                <a:schemeClr val="tx1">
                  <a:lumMod val="85000"/>
                  <a:lumOff val="1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8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A7013AA-ABDD-18B7-5A39-1D73CF68B051}"/>
              </a:ext>
            </a:extLst>
          </p:cNvPr>
          <p:cNvSpPr/>
          <p:nvPr/>
        </p:nvSpPr>
        <p:spPr>
          <a:xfrm>
            <a:off x="2644140" y="1078466"/>
            <a:ext cx="4046220" cy="4396740"/>
          </a:xfrm>
          <a:prstGeom prst="rect">
            <a:avLst/>
          </a:prstGeom>
          <a:solidFill>
            <a:srgbClr val="FF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DC8DC99E-508A-590B-6431-53D14AC22794}"/>
              </a:ext>
            </a:extLst>
          </p:cNvPr>
          <p:cNvSpPr/>
          <p:nvPr/>
        </p:nvSpPr>
        <p:spPr>
          <a:xfrm>
            <a:off x="3116580" y="1714500"/>
            <a:ext cx="3101340" cy="3131820"/>
          </a:xfrm>
          <a:prstGeom prst="roundRect">
            <a:avLst/>
          </a:prstGeom>
          <a:gradFill>
            <a:gsLst>
              <a:gs pos="0">
                <a:srgbClr val="F7F7F7"/>
              </a:gs>
              <a:gs pos="30000">
                <a:srgbClr val="E8EBF7"/>
              </a:gs>
              <a:gs pos="78000">
                <a:srgbClr val="ECEEF8"/>
              </a:gs>
              <a:gs pos="100000">
                <a:srgbClr val="F5F5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1F9FCF-A937-3FE1-0682-2D2666168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4" y="742950"/>
            <a:ext cx="5286375" cy="3270250"/>
          </a:xfrm>
          <a:prstGeom prst="rect">
            <a:avLst/>
          </a:prstGeom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DF1164D-7E32-238E-9BF7-E199680A1DAC}"/>
              </a:ext>
            </a:extLst>
          </p:cNvPr>
          <p:cNvSpPr/>
          <p:nvPr/>
        </p:nvSpPr>
        <p:spPr>
          <a:xfrm>
            <a:off x="3477425" y="2106837"/>
            <a:ext cx="2340000" cy="234000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16000" contrast="-8000"/>
                      </a14:imgEffect>
                    </a14:imgLayer>
                  </a14:imgProps>
                </a:ext>
              </a:extLst>
            </a:blip>
            <a:srcRect/>
            <a:tile tx="0" ty="0" sx="100000" sy="100000" flip="xy" algn="ctr"/>
          </a:blipFill>
          <a:ln>
            <a:solidFill>
              <a:schemeClr val="tx1">
                <a:alpha val="8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E22FB61-3AFA-7DE6-B12C-83F6BC86888A}"/>
              </a:ext>
            </a:extLst>
          </p:cNvPr>
          <p:cNvSpPr/>
          <p:nvPr/>
        </p:nvSpPr>
        <p:spPr>
          <a:xfrm>
            <a:off x="5334242" y="2106836"/>
            <a:ext cx="483183" cy="2340001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A82D5E1-E47B-A3F8-9C1B-085129C0638B}"/>
              </a:ext>
            </a:extLst>
          </p:cNvPr>
          <p:cNvSpPr/>
          <p:nvPr/>
        </p:nvSpPr>
        <p:spPr>
          <a:xfrm>
            <a:off x="3477425" y="2106837"/>
            <a:ext cx="588000" cy="23400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B5570C1-68C8-CE7A-F479-1A515505C447}"/>
              </a:ext>
            </a:extLst>
          </p:cNvPr>
          <p:cNvSpPr/>
          <p:nvPr/>
        </p:nvSpPr>
        <p:spPr>
          <a:xfrm rot="5400000">
            <a:off x="4062423" y="2691838"/>
            <a:ext cx="1170001" cy="2340001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597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F83E-AA83-93BF-9319-12E0A419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1C19856-AC63-4BAC-0EF9-9BF008BAC0F1}"/>
              </a:ext>
            </a:extLst>
          </p:cNvPr>
          <p:cNvSpPr/>
          <p:nvPr/>
        </p:nvSpPr>
        <p:spPr>
          <a:xfrm>
            <a:off x="2644140" y="1078466"/>
            <a:ext cx="4046220" cy="4396740"/>
          </a:xfrm>
          <a:prstGeom prst="rect">
            <a:avLst/>
          </a:prstGeom>
          <a:solidFill>
            <a:srgbClr val="FF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47C8FFCF-0F42-F456-B05E-2908176FE855}"/>
              </a:ext>
            </a:extLst>
          </p:cNvPr>
          <p:cNvSpPr/>
          <p:nvPr/>
        </p:nvSpPr>
        <p:spPr>
          <a:xfrm>
            <a:off x="3511809" y="1783179"/>
            <a:ext cx="2310879" cy="2987313"/>
          </a:xfrm>
          <a:prstGeom prst="roundRect">
            <a:avLst/>
          </a:prstGeom>
          <a:gradFill>
            <a:gsLst>
              <a:gs pos="0">
                <a:srgbClr val="F7F7F7"/>
              </a:gs>
              <a:gs pos="30000">
                <a:srgbClr val="E8EBF7"/>
              </a:gs>
              <a:gs pos="78000">
                <a:srgbClr val="ECEEF8"/>
              </a:gs>
              <a:gs pos="100000">
                <a:srgbClr val="F5F5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BFC61A2-FC7D-96BA-72F7-4438A4C77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4" y="742950"/>
            <a:ext cx="5286375" cy="3270250"/>
          </a:xfrm>
          <a:prstGeom prst="rect">
            <a:avLst/>
          </a:prstGeom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C8E15B3-4C3D-8881-B02F-4A6CC6E7D3E1}"/>
              </a:ext>
            </a:extLst>
          </p:cNvPr>
          <p:cNvSpPr/>
          <p:nvPr/>
        </p:nvSpPr>
        <p:spPr>
          <a:xfrm>
            <a:off x="3815937" y="2106836"/>
            <a:ext cx="1702625" cy="234000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16000" contrast="-8000"/>
                      </a14:imgEffect>
                    </a14:imgLayer>
                  </a14:imgProps>
                </a:ext>
              </a:extLst>
            </a:blip>
            <a:srcRect/>
            <a:tile tx="0" ty="0" sx="100000" sy="100000" flip="xy" algn="ctr"/>
          </a:blipFill>
          <a:ln w="25400">
            <a:solidFill>
              <a:schemeClr val="tx1">
                <a:alpha val="8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86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ABF7-7765-5960-EFB7-4CAA2DF5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6AF0E11-7AB3-31A0-3BE6-EA5E5C19FDE2}"/>
              </a:ext>
            </a:extLst>
          </p:cNvPr>
          <p:cNvSpPr/>
          <p:nvPr/>
        </p:nvSpPr>
        <p:spPr>
          <a:xfrm>
            <a:off x="2644140" y="1078466"/>
            <a:ext cx="4046220" cy="4396740"/>
          </a:xfrm>
          <a:prstGeom prst="rect">
            <a:avLst/>
          </a:prstGeom>
          <a:solidFill>
            <a:srgbClr val="FF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0A1256BE-B11D-7692-C270-3E71246AEBCB}"/>
              </a:ext>
            </a:extLst>
          </p:cNvPr>
          <p:cNvSpPr/>
          <p:nvPr/>
        </p:nvSpPr>
        <p:spPr>
          <a:xfrm>
            <a:off x="3177541" y="1783179"/>
            <a:ext cx="2645148" cy="2987313"/>
          </a:xfrm>
          <a:prstGeom prst="roundRect">
            <a:avLst/>
          </a:prstGeom>
          <a:gradFill>
            <a:gsLst>
              <a:gs pos="0">
                <a:srgbClr val="F7F7F7"/>
              </a:gs>
              <a:gs pos="30000">
                <a:srgbClr val="E8EBF7"/>
              </a:gs>
              <a:gs pos="78000">
                <a:srgbClr val="ECEEF8"/>
              </a:gs>
              <a:gs pos="100000">
                <a:srgbClr val="F5F5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1746845-A271-138C-53E1-C64F0D63C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4" y="742950"/>
            <a:ext cx="5286375" cy="3270250"/>
          </a:xfrm>
          <a:prstGeom prst="rect">
            <a:avLst/>
          </a:prstGeom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B845C4F-F105-48B8-2AB0-9A43569D3701}"/>
              </a:ext>
            </a:extLst>
          </p:cNvPr>
          <p:cNvSpPr/>
          <p:nvPr/>
        </p:nvSpPr>
        <p:spPr>
          <a:xfrm>
            <a:off x="3482340" y="2106836"/>
            <a:ext cx="2036223" cy="234000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16000" contrast="-8000"/>
                      </a14:imgEffect>
                    </a14:imgLayer>
                  </a14:imgProps>
                </a:ext>
              </a:extLst>
            </a:blip>
            <a:srcRect/>
            <a:tile tx="0" ty="0" sx="100000" sy="100000" flip="xy" algn="ctr"/>
          </a:blipFill>
          <a:ln w="25400">
            <a:solidFill>
              <a:schemeClr val="tx1">
                <a:alpha val="8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822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3F88-03EC-9A6C-2EEE-0171BD72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86C1CC2-3583-EB5D-416C-2FD60C1BCACA}"/>
              </a:ext>
            </a:extLst>
          </p:cNvPr>
          <p:cNvSpPr/>
          <p:nvPr/>
        </p:nvSpPr>
        <p:spPr>
          <a:xfrm>
            <a:off x="2644140" y="1078466"/>
            <a:ext cx="4046220" cy="4396740"/>
          </a:xfrm>
          <a:prstGeom prst="rect">
            <a:avLst/>
          </a:prstGeom>
          <a:solidFill>
            <a:srgbClr val="FF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D494BE1E-559C-1701-7DE6-5CAF97E9824E}"/>
              </a:ext>
            </a:extLst>
          </p:cNvPr>
          <p:cNvSpPr/>
          <p:nvPr/>
        </p:nvSpPr>
        <p:spPr>
          <a:xfrm>
            <a:off x="3116580" y="1714500"/>
            <a:ext cx="3101340" cy="3131820"/>
          </a:xfrm>
          <a:prstGeom prst="roundRect">
            <a:avLst/>
          </a:prstGeom>
          <a:gradFill>
            <a:gsLst>
              <a:gs pos="0">
                <a:srgbClr val="F7F7F7"/>
              </a:gs>
              <a:gs pos="30000">
                <a:srgbClr val="E8EBF7"/>
              </a:gs>
              <a:gs pos="78000">
                <a:srgbClr val="ECEEF8"/>
              </a:gs>
              <a:gs pos="100000">
                <a:srgbClr val="F5F5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F1B76B6-D367-8C43-E3F5-24DC275B5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4" y="742950"/>
            <a:ext cx="5286375" cy="3270250"/>
          </a:xfrm>
          <a:prstGeom prst="rect">
            <a:avLst/>
          </a:prstGeom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C72F91E0-3890-B916-D9EA-4DC1184BC158}"/>
              </a:ext>
            </a:extLst>
          </p:cNvPr>
          <p:cNvSpPr/>
          <p:nvPr/>
        </p:nvSpPr>
        <p:spPr>
          <a:xfrm>
            <a:off x="3477425" y="2106837"/>
            <a:ext cx="2340000" cy="234000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16000" contrast="-8000"/>
                      </a14:imgEffect>
                    </a14:imgLayer>
                  </a14:imgProps>
                </a:ext>
              </a:extLst>
            </a:blip>
            <a:srcRect/>
            <a:tile tx="0" ty="0" sx="100000" sy="100000" flip="xy" algn="ctr"/>
          </a:blipFill>
          <a:ln>
            <a:solidFill>
              <a:schemeClr val="tx1">
                <a:alpha val="8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F75CC89-B85B-CE56-6B7C-B2DC9559F908}"/>
              </a:ext>
            </a:extLst>
          </p:cNvPr>
          <p:cNvSpPr/>
          <p:nvPr/>
        </p:nvSpPr>
        <p:spPr>
          <a:xfrm>
            <a:off x="3477424" y="2106837"/>
            <a:ext cx="1183353" cy="23400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1D7F0A1-40D5-80C6-455F-F05464DFB1D8}"/>
              </a:ext>
            </a:extLst>
          </p:cNvPr>
          <p:cNvSpPr/>
          <p:nvPr/>
        </p:nvSpPr>
        <p:spPr>
          <a:xfrm rot="5400000">
            <a:off x="4062423" y="2691838"/>
            <a:ext cx="1170001" cy="2340001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84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1AB1-3EC6-D22B-463A-A8894428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95F9C2A-C9F3-04F5-452A-B4282A63F5ED}"/>
              </a:ext>
            </a:extLst>
          </p:cNvPr>
          <p:cNvSpPr/>
          <p:nvPr/>
        </p:nvSpPr>
        <p:spPr>
          <a:xfrm>
            <a:off x="2646426" y="742950"/>
            <a:ext cx="4046220" cy="4396740"/>
          </a:xfrm>
          <a:prstGeom prst="rect">
            <a:avLst/>
          </a:prstGeom>
          <a:solidFill>
            <a:srgbClr val="FF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C70B3C8E-6248-29CF-717D-35A8877F448D}"/>
              </a:ext>
            </a:extLst>
          </p:cNvPr>
          <p:cNvSpPr/>
          <p:nvPr/>
        </p:nvSpPr>
        <p:spPr>
          <a:xfrm>
            <a:off x="3118866" y="1738654"/>
            <a:ext cx="3101340" cy="2178613"/>
          </a:xfrm>
          <a:prstGeom prst="roundRect">
            <a:avLst/>
          </a:prstGeom>
          <a:gradFill>
            <a:gsLst>
              <a:gs pos="0">
                <a:srgbClr val="F7F7F7"/>
              </a:gs>
              <a:gs pos="30000">
                <a:srgbClr val="E8EBF7"/>
              </a:gs>
              <a:gs pos="78000">
                <a:srgbClr val="ECEEF8"/>
              </a:gs>
              <a:gs pos="100000">
                <a:srgbClr val="F5F5F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8C36B5-C7E3-83DB-298E-9050DB686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4" y="742950"/>
            <a:ext cx="5286375" cy="3270250"/>
          </a:xfrm>
          <a:prstGeom prst="rect">
            <a:avLst/>
          </a:prstGeom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2D14515-AE08-61DF-C59D-C689559CD4CA}"/>
              </a:ext>
            </a:extLst>
          </p:cNvPr>
          <p:cNvSpPr/>
          <p:nvPr/>
        </p:nvSpPr>
        <p:spPr>
          <a:xfrm>
            <a:off x="3477425" y="2106837"/>
            <a:ext cx="2340000" cy="144225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16000" contrast="-8000"/>
                      </a14:imgEffect>
                    </a14:imgLayer>
                  </a14:imgProps>
                </a:ext>
              </a:extLst>
            </a:blip>
            <a:srcRect/>
            <a:tile tx="0" ty="0" sx="100000" sy="100000" flip="xy" algn="ctr"/>
          </a:blipFill>
          <a:ln>
            <a:solidFill>
              <a:schemeClr val="tx1">
                <a:alpha val="8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6F9AA82-E875-2C0B-4E7D-402C2E9AA770}"/>
              </a:ext>
            </a:extLst>
          </p:cNvPr>
          <p:cNvSpPr/>
          <p:nvPr/>
        </p:nvSpPr>
        <p:spPr>
          <a:xfrm>
            <a:off x="3477424" y="2106837"/>
            <a:ext cx="1192112" cy="144225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CE24B29-9C87-FE39-42AA-C572A39A322A}"/>
              </a:ext>
            </a:extLst>
          </p:cNvPr>
          <p:cNvSpPr/>
          <p:nvPr/>
        </p:nvSpPr>
        <p:spPr>
          <a:xfrm rot="5400000">
            <a:off x="3926296" y="1657961"/>
            <a:ext cx="1442249" cy="2340001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17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図 48">
            <a:extLst>
              <a:ext uri="{FF2B5EF4-FFF2-40B4-BE49-F238E27FC236}">
                <a16:creationId xmlns:a16="http://schemas.microsoft.com/office/drawing/2014/main" id="{A41F95C1-E08D-D736-73F4-07B8C94172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552502" y="2721562"/>
            <a:ext cx="870984" cy="571548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A161CF12-26FD-ECD4-9E67-EB02DA19D7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552502" y="3288030"/>
            <a:ext cx="870984" cy="571548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B82AB815-E47A-D9B5-6EA5-EB6677CC3D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552502" y="3859578"/>
            <a:ext cx="870984" cy="571548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628E5D6A-D8F7-6C17-7B26-BDFC2B951A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552502" y="4426046"/>
            <a:ext cx="870984" cy="571548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5FA25147-09B0-2C6D-8A28-5AA49DB0D6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552502" y="4992514"/>
            <a:ext cx="870984" cy="571548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590ED7EF-32B3-DF71-0AE4-DC20A6FD26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552502" y="5564062"/>
            <a:ext cx="870984" cy="57154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FA98E1-C63E-B1A5-E005-279EF8B485F0}"/>
              </a:ext>
            </a:extLst>
          </p:cNvPr>
          <p:cNvSpPr/>
          <p:nvPr/>
        </p:nvSpPr>
        <p:spPr>
          <a:xfrm>
            <a:off x="418617" y="450814"/>
            <a:ext cx="1341042" cy="1859061"/>
          </a:xfrm>
          <a:prstGeom prst="rect">
            <a:avLst/>
          </a:prstGeom>
          <a:solidFill>
            <a:srgbClr val="4142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9568657-246F-CFAC-E863-0FC174623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4" y="742950"/>
            <a:ext cx="5286375" cy="327025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902EE3-74F9-0286-FBC1-7674BDA86A6F}"/>
              </a:ext>
            </a:extLst>
          </p:cNvPr>
          <p:cNvSpPr/>
          <p:nvPr/>
        </p:nvSpPr>
        <p:spPr>
          <a:xfrm>
            <a:off x="489244" y="670824"/>
            <a:ext cx="1183640" cy="765292"/>
          </a:xfrm>
          <a:prstGeom prst="rect">
            <a:avLst/>
          </a:prstGeom>
          <a:solidFill>
            <a:srgbClr val="1F1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CB50C8-7CDB-8F3C-983E-89CA61701B14}"/>
              </a:ext>
            </a:extLst>
          </p:cNvPr>
          <p:cNvSpPr/>
          <p:nvPr/>
        </p:nvSpPr>
        <p:spPr>
          <a:xfrm>
            <a:off x="625881" y="2461260"/>
            <a:ext cx="540526" cy="393700"/>
          </a:xfrm>
          <a:prstGeom prst="rect">
            <a:avLst/>
          </a:prstGeom>
          <a:solidFill>
            <a:srgbClr val="4142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117C082-AB75-7BB1-90B4-93AF7149F0B6}"/>
              </a:ext>
            </a:extLst>
          </p:cNvPr>
          <p:cNvSpPr/>
          <p:nvPr/>
        </p:nvSpPr>
        <p:spPr>
          <a:xfrm>
            <a:off x="625881" y="2930408"/>
            <a:ext cx="540526" cy="498592"/>
          </a:xfrm>
          <a:prstGeom prst="rect">
            <a:avLst/>
          </a:prstGeom>
          <a:solidFill>
            <a:srgbClr val="1F1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226FD0D-3DBD-D5AF-3B71-76D4E8018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4133123" y="3288030"/>
            <a:ext cx="870984" cy="57154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1D876E3-2148-628B-37B2-7FEC2D3AAD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4133123" y="2721562"/>
            <a:ext cx="870984" cy="57154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A96C5A8-FC34-DF59-731C-F05FD7B600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4133123" y="3854498"/>
            <a:ext cx="870984" cy="57154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8F1666D-B70F-16E6-1456-460FD088AF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004107" y="2721562"/>
            <a:ext cx="870984" cy="57154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D228DE9-5E4F-1354-BA8C-F29CD1B38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004107" y="3288030"/>
            <a:ext cx="870984" cy="57154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7724E58-7161-AB98-B32F-793457FA4E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004107" y="3859578"/>
            <a:ext cx="870984" cy="57154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4A3447E-9CF5-4D5B-2510-1A74D2807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4133123" y="4992514"/>
            <a:ext cx="870984" cy="57154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CA80ADE-E6CF-0FB9-9DF3-9FEB0D05AD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4133123" y="4426046"/>
            <a:ext cx="870984" cy="57154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DFA7A1CC-A9BE-1585-645A-14DB186550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4133123" y="5558982"/>
            <a:ext cx="870984" cy="571548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F29DE5B4-BD83-ECBD-7CCA-A6BA489F57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004107" y="4426046"/>
            <a:ext cx="870984" cy="57154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F50FEACD-0FFA-4E7B-D2C5-F8177D4822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004107" y="4992514"/>
            <a:ext cx="870984" cy="571548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84FFABFE-4730-ED14-EB95-62D54BC249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5004107" y="5564062"/>
            <a:ext cx="870984" cy="571548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32B3AA29-AF6D-D363-5451-F2DA6298B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2391155" y="3279117"/>
            <a:ext cx="870984" cy="571548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8C35EB32-DC7D-6598-6393-013E41B2E6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2391155" y="2712649"/>
            <a:ext cx="870984" cy="571548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84A27DD9-0BFB-6C70-8259-CC63AF1981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2391155" y="3845585"/>
            <a:ext cx="870984" cy="571548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12EE05BD-057F-CF38-BFFE-1F59578079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3262139" y="2712649"/>
            <a:ext cx="870984" cy="571548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F5CF4E3F-49D4-FDFC-AA49-B788576F9F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3262139" y="3279117"/>
            <a:ext cx="870984" cy="571548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41589E00-02FD-D8AF-CED0-3AAB5CE2BD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3262139" y="3850665"/>
            <a:ext cx="870984" cy="5715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274733E-46CC-D1EC-A525-6B8378EF7D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2391155" y="4983601"/>
            <a:ext cx="870984" cy="571548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E7372CE6-54BA-F93B-E4F3-82CCA796DE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2391155" y="4417133"/>
            <a:ext cx="870984" cy="571548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D8D844D0-DA80-2F40-619A-88A7F50402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2391155" y="5550069"/>
            <a:ext cx="870984" cy="571548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F24E913F-E2BC-177E-7763-7A7F30964F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3262139" y="4417133"/>
            <a:ext cx="870984" cy="571548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917F1BFC-E55A-E7A7-CC45-D802566130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3262139" y="4983601"/>
            <a:ext cx="870984" cy="571548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49D29AED-0926-8536-ACF2-948DECF210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1" t="31455" r="21102" b="7415"/>
          <a:stretch/>
        </p:blipFill>
        <p:spPr>
          <a:xfrm>
            <a:off x="3262139" y="5555149"/>
            <a:ext cx="870984" cy="571548"/>
          </a:xfrm>
          <a:prstGeom prst="rect">
            <a:avLst/>
          </a:prstGeom>
        </p:spPr>
      </p:pic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3DBA3E9E-7EC4-EE59-8FC2-EA97B2B133BF}"/>
              </a:ext>
            </a:extLst>
          </p:cNvPr>
          <p:cNvCxnSpPr>
            <a:cxnSpLocks/>
          </p:cNvCxnSpPr>
          <p:nvPr/>
        </p:nvCxnSpPr>
        <p:spPr>
          <a:xfrm>
            <a:off x="2324896" y="3835219"/>
            <a:ext cx="427707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59A6D825-F5C4-5E64-9BD3-0FB4EDB900A6}"/>
              </a:ext>
            </a:extLst>
          </p:cNvPr>
          <p:cNvCxnSpPr>
            <a:cxnSpLocks/>
          </p:cNvCxnSpPr>
          <p:nvPr/>
        </p:nvCxnSpPr>
        <p:spPr>
          <a:xfrm>
            <a:off x="2324896" y="4967139"/>
            <a:ext cx="44172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85D5CB3-1171-17CE-E23D-7C594AB072B1}"/>
              </a:ext>
            </a:extLst>
          </p:cNvPr>
          <p:cNvCxnSpPr>
            <a:cxnSpLocks/>
          </p:cNvCxnSpPr>
          <p:nvPr/>
        </p:nvCxnSpPr>
        <p:spPr>
          <a:xfrm>
            <a:off x="2324896" y="3288030"/>
            <a:ext cx="4234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E13872F-613E-3824-A535-46AFF832F824}"/>
              </a:ext>
            </a:extLst>
          </p:cNvPr>
          <p:cNvCxnSpPr>
            <a:cxnSpLocks/>
          </p:cNvCxnSpPr>
          <p:nvPr/>
        </p:nvCxnSpPr>
        <p:spPr>
          <a:xfrm flipV="1">
            <a:off x="2324896" y="4403140"/>
            <a:ext cx="4350224" cy="1399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756E7458-F4E3-9A96-031F-5477211297BD}"/>
              </a:ext>
            </a:extLst>
          </p:cNvPr>
          <p:cNvCxnSpPr>
            <a:cxnSpLocks/>
          </p:cNvCxnSpPr>
          <p:nvPr/>
        </p:nvCxnSpPr>
        <p:spPr>
          <a:xfrm>
            <a:off x="2324896" y="5550069"/>
            <a:ext cx="44172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645B9BFD-552F-572B-51AC-6FAFD84C1AF2}"/>
              </a:ext>
            </a:extLst>
          </p:cNvPr>
          <p:cNvCxnSpPr>
            <a:cxnSpLocks/>
          </p:cNvCxnSpPr>
          <p:nvPr/>
        </p:nvCxnSpPr>
        <p:spPr>
          <a:xfrm>
            <a:off x="2951987" y="2641394"/>
            <a:ext cx="0" cy="354604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9E948D36-0597-8293-DD8C-267FE751C7D5}"/>
              </a:ext>
            </a:extLst>
          </p:cNvPr>
          <p:cNvCxnSpPr>
            <a:cxnSpLocks/>
          </p:cNvCxnSpPr>
          <p:nvPr/>
        </p:nvCxnSpPr>
        <p:spPr>
          <a:xfrm>
            <a:off x="3543299" y="2653023"/>
            <a:ext cx="0" cy="354604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B4DA22F-F273-CBD0-EEA4-CE45A39855AC}"/>
              </a:ext>
            </a:extLst>
          </p:cNvPr>
          <p:cNvCxnSpPr>
            <a:cxnSpLocks/>
          </p:cNvCxnSpPr>
          <p:nvPr/>
        </p:nvCxnSpPr>
        <p:spPr>
          <a:xfrm>
            <a:off x="4134646" y="2712649"/>
            <a:ext cx="0" cy="354604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78D28732-7FF9-1B2F-739B-7A379B4C55BE}"/>
              </a:ext>
            </a:extLst>
          </p:cNvPr>
          <p:cNvCxnSpPr>
            <a:cxnSpLocks/>
          </p:cNvCxnSpPr>
          <p:nvPr/>
        </p:nvCxnSpPr>
        <p:spPr>
          <a:xfrm>
            <a:off x="4707635" y="2721562"/>
            <a:ext cx="0" cy="354604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26DB60F1-996A-014F-85FF-BBD76562B866}"/>
              </a:ext>
            </a:extLst>
          </p:cNvPr>
          <p:cNvCxnSpPr>
            <a:cxnSpLocks/>
          </p:cNvCxnSpPr>
          <p:nvPr/>
        </p:nvCxnSpPr>
        <p:spPr>
          <a:xfrm>
            <a:off x="5298947" y="2721562"/>
            <a:ext cx="0" cy="354604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15C8B213-C02D-266E-0947-2B0715A65A9E}"/>
              </a:ext>
            </a:extLst>
          </p:cNvPr>
          <p:cNvCxnSpPr>
            <a:cxnSpLocks/>
          </p:cNvCxnSpPr>
          <p:nvPr/>
        </p:nvCxnSpPr>
        <p:spPr>
          <a:xfrm>
            <a:off x="5864106" y="2721562"/>
            <a:ext cx="0" cy="354604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7998618-46C0-7E02-8FE3-73D9D0BF11E9}"/>
              </a:ext>
            </a:extLst>
          </p:cNvPr>
          <p:cNvSpPr/>
          <p:nvPr/>
        </p:nvSpPr>
        <p:spPr>
          <a:xfrm>
            <a:off x="2605834" y="3613099"/>
            <a:ext cx="1935817" cy="1723980"/>
          </a:xfrm>
          <a:prstGeom prst="rect">
            <a:avLst/>
          </a:prstGeom>
          <a:gradFill flip="none" rotWithShape="1">
            <a:gsLst>
              <a:gs pos="1000">
                <a:schemeClr val="accent4">
                  <a:lumMod val="20000"/>
                  <a:lumOff val="80000"/>
                  <a:alpha val="20000"/>
                </a:schemeClr>
              </a:gs>
              <a:gs pos="49000">
                <a:schemeClr val="accent4">
                  <a:lumMod val="40000"/>
                  <a:lumOff val="60000"/>
                  <a:alpha val="5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90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14CEC56-0059-F643-6DCC-A77B84364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610" y="491612"/>
            <a:ext cx="1058391" cy="504548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0035C3-4AB5-C432-8065-738928364232}"/>
              </a:ext>
            </a:extLst>
          </p:cNvPr>
          <p:cNvSpPr/>
          <p:nvPr/>
        </p:nvSpPr>
        <p:spPr>
          <a:xfrm>
            <a:off x="6826928" y="457422"/>
            <a:ext cx="1464815" cy="504548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弧 7">
            <a:extLst>
              <a:ext uri="{FF2B5EF4-FFF2-40B4-BE49-F238E27FC236}">
                <a16:creationId xmlns:a16="http://schemas.microsoft.com/office/drawing/2014/main" id="{7944DFE8-0D1F-8B95-8856-2FD593D7BA3A}"/>
              </a:ext>
            </a:extLst>
          </p:cNvPr>
          <p:cNvSpPr/>
          <p:nvPr/>
        </p:nvSpPr>
        <p:spPr>
          <a:xfrm>
            <a:off x="6274698" y="-289559"/>
            <a:ext cx="1058391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弧 8">
            <a:extLst>
              <a:ext uri="{FF2B5EF4-FFF2-40B4-BE49-F238E27FC236}">
                <a16:creationId xmlns:a16="http://schemas.microsoft.com/office/drawing/2014/main" id="{D90402F5-BAE4-C2CE-0391-6602A1B3D2D5}"/>
              </a:ext>
            </a:extLst>
          </p:cNvPr>
          <p:cNvSpPr/>
          <p:nvPr/>
        </p:nvSpPr>
        <p:spPr>
          <a:xfrm rot="512149">
            <a:off x="6085430" y="-686729"/>
            <a:ext cx="1058391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弧 9">
            <a:extLst>
              <a:ext uri="{FF2B5EF4-FFF2-40B4-BE49-F238E27FC236}">
                <a16:creationId xmlns:a16="http://schemas.microsoft.com/office/drawing/2014/main" id="{9B51173E-D066-F9E6-0F1F-4D03C295F2DB}"/>
              </a:ext>
            </a:extLst>
          </p:cNvPr>
          <p:cNvSpPr/>
          <p:nvPr/>
        </p:nvSpPr>
        <p:spPr>
          <a:xfrm rot="326057">
            <a:off x="6550198" y="-615706"/>
            <a:ext cx="1058391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弧 10">
            <a:extLst>
              <a:ext uri="{FF2B5EF4-FFF2-40B4-BE49-F238E27FC236}">
                <a16:creationId xmlns:a16="http://schemas.microsoft.com/office/drawing/2014/main" id="{1CB4013A-2CD0-382C-F85C-F1C594517DA2}"/>
              </a:ext>
            </a:extLst>
          </p:cNvPr>
          <p:cNvSpPr/>
          <p:nvPr/>
        </p:nvSpPr>
        <p:spPr>
          <a:xfrm rot="612034">
            <a:off x="5580107" y="-327067"/>
            <a:ext cx="2235102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弧 11">
            <a:extLst>
              <a:ext uri="{FF2B5EF4-FFF2-40B4-BE49-F238E27FC236}">
                <a16:creationId xmlns:a16="http://schemas.microsoft.com/office/drawing/2014/main" id="{4269840F-4AEF-4ABC-AC57-DD7E8F377C06}"/>
              </a:ext>
            </a:extLst>
          </p:cNvPr>
          <p:cNvSpPr/>
          <p:nvPr/>
        </p:nvSpPr>
        <p:spPr>
          <a:xfrm rot="21281837" flipH="1">
            <a:off x="7196416" y="-289560"/>
            <a:ext cx="1945042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弧 12">
            <a:extLst>
              <a:ext uri="{FF2B5EF4-FFF2-40B4-BE49-F238E27FC236}">
                <a16:creationId xmlns:a16="http://schemas.microsoft.com/office/drawing/2014/main" id="{B4F5993F-9B48-7C62-B92A-590E251A8731}"/>
              </a:ext>
            </a:extLst>
          </p:cNvPr>
          <p:cNvSpPr/>
          <p:nvPr/>
        </p:nvSpPr>
        <p:spPr>
          <a:xfrm>
            <a:off x="6291010" y="43369"/>
            <a:ext cx="1494922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弧 13">
            <a:extLst>
              <a:ext uri="{FF2B5EF4-FFF2-40B4-BE49-F238E27FC236}">
                <a16:creationId xmlns:a16="http://schemas.microsoft.com/office/drawing/2014/main" id="{E7407A06-C2AC-78C6-C6D3-6007E6FA9351}"/>
              </a:ext>
            </a:extLst>
          </p:cNvPr>
          <p:cNvSpPr/>
          <p:nvPr/>
        </p:nvSpPr>
        <p:spPr>
          <a:xfrm rot="260071">
            <a:off x="6252962" y="-125730"/>
            <a:ext cx="1058391" cy="7109459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弧 14">
            <a:extLst>
              <a:ext uri="{FF2B5EF4-FFF2-40B4-BE49-F238E27FC236}">
                <a16:creationId xmlns:a16="http://schemas.microsoft.com/office/drawing/2014/main" id="{8A2E3766-30CA-E4C9-9691-9BD8FDC233F6}"/>
              </a:ext>
            </a:extLst>
          </p:cNvPr>
          <p:cNvSpPr/>
          <p:nvPr/>
        </p:nvSpPr>
        <p:spPr>
          <a:xfrm rot="21281837" flipH="1">
            <a:off x="8100415" y="-686730"/>
            <a:ext cx="1945042" cy="12237218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A7AE8C39-4D7A-7B92-7536-38CE258088B8}"/>
              </a:ext>
            </a:extLst>
          </p:cNvPr>
          <p:cNvSpPr/>
          <p:nvPr/>
        </p:nvSpPr>
        <p:spPr>
          <a:xfrm flipH="1">
            <a:off x="7524908" y="1962150"/>
            <a:ext cx="97068" cy="7149885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056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74AB95E-FAB4-76BA-7D6F-BEBC07F18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510" y="111759"/>
            <a:ext cx="1690603" cy="252668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591C74C-139C-437E-B9FC-595B59912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592" y="343255"/>
            <a:ext cx="3295904" cy="5230456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47CC6BC-3EEE-C9DD-B9C9-F1EDBEF6DEF4}"/>
              </a:ext>
            </a:extLst>
          </p:cNvPr>
          <p:cNvSpPr/>
          <p:nvPr/>
        </p:nvSpPr>
        <p:spPr>
          <a:xfrm>
            <a:off x="4990592" y="4378960"/>
            <a:ext cx="3295904" cy="10566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404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00F6A-35B2-92C6-DBB8-0071DC3AB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35" y="301486"/>
            <a:ext cx="2438400" cy="2438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E2C3C8-F413-A261-9DB7-77895A058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7335" y="2631217"/>
            <a:ext cx="2438400" cy="2438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F2BFF9-E273-5048-6AEE-9C1C546D6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756" y="917293"/>
            <a:ext cx="2080591" cy="2080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9D2EE9-C4CC-5EA1-F737-B7D28B37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678756" y="2902467"/>
            <a:ext cx="2080591" cy="208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4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BDF3-FBE7-CDE9-176E-6E2C8287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F3FABB-4B42-ED8C-60CB-38193490E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9"/>
          <a:stretch>
            <a:fillRect/>
          </a:stretch>
        </p:blipFill>
        <p:spPr>
          <a:xfrm>
            <a:off x="505215" y="196770"/>
            <a:ext cx="4877480" cy="2387549"/>
          </a:xfrm>
          <a:custGeom>
            <a:avLst/>
            <a:gdLst>
              <a:gd name="connsiteX0" fmla="*/ 403017 w 4877480"/>
              <a:gd name="connsiteY0" fmla="*/ 0 h 2387549"/>
              <a:gd name="connsiteX1" fmla="*/ 4474462 w 4877480"/>
              <a:gd name="connsiteY1" fmla="*/ 0 h 2387549"/>
              <a:gd name="connsiteX2" fmla="*/ 4877480 w 4877480"/>
              <a:gd name="connsiteY2" fmla="*/ 403018 h 2387549"/>
              <a:gd name="connsiteX3" fmla="*/ 4877480 w 4877480"/>
              <a:gd name="connsiteY3" fmla="*/ 1984531 h 2387549"/>
              <a:gd name="connsiteX4" fmla="*/ 4474462 w 4877480"/>
              <a:gd name="connsiteY4" fmla="*/ 2387549 h 2387549"/>
              <a:gd name="connsiteX5" fmla="*/ 403017 w 4877480"/>
              <a:gd name="connsiteY5" fmla="*/ 2387549 h 2387549"/>
              <a:gd name="connsiteX6" fmla="*/ 8187 w 4877480"/>
              <a:gd name="connsiteY6" fmla="*/ 2065753 h 2387549"/>
              <a:gd name="connsiteX7" fmla="*/ 0 w 4877480"/>
              <a:gd name="connsiteY7" fmla="*/ 1984540 h 2387549"/>
              <a:gd name="connsiteX8" fmla="*/ 0 w 4877480"/>
              <a:gd name="connsiteY8" fmla="*/ 403009 h 2387549"/>
              <a:gd name="connsiteX9" fmla="*/ 8187 w 4877480"/>
              <a:gd name="connsiteY9" fmla="*/ 321796 h 2387549"/>
              <a:gd name="connsiteX10" fmla="*/ 403017 w 4877480"/>
              <a:gd name="connsiteY10" fmla="*/ 0 h 238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77480" h="2387549">
                <a:moveTo>
                  <a:pt x="403017" y="0"/>
                </a:moveTo>
                <a:lnTo>
                  <a:pt x="4474462" y="0"/>
                </a:lnTo>
                <a:cubicBezTo>
                  <a:pt x="4697043" y="0"/>
                  <a:pt x="4877480" y="180437"/>
                  <a:pt x="4877480" y="403018"/>
                </a:cubicBezTo>
                <a:lnTo>
                  <a:pt x="4877480" y="1984531"/>
                </a:lnTo>
                <a:cubicBezTo>
                  <a:pt x="4877480" y="2207112"/>
                  <a:pt x="4697043" y="2387549"/>
                  <a:pt x="4474462" y="2387549"/>
                </a:cubicBezTo>
                <a:lnTo>
                  <a:pt x="403017" y="2387549"/>
                </a:lnTo>
                <a:cubicBezTo>
                  <a:pt x="208259" y="2387549"/>
                  <a:pt x="45767" y="2249402"/>
                  <a:pt x="8187" y="2065753"/>
                </a:cubicBezTo>
                <a:lnTo>
                  <a:pt x="0" y="1984540"/>
                </a:lnTo>
                <a:lnTo>
                  <a:pt x="0" y="403009"/>
                </a:lnTo>
                <a:lnTo>
                  <a:pt x="8187" y="321796"/>
                </a:lnTo>
                <a:cubicBezTo>
                  <a:pt x="45767" y="138147"/>
                  <a:pt x="208259" y="0"/>
                  <a:pt x="403017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5A9928-52A1-D67D-54A6-C48C7B499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7407797" y="196770"/>
            <a:ext cx="4664598" cy="4796327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14226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72DE-48AF-287D-C500-28050643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03CAA45-D609-1E13-2493-A40728220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204357" y="166290"/>
            <a:ext cx="5795344" cy="5959005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BC3F83-0A88-BEEE-05CF-24B058461B6D}"/>
              </a:ext>
            </a:extLst>
          </p:cNvPr>
          <p:cNvCxnSpPr>
            <a:cxnSpLocks/>
          </p:cNvCxnSpPr>
          <p:nvPr/>
        </p:nvCxnSpPr>
        <p:spPr>
          <a:xfrm>
            <a:off x="1931391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F5B61A-023D-19DF-14DD-00CE8CEA1738}"/>
              </a:ext>
            </a:extLst>
          </p:cNvPr>
          <p:cNvCxnSpPr>
            <a:cxnSpLocks/>
          </p:cNvCxnSpPr>
          <p:nvPr/>
        </p:nvCxnSpPr>
        <p:spPr>
          <a:xfrm>
            <a:off x="4304477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FFAB9D-34B7-E2AD-F416-E8B5ECAC2D87}"/>
              </a:ext>
            </a:extLst>
          </p:cNvPr>
          <p:cNvCxnSpPr>
            <a:cxnSpLocks/>
          </p:cNvCxnSpPr>
          <p:nvPr/>
        </p:nvCxnSpPr>
        <p:spPr>
          <a:xfrm>
            <a:off x="870812" y="1988096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36ACA1-E6F5-3DFA-A37E-642CCE08486F}"/>
              </a:ext>
            </a:extLst>
          </p:cNvPr>
          <p:cNvCxnSpPr>
            <a:cxnSpLocks/>
          </p:cNvCxnSpPr>
          <p:nvPr/>
        </p:nvCxnSpPr>
        <p:spPr>
          <a:xfrm>
            <a:off x="870812" y="4230553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F753574-09DB-516D-554A-7F68E752F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6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8746" y="1456893"/>
            <a:ext cx="3951278" cy="33777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55A672-1402-4AE0-F3E6-861516AC0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91" y="1610401"/>
            <a:ext cx="3630483" cy="30306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00CC46-0463-3DD8-7C9D-9C554A6C3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6355675" y="166290"/>
            <a:ext cx="5795344" cy="5959005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5C6112-281A-5918-CD86-15CB783B1898}"/>
              </a:ext>
            </a:extLst>
          </p:cNvPr>
          <p:cNvCxnSpPr>
            <a:cxnSpLocks/>
          </p:cNvCxnSpPr>
          <p:nvPr/>
        </p:nvCxnSpPr>
        <p:spPr>
          <a:xfrm>
            <a:off x="8082709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7527B5-1D79-0EA4-C05E-4E7FF333A41E}"/>
              </a:ext>
            </a:extLst>
          </p:cNvPr>
          <p:cNvCxnSpPr>
            <a:cxnSpLocks/>
          </p:cNvCxnSpPr>
          <p:nvPr/>
        </p:nvCxnSpPr>
        <p:spPr>
          <a:xfrm>
            <a:off x="10455795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0B45AB-BE15-E23F-E750-4A22B5EC1788}"/>
              </a:ext>
            </a:extLst>
          </p:cNvPr>
          <p:cNvCxnSpPr>
            <a:cxnSpLocks/>
          </p:cNvCxnSpPr>
          <p:nvPr/>
        </p:nvCxnSpPr>
        <p:spPr>
          <a:xfrm>
            <a:off x="7022130" y="1988096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F04B32-E7FB-23FB-2652-FFB09481C777}"/>
              </a:ext>
            </a:extLst>
          </p:cNvPr>
          <p:cNvCxnSpPr>
            <a:cxnSpLocks/>
          </p:cNvCxnSpPr>
          <p:nvPr/>
        </p:nvCxnSpPr>
        <p:spPr>
          <a:xfrm>
            <a:off x="7022130" y="4230553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6850C50-7F59-B23D-2B91-01B73F636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6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0064" y="1456893"/>
            <a:ext cx="3951278" cy="33777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DAA319C-4A74-2A8A-E8D5-19F049682B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09" y="1610401"/>
            <a:ext cx="3630483" cy="30306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773CD54-51E8-7ADF-B388-86F608A136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09" y="1819955"/>
            <a:ext cx="3630483" cy="2637745"/>
          </a:xfrm>
          <a:prstGeom prst="rect">
            <a:avLst/>
          </a:prstGeom>
        </p:spPr>
      </p:pic>
      <p:pic>
        <p:nvPicPr>
          <p:cNvPr id="1026" name="Picture 2" descr="遊戯王 封印されしエクゾディア 旧レリーフセット PSA10】遊戯王 封印されしエクゾディア レリーフ">
            <a:extLst>
              <a:ext uri="{FF2B5EF4-FFF2-40B4-BE49-F238E27FC236}">
                <a16:creationId xmlns:a16="http://schemas.microsoft.com/office/drawing/2014/main" id="{A789A282-97C9-7201-2562-9066F296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186" y="2783254"/>
            <a:ext cx="403663" cy="59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116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A2561-D2B4-D645-0C73-984B706A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BD1366-2DC6-E59A-6132-310B3B2D8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204357" y="166290"/>
            <a:ext cx="5795344" cy="5959005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1C3422-13A4-9110-6C4D-E7CA271BD152}"/>
              </a:ext>
            </a:extLst>
          </p:cNvPr>
          <p:cNvCxnSpPr>
            <a:cxnSpLocks/>
          </p:cNvCxnSpPr>
          <p:nvPr/>
        </p:nvCxnSpPr>
        <p:spPr>
          <a:xfrm>
            <a:off x="1931391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1159DF-D5D0-8F59-1A09-E52990760642}"/>
              </a:ext>
            </a:extLst>
          </p:cNvPr>
          <p:cNvCxnSpPr>
            <a:cxnSpLocks/>
          </p:cNvCxnSpPr>
          <p:nvPr/>
        </p:nvCxnSpPr>
        <p:spPr>
          <a:xfrm>
            <a:off x="4304477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E5E6D3-7F1A-37E4-01AC-A41B34765638}"/>
              </a:ext>
            </a:extLst>
          </p:cNvPr>
          <p:cNvCxnSpPr>
            <a:cxnSpLocks/>
          </p:cNvCxnSpPr>
          <p:nvPr/>
        </p:nvCxnSpPr>
        <p:spPr>
          <a:xfrm>
            <a:off x="870812" y="1988096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E72E69-AF7F-91D5-A95B-CEFD448F0579}"/>
              </a:ext>
            </a:extLst>
          </p:cNvPr>
          <p:cNvCxnSpPr>
            <a:cxnSpLocks/>
          </p:cNvCxnSpPr>
          <p:nvPr/>
        </p:nvCxnSpPr>
        <p:spPr>
          <a:xfrm>
            <a:off x="870812" y="4230553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3DBED61-C7CA-0815-C5B6-2D0E7A61C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6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8746" y="1456893"/>
            <a:ext cx="3951278" cy="33777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31CC5D-FFDE-9BD9-9141-2EFAC9D33A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91" y="1610401"/>
            <a:ext cx="3630483" cy="30306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F9A10A-3B76-EA25-8FB4-41582E707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6355675" y="166290"/>
            <a:ext cx="5795344" cy="5959005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A00361-EE49-E2BB-1AA3-AA6148A47308}"/>
              </a:ext>
            </a:extLst>
          </p:cNvPr>
          <p:cNvCxnSpPr>
            <a:cxnSpLocks/>
          </p:cNvCxnSpPr>
          <p:nvPr/>
        </p:nvCxnSpPr>
        <p:spPr>
          <a:xfrm>
            <a:off x="8082709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D4F770-BB14-6792-A164-B23CEB7E04A1}"/>
              </a:ext>
            </a:extLst>
          </p:cNvPr>
          <p:cNvCxnSpPr>
            <a:cxnSpLocks/>
          </p:cNvCxnSpPr>
          <p:nvPr/>
        </p:nvCxnSpPr>
        <p:spPr>
          <a:xfrm>
            <a:off x="10455795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8FB677-93E6-BE88-F27D-1B9CD99E24E2}"/>
              </a:ext>
            </a:extLst>
          </p:cNvPr>
          <p:cNvCxnSpPr>
            <a:cxnSpLocks/>
          </p:cNvCxnSpPr>
          <p:nvPr/>
        </p:nvCxnSpPr>
        <p:spPr>
          <a:xfrm>
            <a:off x="7022130" y="1988096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083A90-4E0A-E94B-A4C1-35C3F6BF0E3D}"/>
              </a:ext>
            </a:extLst>
          </p:cNvPr>
          <p:cNvCxnSpPr>
            <a:cxnSpLocks/>
          </p:cNvCxnSpPr>
          <p:nvPr/>
        </p:nvCxnSpPr>
        <p:spPr>
          <a:xfrm>
            <a:off x="7022130" y="4230553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D9EDB4F-F0A7-414D-76C7-F5F248A3E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6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0064" y="1456893"/>
            <a:ext cx="3951278" cy="33777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7B2146A-C175-CD1B-71BE-331AE1E324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09" y="1610401"/>
            <a:ext cx="3630483" cy="3030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70D700-27BE-D332-D5F3-655CB60DE3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354" y="2003088"/>
            <a:ext cx="3632062" cy="22854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370067-7EDD-B30D-511D-C4E2F41395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795" y="2080944"/>
            <a:ext cx="3695797" cy="207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11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BD23-E0F3-F398-185C-489B66E0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2348AF-F53C-E307-3287-742A9CA81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204357" y="166290"/>
            <a:ext cx="5795344" cy="5959005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756F08-19E1-8865-DF53-B4142270E984}"/>
              </a:ext>
            </a:extLst>
          </p:cNvPr>
          <p:cNvCxnSpPr>
            <a:cxnSpLocks/>
          </p:cNvCxnSpPr>
          <p:nvPr/>
        </p:nvCxnSpPr>
        <p:spPr>
          <a:xfrm>
            <a:off x="1931391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E79DCF-6537-A6C7-BA56-7F90326E4416}"/>
              </a:ext>
            </a:extLst>
          </p:cNvPr>
          <p:cNvCxnSpPr>
            <a:cxnSpLocks/>
          </p:cNvCxnSpPr>
          <p:nvPr/>
        </p:nvCxnSpPr>
        <p:spPr>
          <a:xfrm>
            <a:off x="4304477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FFD1E6-F465-EBB7-8DFA-03721F2AD2F7}"/>
              </a:ext>
            </a:extLst>
          </p:cNvPr>
          <p:cNvCxnSpPr>
            <a:cxnSpLocks/>
          </p:cNvCxnSpPr>
          <p:nvPr/>
        </p:nvCxnSpPr>
        <p:spPr>
          <a:xfrm>
            <a:off x="870812" y="1988096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0C36A8-A932-983F-D19F-4C50C7702BD8}"/>
              </a:ext>
            </a:extLst>
          </p:cNvPr>
          <p:cNvCxnSpPr>
            <a:cxnSpLocks/>
          </p:cNvCxnSpPr>
          <p:nvPr/>
        </p:nvCxnSpPr>
        <p:spPr>
          <a:xfrm>
            <a:off x="870812" y="4230553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A23D738-3226-EA1D-5B02-C67522F33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6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8746" y="1456893"/>
            <a:ext cx="3951278" cy="33777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5296E1-B24B-8AD5-683A-08FC55D682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91" y="1610401"/>
            <a:ext cx="3630483" cy="30306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C93168-0D93-C9A6-ECD4-0F0EEE62F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6355675" y="166290"/>
            <a:ext cx="5795344" cy="5959005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EAF924-B2CA-2EA9-86B9-151328DA5B95}"/>
              </a:ext>
            </a:extLst>
          </p:cNvPr>
          <p:cNvCxnSpPr>
            <a:cxnSpLocks/>
          </p:cNvCxnSpPr>
          <p:nvPr/>
        </p:nvCxnSpPr>
        <p:spPr>
          <a:xfrm>
            <a:off x="8082709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068AB6-CE15-0AA7-125E-003A05B82ABA}"/>
              </a:ext>
            </a:extLst>
          </p:cNvPr>
          <p:cNvCxnSpPr>
            <a:cxnSpLocks/>
          </p:cNvCxnSpPr>
          <p:nvPr/>
        </p:nvCxnSpPr>
        <p:spPr>
          <a:xfrm>
            <a:off x="10455795" y="874643"/>
            <a:ext cx="0" cy="4410216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3EB6724-5351-D671-AC60-A31767220211}"/>
              </a:ext>
            </a:extLst>
          </p:cNvPr>
          <p:cNvCxnSpPr>
            <a:cxnSpLocks/>
          </p:cNvCxnSpPr>
          <p:nvPr/>
        </p:nvCxnSpPr>
        <p:spPr>
          <a:xfrm>
            <a:off x="7022130" y="1988096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747B11-419D-82FD-AD4E-BBB515AAEB61}"/>
              </a:ext>
            </a:extLst>
          </p:cNvPr>
          <p:cNvCxnSpPr>
            <a:cxnSpLocks/>
          </p:cNvCxnSpPr>
          <p:nvPr/>
        </p:nvCxnSpPr>
        <p:spPr>
          <a:xfrm>
            <a:off x="7022130" y="4230553"/>
            <a:ext cx="4507146" cy="0"/>
          </a:xfrm>
          <a:prstGeom prst="line">
            <a:avLst/>
          </a:prstGeom>
          <a:ln w="38100">
            <a:solidFill>
              <a:srgbClr val="3A38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A8F0522-518C-EBDF-0EB3-BE413AD4A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6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0064" y="1456893"/>
            <a:ext cx="3951278" cy="33777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10992B8-260C-FCFA-A22A-FBC382F286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09" y="1610401"/>
            <a:ext cx="3630483" cy="3030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6390CE-A9AF-3C9E-6679-FDB7486DFB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354" y="2003088"/>
            <a:ext cx="3632062" cy="2285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AF1A9-1AFD-701C-80BC-AAC04121CD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9" t="6237" r="4033" b="7201"/>
          <a:stretch/>
        </p:blipFill>
        <p:spPr>
          <a:xfrm>
            <a:off x="1321791" y="1755647"/>
            <a:ext cx="3626673" cy="25908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9DB3E3-AF19-7EC9-A883-D09E20F0FE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744" y="1860846"/>
            <a:ext cx="3525242" cy="251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15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2948A-7FF9-A41F-FC9A-8EC18D268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60" y="914049"/>
            <a:ext cx="3972479" cy="502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6430E-5E1A-FA2E-C79C-25949B5E6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7000" contras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340" r="19544"/>
          <a:stretch/>
        </p:blipFill>
        <p:spPr>
          <a:xfrm>
            <a:off x="4109760" y="2204720"/>
            <a:ext cx="3286720" cy="36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5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3FFF-3923-44C3-4409-221181A1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853616-44B5-C7E3-653D-FE933B06C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" t="1664" r="2452"/>
          <a:stretch>
            <a:fillRect/>
          </a:stretch>
        </p:blipFill>
        <p:spPr>
          <a:xfrm>
            <a:off x="2696901" y="190501"/>
            <a:ext cx="6675700" cy="5336540"/>
          </a:xfrm>
          <a:custGeom>
            <a:avLst/>
            <a:gdLst>
              <a:gd name="connsiteX0" fmla="*/ 510727 w 4664598"/>
              <a:gd name="connsiteY0" fmla="*/ 0 h 4796327"/>
              <a:gd name="connsiteX1" fmla="*/ 4153871 w 4664598"/>
              <a:gd name="connsiteY1" fmla="*/ 0 h 4796327"/>
              <a:gd name="connsiteX2" fmla="*/ 4664598 w 4664598"/>
              <a:gd name="connsiteY2" fmla="*/ 510727 h 4796327"/>
              <a:gd name="connsiteX3" fmla="*/ 4664598 w 4664598"/>
              <a:gd name="connsiteY3" fmla="*/ 4285600 h 4796327"/>
              <a:gd name="connsiteX4" fmla="*/ 4153871 w 4664598"/>
              <a:gd name="connsiteY4" fmla="*/ 4796327 h 4796327"/>
              <a:gd name="connsiteX5" fmla="*/ 510727 w 4664598"/>
              <a:gd name="connsiteY5" fmla="*/ 4796327 h 4796327"/>
              <a:gd name="connsiteX6" fmla="*/ 0 w 4664598"/>
              <a:gd name="connsiteY6" fmla="*/ 4285600 h 4796327"/>
              <a:gd name="connsiteX7" fmla="*/ 0 w 4664598"/>
              <a:gd name="connsiteY7" fmla="*/ 510727 h 4796327"/>
              <a:gd name="connsiteX8" fmla="*/ 510727 w 4664598"/>
              <a:gd name="connsiteY8" fmla="*/ 0 h 47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598" h="4796327">
                <a:moveTo>
                  <a:pt x="510727" y="0"/>
                </a:moveTo>
                <a:lnTo>
                  <a:pt x="4153871" y="0"/>
                </a:lnTo>
                <a:cubicBezTo>
                  <a:pt x="4435938" y="0"/>
                  <a:pt x="4664598" y="228660"/>
                  <a:pt x="4664598" y="510727"/>
                </a:cubicBezTo>
                <a:lnTo>
                  <a:pt x="4664598" y="4285600"/>
                </a:lnTo>
                <a:cubicBezTo>
                  <a:pt x="4664598" y="4567667"/>
                  <a:pt x="4435938" y="4796327"/>
                  <a:pt x="4153871" y="4796327"/>
                </a:cubicBezTo>
                <a:lnTo>
                  <a:pt x="510727" y="4796327"/>
                </a:lnTo>
                <a:cubicBezTo>
                  <a:pt x="228660" y="4796327"/>
                  <a:pt x="0" y="4567667"/>
                  <a:pt x="0" y="4285600"/>
                </a:cubicBezTo>
                <a:lnTo>
                  <a:pt x="0" y="510727"/>
                </a:lnTo>
                <a:cubicBezTo>
                  <a:pt x="0" y="228660"/>
                  <a:pt x="228660" y="0"/>
                  <a:pt x="510727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BABD21-3A11-FD05-0453-8469C7F44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" b="237"/>
          <a:stretch>
            <a:fillRect/>
          </a:stretch>
        </p:blipFill>
        <p:spPr>
          <a:xfrm>
            <a:off x="3637280" y="939800"/>
            <a:ext cx="4864608" cy="3723640"/>
          </a:xfrm>
          <a:custGeom>
            <a:avLst/>
            <a:gdLst>
              <a:gd name="connsiteX0" fmla="*/ 187820 w 4864608"/>
              <a:gd name="connsiteY0" fmla="*/ 0 h 3723640"/>
              <a:gd name="connsiteX1" fmla="*/ 4676788 w 4864608"/>
              <a:gd name="connsiteY1" fmla="*/ 0 h 3723640"/>
              <a:gd name="connsiteX2" fmla="*/ 4864608 w 4864608"/>
              <a:gd name="connsiteY2" fmla="*/ 187820 h 3723640"/>
              <a:gd name="connsiteX3" fmla="*/ 4864608 w 4864608"/>
              <a:gd name="connsiteY3" fmla="*/ 3535820 h 3723640"/>
              <a:gd name="connsiteX4" fmla="*/ 4676788 w 4864608"/>
              <a:gd name="connsiteY4" fmla="*/ 3723640 h 3723640"/>
              <a:gd name="connsiteX5" fmla="*/ 187820 w 4864608"/>
              <a:gd name="connsiteY5" fmla="*/ 3723640 h 3723640"/>
              <a:gd name="connsiteX6" fmla="*/ 0 w 4864608"/>
              <a:gd name="connsiteY6" fmla="*/ 3535820 h 3723640"/>
              <a:gd name="connsiteX7" fmla="*/ 0 w 4864608"/>
              <a:gd name="connsiteY7" fmla="*/ 187820 h 3723640"/>
              <a:gd name="connsiteX8" fmla="*/ 187820 w 4864608"/>
              <a:gd name="connsiteY8" fmla="*/ 0 h 372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4608" h="3723640">
                <a:moveTo>
                  <a:pt x="187820" y="0"/>
                </a:moveTo>
                <a:lnTo>
                  <a:pt x="4676788" y="0"/>
                </a:lnTo>
                <a:cubicBezTo>
                  <a:pt x="4780518" y="0"/>
                  <a:pt x="4864608" y="84090"/>
                  <a:pt x="4864608" y="187820"/>
                </a:cubicBezTo>
                <a:lnTo>
                  <a:pt x="4864608" y="3535820"/>
                </a:lnTo>
                <a:cubicBezTo>
                  <a:pt x="4864608" y="3639550"/>
                  <a:pt x="4780518" y="3723640"/>
                  <a:pt x="4676788" y="3723640"/>
                </a:cubicBezTo>
                <a:lnTo>
                  <a:pt x="187820" y="3723640"/>
                </a:lnTo>
                <a:cubicBezTo>
                  <a:pt x="84090" y="3723640"/>
                  <a:pt x="0" y="3639550"/>
                  <a:pt x="0" y="3535820"/>
                </a:cubicBezTo>
                <a:lnTo>
                  <a:pt x="0" y="187820"/>
                </a:lnTo>
                <a:cubicBezTo>
                  <a:pt x="0" y="84090"/>
                  <a:pt x="84090" y="0"/>
                  <a:pt x="1878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9894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6AAA5F-9E21-0316-C035-14E1C386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1173480"/>
            <a:ext cx="48768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8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23998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59</cp:revision>
  <dcterms:created xsi:type="dcterms:W3CDTF">2023-11-28T06:37:40Z</dcterms:created>
  <dcterms:modified xsi:type="dcterms:W3CDTF">2026-02-23T12:13:47Z</dcterms:modified>
</cp:coreProperties>
</file>