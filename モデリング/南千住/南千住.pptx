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7" r:id="rId6"/>
    <p:sldId id="258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4E3C"/>
    <a:srgbClr val="ABA48B"/>
    <a:srgbClr val="696363"/>
    <a:srgbClr val="B8B2AA"/>
    <a:srgbClr val="A7A69F"/>
    <a:srgbClr val="91918B"/>
    <a:srgbClr val="85837F"/>
    <a:srgbClr val="8C8678"/>
    <a:srgbClr val="A5A394"/>
    <a:srgbClr val="AAA8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26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39F19-C815-1244-E041-4AACBC2BB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2E501-41FE-DE4F-8D89-49980B7BF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66559-F50C-4CED-FF25-DA27E31D6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8915A-78A5-4B9E-8371-5DDFBE6896C9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0F038-FEB2-0B99-BAAD-312CC9262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42F92-42AD-3D20-CD1C-5809C38E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CF01-9027-4079-B271-6BE53DCD33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2671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BD870-899F-4671-3103-84E8E2F4D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3A6D0-7563-05F4-1E1C-9E3396BC3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BC04E-8798-56ED-DFE9-810E64B24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8915A-78A5-4B9E-8371-5DDFBE6896C9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14C64-2F4C-AA94-3438-4C80593B5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520FE-E3F2-6633-A30D-AF68A531A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CF01-9027-4079-B271-6BE53DCD33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8355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6ACBA-0083-D97D-1FEE-48C4EAA5D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B9BA8-54FA-BDE8-51F1-3C776AD26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B7C5E-A462-C7A8-ABF5-470B15BA2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8915A-78A5-4B9E-8371-5DDFBE6896C9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406C3-FD6B-4929-0EEE-4B510A244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55A7F-BA97-5E8F-F466-F6A6E6FFC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CF01-9027-4079-B271-6BE53DCD33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4642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1123A-B9ED-A1B2-15A4-4F2588F8F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EADAF-2E41-E52D-C9FF-EDDFB631A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D8EEA-75FC-0303-34C6-0324257A6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9629D-2FE1-4309-FB98-D219DE349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8915A-78A5-4B9E-8371-5DDFBE6896C9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13FAB-305F-9B17-834E-B1F8F015D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B8EA4-97CC-E88F-B3AA-17F58959D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CF01-9027-4079-B271-6BE53DCD33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264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43D98-D82D-308E-754F-0CBEF3A7A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D6CEFE-705F-BE02-79CE-6EC3F2B81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880E80-E5AA-61D0-0346-1778BC207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371155-7B65-1418-A56A-B23D388B44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824EBE-20D6-7F38-13E6-5655CCE104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CE35B1-3755-2880-43DF-414D3286F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8915A-78A5-4B9E-8371-5DDFBE6896C9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2DCDBD-B826-0D8A-91C6-1C7525572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E23A03-E9DE-2C70-307C-E28011587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CF01-9027-4079-B271-6BE53DCD33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9828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8E1F7-C08E-0EE9-5345-4A5997E9C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C320FC-7540-5BC8-1AD9-5E0B4D22D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8915A-78A5-4B9E-8371-5DDFBE6896C9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8225A6-2E48-B17F-9808-C4F314CC1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B82596-174A-35A9-97F3-B373D1E4C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CF01-9027-4079-B271-6BE53DCD33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0629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0A3C2-061E-B41B-2BAF-525129FD1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8915A-78A5-4B9E-8371-5DDFBE6896C9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3AE4B-45DD-4410-6995-EC8B24A67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EBA36-C548-FAF8-4B89-696AA512E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CF01-9027-4079-B271-6BE53DCD33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6037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028FC-A1AD-1307-E8A5-8C6EEA10C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631CA-3B0D-AA1E-8F74-80147008A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85384-D223-2D81-E738-E495CE4DF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D00581-EABB-6E46-35AC-E8AC5FE75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8915A-78A5-4B9E-8371-5DDFBE6896C9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DEE12-83A1-ECD8-BE48-A4DFCBFFD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A90DC-F26A-788E-E445-5179100C2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CF01-9027-4079-B271-6BE53DCD33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6293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910F7-B9CC-19E1-D280-D23BA25E6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B7C87-1F8D-EC9A-4D5B-D6C3708974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EB58D8-DBF5-F402-E658-90B8D31D2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5714A-E66F-B975-3863-3EA6F47AE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8915A-78A5-4B9E-8371-5DDFBE6896C9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C26C9-B2F9-3C30-A633-1239DB051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2A974-0DE8-1FA0-EAC4-E1C14486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CF01-9027-4079-B271-6BE53DCD33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7226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1D31B-E9E9-BF9B-DDF3-E01ED7AF8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721D7C-10EF-3DE6-9C89-D6BAC5C0D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C9080-8AD4-9893-EABA-E2B4FD074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8915A-78A5-4B9E-8371-5DDFBE6896C9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BBAA9-B706-6804-0F0D-525D9C306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A0783-EB53-DE38-98DE-11CD7CFA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CF01-9027-4079-B271-6BE53DCD33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9621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2680FE-83DB-CD67-6948-6DD1CBC2F9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91F8FE-724C-5B97-7B4F-808188AD46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3DA23-53CB-6D8D-504E-CAB4658E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8915A-78A5-4B9E-8371-5DDFBE6896C9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C3141-DAA3-7A66-6BF9-AD8D576E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6E165-5DEC-CF2C-9961-65BD0EDC7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1CF01-9027-4079-B271-6BE53DCD33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332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67B79-E5A0-0689-C538-E2F8279B6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14BE0-F0F6-6126-8041-9A6285F52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1E730-CCC3-E06F-2828-F8C21A943D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8915A-78A5-4B9E-8371-5DDFBE6896C9}" type="datetimeFigureOut">
              <a:rPr kumimoji="1" lang="ja-JP" altLang="en-US" smtClean="0"/>
              <a:t>2025/9/10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D14BE-5E39-562E-0ACA-553892128B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D635C-48DA-C1CA-6F29-621E0C689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1CF01-9027-4079-B271-6BE53DCD33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5919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microsoft.com/office/2007/relationships/hdphoto" Target="../media/hdphoto1.wdp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3" Type="http://schemas.openxmlformats.org/officeDocument/2006/relationships/image" Target="../media/image11.jpeg"/><Relationship Id="rId7" Type="http://schemas.openxmlformats.org/officeDocument/2006/relationships/image" Target="../media/image5.jpe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microsoft.com/office/2007/relationships/hdphoto" Target="../media/hdphoto1.wdp"/><Relationship Id="rId15" Type="http://schemas.microsoft.com/office/2007/relationships/hdphoto" Target="../media/hdphoto3.wdp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4.jpeg"/><Relationship Id="rId7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5.png"/><Relationship Id="rId5" Type="http://schemas.microsoft.com/office/2007/relationships/hdphoto" Target="../media/hdphoto1.wdp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8.png"/><Relationship Id="rId3" Type="http://schemas.openxmlformats.org/officeDocument/2006/relationships/image" Target="../media/image16.jpeg"/><Relationship Id="rId7" Type="http://schemas.openxmlformats.org/officeDocument/2006/relationships/image" Target="../media/image5.jpe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7.png"/><Relationship Id="rId5" Type="http://schemas.microsoft.com/office/2007/relationships/hdphoto" Target="../media/hdphoto1.wdp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88A4E9FA-8787-E3E4-C7AE-A2432A69A15B}"/>
              </a:ext>
            </a:extLst>
          </p:cNvPr>
          <p:cNvSpPr/>
          <p:nvPr/>
        </p:nvSpPr>
        <p:spPr>
          <a:xfrm>
            <a:off x="5496689" y="297887"/>
            <a:ext cx="914400" cy="7488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F1D39B-31DD-A3CA-F239-494EC2E39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4132" y="659056"/>
            <a:ext cx="3251941" cy="32519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E03B42-054C-EA8B-4E65-2C2988B812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47" y="636505"/>
            <a:ext cx="3830267" cy="472197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1263DCE-F6CD-1EE8-9440-36B987FC3796}"/>
              </a:ext>
            </a:extLst>
          </p:cNvPr>
          <p:cNvSpPr/>
          <p:nvPr/>
        </p:nvSpPr>
        <p:spPr>
          <a:xfrm>
            <a:off x="4537959" y="1708979"/>
            <a:ext cx="4938781" cy="3550596"/>
          </a:xfrm>
          <a:prstGeom prst="rect">
            <a:avLst/>
          </a:prstGeom>
          <a:gradFill>
            <a:gsLst>
              <a:gs pos="0">
                <a:srgbClr val="B8B2AA"/>
              </a:gs>
              <a:gs pos="100000">
                <a:srgbClr val="A7A69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8FA7D6-D37F-6697-04DA-A58621B2A06C}"/>
              </a:ext>
            </a:extLst>
          </p:cNvPr>
          <p:cNvSpPr/>
          <p:nvPr/>
        </p:nvSpPr>
        <p:spPr>
          <a:xfrm>
            <a:off x="4537958" y="2951738"/>
            <a:ext cx="4938781" cy="68304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C93263-AE99-841F-C4C5-EACF095FB133}"/>
              </a:ext>
            </a:extLst>
          </p:cNvPr>
          <p:cNvSpPr/>
          <p:nvPr/>
        </p:nvSpPr>
        <p:spPr>
          <a:xfrm flipV="1">
            <a:off x="4537957" y="3352799"/>
            <a:ext cx="4938781" cy="7619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101959-80DB-73EA-9F01-5B7E02EC17BD}"/>
              </a:ext>
            </a:extLst>
          </p:cNvPr>
          <p:cNvCxnSpPr/>
          <p:nvPr/>
        </p:nvCxnSpPr>
        <p:spPr>
          <a:xfrm>
            <a:off x="5128260" y="1708979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D034C5F-D4C2-C6D2-B338-D873083AD7F3}"/>
              </a:ext>
            </a:extLst>
          </p:cNvPr>
          <p:cNvCxnSpPr/>
          <p:nvPr/>
        </p:nvCxnSpPr>
        <p:spPr>
          <a:xfrm>
            <a:off x="5737860" y="1708979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0CBD603-5248-0E5E-7926-D158F969A63B}"/>
              </a:ext>
            </a:extLst>
          </p:cNvPr>
          <p:cNvCxnSpPr/>
          <p:nvPr/>
        </p:nvCxnSpPr>
        <p:spPr>
          <a:xfrm>
            <a:off x="6301740" y="1708979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01F973-2030-4FF1-1F5E-9430C725E3E6}"/>
              </a:ext>
            </a:extLst>
          </p:cNvPr>
          <p:cNvCxnSpPr/>
          <p:nvPr/>
        </p:nvCxnSpPr>
        <p:spPr>
          <a:xfrm>
            <a:off x="6918883" y="1710916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CFFFA36-3E4C-3C12-9B61-F8ACEDF6A4B6}"/>
              </a:ext>
            </a:extLst>
          </p:cNvPr>
          <p:cNvCxnSpPr/>
          <p:nvPr/>
        </p:nvCxnSpPr>
        <p:spPr>
          <a:xfrm>
            <a:off x="7597063" y="1708979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3E70730-144B-23E9-0895-21EE1531D7DE}"/>
              </a:ext>
            </a:extLst>
          </p:cNvPr>
          <p:cNvCxnSpPr/>
          <p:nvPr/>
        </p:nvCxnSpPr>
        <p:spPr>
          <a:xfrm>
            <a:off x="8214283" y="1708979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F0C23AE-1035-B72D-7E45-1CEDC981CFDB}"/>
              </a:ext>
            </a:extLst>
          </p:cNvPr>
          <p:cNvCxnSpPr/>
          <p:nvPr/>
        </p:nvCxnSpPr>
        <p:spPr>
          <a:xfrm>
            <a:off x="8831503" y="1653701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6291C6B-448F-233C-B1FE-1B53FDF76FD3}"/>
              </a:ext>
            </a:extLst>
          </p:cNvPr>
          <p:cNvSpPr/>
          <p:nvPr/>
        </p:nvSpPr>
        <p:spPr>
          <a:xfrm>
            <a:off x="4537959" y="3020041"/>
            <a:ext cx="4938781" cy="332759"/>
          </a:xfrm>
          <a:prstGeom prst="rect">
            <a:avLst/>
          </a:prstGeom>
          <a:gradFill>
            <a:gsLst>
              <a:gs pos="0">
                <a:srgbClr val="85837F"/>
              </a:gs>
              <a:gs pos="100000">
                <a:srgbClr val="91918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7DA7C6-B51F-43A2-F504-2C3ECF919C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9271"/>
                    </a14:imgEffect>
                    <a14:imgEffect>
                      <a14:brightnessContrast brigh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591"/>
          <a:stretch/>
        </p:blipFill>
        <p:spPr>
          <a:xfrm>
            <a:off x="4537959" y="5090160"/>
            <a:ext cx="4938781" cy="16941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8986BE2-604A-F127-DBAD-0EB7E81527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917" y="4419600"/>
            <a:ext cx="1595082" cy="24384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33B480A-C902-9EC3-75F8-CE24DA9856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41" r="4416" b="5316"/>
          <a:stretch/>
        </p:blipFill>
        <p:spPr>
          <a:xfrm>
            <a:off x="11688962" y="292608"/>
            <a:ext cx="1043372" cy="649339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4E2A14B-BFA5-0FCD-F59A-F5075F8F0D3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45447"/>
          <a:stretch/>
        </p:blipFill>
        <p:spPr>
          <a:xfrm rot="10800000">
            <a:off x="4545857" y="1522221"/>
            <a:ext cx="4925610" cy="196065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706F5139-5D56-070D-796C-8CEF7130F528}"/>
              </a:ext>
            </a:extLst>
          </p:cNvPr>
          <p:cNvSpPr/>
          <p:nvPr/>
        </p:nvSpPr>
        <p:spPr>
          <a:xfrm>
            <a:off x="4545857" y="1596489"/>
            <a:ext cx="4925609" cy="384712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50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67FBEE0-E648-7593-AEF8-2183C781BD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0833" y="220979"/>
            <a:ext cx="721077" cy="72107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4BC80EF-F57A-CA79-E9EF-684A6D77ED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6689" y="297886"/>
            <a:ext cx="914400" cy="74881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86EF1EE-0857-80E7-1DB3-8A445CE4E5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7707" y="3393436"/>
            <a:ext cx="1153151" cy="53154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3F841E9F-E6B9-BE1F-F664-45AD323BF7B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V="1">
            <a:off x="7637707" y="3901689"/>
            <a:ext cx="1153151" cy="42010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F964F0-258C-6D65-D83A-4F034A899467}"/>
              </a:ext>
            </a:extLst>
          </p:cNvPr>
          <p:cNvSpPr/>
          <p:nvPr/>
        </p:nvSpPr>
        <p:spPr>
          <a:xfrm>
            <a:off x="4531008" y="1511760"/>
            <a:ext cx="243309" cy="3682077"/>
          </a:xfrm>
          <a:prstGeom prst="rect">
            <a:avLst/>
          </a:prstGeom>
          <a:gradFill>
            <a:gsLst>
              <a:gs pos="100000">
                <a:schemeClr val="tx1">
                  <a:alpha val="70000"/>
                </a:schemeClr>
              </a:gs>
              <a:gs pos="0">
                <a:schemeClr val="tx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CD632E-50DA-CEED-5162-B3F34D454F2D}"/>
              </a:ext>
            </a:extLst>
          </p:cNvPr>
          <p:cNvSpPr/>
          <p:nvPr/>
        </p:nvSpPr>
        <p:spPr>
          <a:xfrm flipH="1">
            <a:off x="9280548" y="1522220"/>
            <a:ext cx="188037" cy="3682077"/>
          </a:xfrm>
          <a:prstGeom prst="rect">
            <a:avLst/>
          </a:prstGeom>
          <a:gradFill>
            <a:gsLst>
              <a:gs pos="100000">
                <a:schemeClr val="tx1">
                  <a:alpha val="70000"/>
                </a:schemeClr>
              </a:gs>
              <a:gs pos="0">
                <a:schemeClr val="tx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F46C74-AF0E-9A2E-6720-36755D4225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56" t="18908" r="46916" b="35734"/>
          <a:stretch/>
        </p:blipFill>
        <p:spPr>
          <a:xfrm>
            <a:off x="6907262" y="1653701"/>
            <a:ext cx="84279" cy="349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296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5ED74-B17E-8DD4-3459-7EA37AF3D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A1D972FB-62CE-34E5-786C-569C77DBE3CA}"/>
              </a:ext>
            </a:extLst>
          </p:cNvPr>
          <p:cNvSpPr/>
          <p:nvPr/>
        </p:nvSpPr>
        <p:spPr>
          <a:xfrm>
            <a:off x="5496689" y="297887"/>
            <a:ext cx="914400" cy="7488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063CF9-D295-27A0-1D62-10A50B265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4132" y="659056"/>
            <a:ext cx="3251941" cy="32519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5B42E2-450D-50E8-DC04-CF7DFBD3B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47" y="636505"/>
            <a:ext cx="3830267" cy="472197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9B97EAD-9A5C-A117-FFC6-4B97A4FF5520}"/>
              </a:ext>
            </a:extLst>
          </p:cNvPr>
          <p:cNvSpPr/>
          <p:nvPr/>
        </p:nvSpPr>
        <p:spPr>
          <a:xfrm>
            <a:off x="4537959" y="1708979"/>
            <a:ext cx="4938781" cy="3550596"/>
          </a:xfrm>
          <a:prstGeom prst="rect">
            <a:avLst/>
          </a:prstGeom>
          <a:gradFill>
            <a:gsLst>
              <a:gs pos="0">
                <a:srgbClr val="B8B2AA"/>
              </a:gs>
              <a:gs pos="100000">
                <a:srgbClr val="A7A69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6CA04F-48C4-5B07-57E0-21DA830FE9A6}"/>
              </a:ext>
            </a:extLst>
          </p:cNvPr>
          <p:cNvSpPr/>
          <p:nvPr/>
        </p:nvSpPr>
        <p:spPr>
          <a:xfrm>
            <a:off x="4537958" y="2951738"/>
            <a:ext cx="4938781" cy="68304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4D8DE6-088B-F703-A385-06CCD609CC76}"/>
              </a:ext>
            </a:extLst>
          </p:cNvPr>
          <p:cNvSpPr/>
          <p:nvPr/>
        </p:nvSpPr>
        <p:spPr>
          <a:xfrm flipV="1">
            <a:off x="4537957" y="3352799"/>
            <a:ext cx="4938781" cy="7619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F10DA45-7D46-9463-5271-232D13A4C398}"/>
              </a:ext>
            </a:extLst>
          </p:cNvPr>
          <p:cNvCxnSpPr/>
          <p:nvPr/>
        </p:nvCxnSpPr>
        <p:spPr>
          <a:xfrm>
            <a:off x="5128260" y="1708979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A2629A6-192B-9C66-F6D9-AD9A743D5BEF}"/>
              </a:ext>
            </a:extLst>
          </p:cNvPr>
          <p:cNvCxnSpPr/>
          <p:nvPr/>
        </p:nvCxnSpPr>
        <p:spPr>
          <a:xfrm>
            <a:off x="5737860" y="1708979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7DCBC89-EB1D-D632-7E5D-FDEEDDA2EDCC}"/>
              </a:ext>
            </a:extLst>
          </p:cNvPr>
          <p:cNvCxnSpPr/>
          <p:nvPr/>
        </p:nvCxnSpPr>
        <p:spPr>
          <a:xfrm>
            <a:off x="6301740" y="1708979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D6A789-2429-D4E4-2584-F5CFF0802233}"/>
              </a:ext>
            </a:extLst>
          </p:cNvPr>
          <p:cNvCxnSpPr/>
          <p:nvPr/>
        </p:nvCxnSpPr>
        <p:spPr>
          <a:xfrm>
            <a:off x="6918883" y="1710916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3F6E1A5-3ACF-40FA-6E1E-C928AADD48D3}"/>
              </a:ext>
            </a:extLst>
          </p:cNvPr>
          <p:cNvCxnSpPr/>
          <p:nvPr/>
        </p:nvCxnSpPr>
        <p:spPr>
          <a:xfrm>
            <a:off x="7597063" y="1708979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6A86726-5F8A-224C-246D-FD1581104E08}"/>
              </a:ext>
            </a:extLst>
          </p:cNvPr>
          <p:cNvCxnSpPr/>
          <p:nvPr/>
        </p:nvCxnSpPr>
        <p:spPr>
          <a:xfrm>
            <a:off x="8214283" y="1708979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6299690-5215-8505-B96F-F4DB3578BA71}"/>
              </a:ext>
            </a:extLst>
          </p:cNvPr>
          <p:cNvCxnSpPr/>
          <p:nvPr/>
        </p:nvCxnSpPr>
        <p:spPr>
          <a:xfrm>
            <a:off x="8831503" y="1653701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A75810E-07EB-0E11-9DA7-2522713A7BE5}"/>
              </a:ext>
            </a:extLst>
          </p:cNvPr>
          <p:cNvSpPr/>
          <p:nvPr/>
        </p:nvSpPr>
        <p:spPr>
          <a:xfrm>
            <a:off x="4537959" y="3020041"/>
            <a:ext cx="4938781" cy="332759"/>
          </a:xfrm>
          <a:prstGeom prst="rect">
            <a:avLst/>
          </a:prstGeom>
          <a:gradFill>
            <a:gsLst>
              <a:gs pos="0">
                <a:srgbClr val="85837F"/>
              </a:gs>
              <a:gs pos="100000">
                <a:srgbClr val="91918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3D55B6-C2A7-49E3-7C72-429F8B3123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9271"/>
                    </a14:imgEffect>
                    <a14:imgEffect>
                      <a14:brightnessContrast brigh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591"/>
          <a:stretch/>
        </p:blipFill>
        <p:spPr>
          <a:xfrm>
            <a:off x="4537959" y="5090160"/>
            <a:ext cx="4938781" cy="16941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1386165-0291-A0FE-FB19-6D215FD0A5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917" y="4419600"/>
            <a:ext cx="1595082" cy="24384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4907B44-503B-6379-D447-EC26BBD764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41" r="4416" b="5316"/>
          <a:stretch/>
        </p:blipFill>
        <p:spPr>
          <a:xfrm>
            <a:off x="11688962" y="292608"/>
            <a:ext cx="1043372" cy="649339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7B2EA01-24EC-5BD8-62BB-5993F418CB8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45447"/>
          <a:stretch/>
        </p:blipFill>
        <p:spPr>
          <a:xfrm rot="10800000">
            <a:off x="4545857" y="1522221"/>
            <a:ext cx="4925610" cy="196065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FFA7AD85-9E54-FB41-1054-3747AEC91554}"/>
              </a:ext>
            </a:extLst>
          </p:cNvPr>
          <p:cNvSpPr/>
          <p:nvPr/>
        </p:nvSpPr>
        <p:spPr>
          <a:xfrm>
            <a:off x="4545857" y="1596489"/>
            <a:ext cx="4925609" cy="384712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50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E7FE35C-6B49-96D6-AFE5-A85773A87E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0833" y="220979"/>
            <a:ext cx="721077" cy="72107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80233B4-8628-BFF1-CB0C-6CF3AA3C0D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6689" y="297886"/>
            <a:ext cx="914400" cy="74881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4BD1F87-4D8F-3AB4-5001-7293D6D23F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0494" y="3379450"/>
            <a:ext cx="1153151" cy="53154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C0EFA47-027E-8BAB-AF60-0260F54C8C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V="1">
            <a:off x="5120494" y="3887703"/>
            <a:ext cx="1153151" cy="42010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4004B8E-D31A-E76E-F8DE-AA0EFD90072E}"/>
              </a:ext>
            </a:extLst>
          </p:cNvPr>
          <p:cNvSpPr/>
          <p:nvPr/>
        </p:nvSpPr>
        <p:spPr>
          <a:xfrm>
            <a:off x="4531008" y="1511760"/>
            <a:ext cx="243309" cy="3682077"/>
          </a:xfrm>
          <a:prstGeom prst="rect">
            <a:avLst/>
          </a:prstGeom>
          <a:gradFill>
            <a:gsLst>
              <a:gs pos="100000">
                <a:schemeClr val="tx1">
                  <a:alpha val="70000"/>
                </a:schemeClr>
              </a:gs>
              <a:gs pos="0">
                <a:schemeClr val="tx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984E38-6B01-2C3E-A156-7BBDC5022ED4}"/>
              </a:ext>
            </a:extLst>
          </p:cNvPr>
          <p:cNvSpPr/>
          <p:nvPr/>
        </p:nvSpPr>
        <p:spPr>
          <a:xfrm flipH="1">
            <a:off x="9280548" y="1522220"/>
            <a:ext cx="188037" cy="3682077"/>
          </a:xfrm>
          <a:prstGeom prst="rect">
            <a:avLst/>
          </a:prstGeom>
          <a:gradFill>
            <a:gsLst>
              <a:gs pos="100000">
                <a:schemeClr val="tx1">
                  <a:alpha val="70000"/>
                </a:schemeClr>
              </a:gs>
              <a:gs pos="0">
                <a:schemeClr val="tx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87B663-12F1-8F30-8BF9-9D60F4BA185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7500"/>
                    </a14:imgEffect>
                    <a14:imgEffect>
                      <a14:brightnessContrast bright="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06279" y="3046692"/>
            <a:ext cx="1558955" cy="2455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E9AA8C-C3AE-EED7-AD88-F426DBF46E6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colorTemperature colorTemp="6036"/>
                    </a14:imgEffect>
                    <a14:imgEffect>
                      <a14:saturation sat="76000"/>
                    </a14:imgEffect>
                    <a14:imgEffect>
                      <a14:brightnessContrast bright="-5000" contrast="-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186" y="3399118"/>
            <a:ext cx="1350950" cy="8762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709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9D45BD-1D85-D442-4223-D5AC186C9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90A2F953-17CF-685D-AE70-222F2AE56AEC}"/>
              </a:ext>
            </a:extLst>
          </p:cNvPr>
          <p:cNvSpPr/>
          <p:nvPr/>
        </p:nvSpPr>
        <p:spPr>
          <a:xfrm>
            <a:off x="5496689" y="297887"/>
            <a:ext cx="914400" cy="7488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9AA084-52F6-F414-7947-C9358CAA1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4132" y="659056"/>
            <a:ext cx="3251941" cy="32519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08CD30-C901-E1D2-40E6-3C383D34A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47" y="636505"/>
            <a:ext cx="3830267" cy="472197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3D0559-8435-57B7-8AFC-14B7DE4BC10C}"/>
              </a:ext>
            </a:extLst>
          </p:cNvPr>
          <p:cNvSpPr/>
          <p:nvPr/>
        </p:nvSpPr>
        <p:spPr>
          <a:xfrm>
            <a:off x="4537959" y="1708979"/>
            <a:ext cx="4938781" cy="3550596"/>
          </a:xfrm>
          <a:prstGeom prst="rect">
            <a:avLst/>
          </a:prstGeom>
          <a:gradFill>
            <a:gsLst>
              <a:gs pos="0">
                <a:srgbClr val="B8B2AA"/>
              </a:gs>
              <a:gs pos="100000">
                <a:srgbClr val="A7A69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09FD0D-C080-978E-CE66-9F0FD4228355}"/>
              </a:ext>
            </a:extLst>
          </p:cNvPr>
          <p:cNvSpPr/>
          <p:nvPr/>
        </p:nvSpPr>
        <p:spPr>
          <a:xfrm>
            <a:off x="4537958" y="2951738"/>
            <a:ext cx="4938781" cy="68304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BD2399-64C9-AB1E-E00A-A0FA3BD34808}"/>
              </a:ext>
            </a:extLst>
          </p:cNvPr>
          <p:cNvSpPr/>
          <p:nvPr/>
        </p:nvSpPr>
        <p:spPr>
          <a:xfrm flipV="1">
            <a:off x="4537957" y="3352799"/>
            <a:ext cx="4938781" cy="7619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A51DC09-6D6A-582A-7E33-A7055ADF38C6}"/>
              </a:ext>
            </a:extLst>
          </p:cNvPr>
          <p:cNvCxnSpPr/>
          <p:nvPr/>
        </p:nvCxnSpPr>
        <p:spPr>
          <a:xfrm>
            <a:off x="5128260" y="1708979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2B52AE-E052-0FAF-C38A-BB2B58704486}"/>
              </a:ext>
            </a:extLst>
          </p:cNvPr>
          <p:cNvCxnSpPr/>
          <p:nvPr/>
        </p:nvCxnSpPr>
        <p:spPr>
          <a:xfrm>
            <a:off x="5737860" y="1708979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FD8DBD4-CF61-71FC-2C00-ACA8C1F8F228}"/>
              </a:ext>
            </a:extLst>
          </p:cNvPr>
          <p:cNvCxnSpPr/>
          <p:nvPr/>
        </p:nvCxnSpPr>
        <p:spPr>
          <a:xfrm>
            <a:off x="6301740" y="1708979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DF453E-A84C-F29C-0E4D-7A4942E5DC77}"/>
              </a:ext>
            </a:extLst>
          </p:cNvPr>
          <p:cNvCxnSpPr/>
          <p:nvPr/>
        </p:nvCxnSpPr>
        <p:spPr>
          <a:xfrm>
            <a:off x="6918883" y="1710916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B8CC7-E887-FCD2-8C09-50044CF51611}"/>
              </a:ext>
            </a:extLst>
          </p:cNvPr>
          <p:cNvCxnSpPr/>
          <p:nvPr/>
        </p:nvCxnSpPr>
        <p:spPr>
          <a:xfrm>
            <a:off x="7597063" y="1708979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102E77B-75B6-3E89-D120-1C68BD3BB5CE}"/>
              </a:ext>
            </a:extLst>
          </p:cNvPr>
          <p:cNvCxnSpPr/>
          <p:nvPr/>
        </p:nvCxnSpPr>
        <p:spPr>
          <a:xfrm>
            <a:off x="8214283" y="1708979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9127379-E0D6-C263-0A80-DBD974EE1CFE}"/>
              </a:ext>
            </a:extLst>
          </p:cNvPr>
          <p:cNvCxnSpPr/>
          <p:nvPr/>
        </p:nvCxnSpPr>
        <p:spPr>
          <a:xfrm>
            <a:off x="8831503" y="1653701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BFD90C2-C489-6B8D-6A1D-B84687815A04}"/>
              </a:ext>
            </a:extLst>
          </p:cNvPr>
          <p:cNvSpPr/>
          <p:nvPr/>
        </p:nvSpPr>
        <p:spPr>
          <a:xfrm>
            <a:off x="4537959" y="3020041"/>
            <a:ext cx="4938781" cy="332759"/>
          </a:xfrm>
          <a:prstGeom prst="rect">
            <a:avLst/>
          </a:prstGeom>
          <a:gradFill>
            <a:gsLst>
              <a:gs pos="0">
                <a:srgbClr val="85837F"/>
              </a:gs>
              <a:gs pos="100000">
                <a:srgbClr val="91918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36C1A6-0221-B4CD-A1C3-8EF1120654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9271"/>
                    </a14:imgEffect>
                    <a14:imgEffect>
                      <a14:brightnessContrast brigh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591"/>
          <a:stretch/>
        </p:blipFill>
        <p:spPr>
          <a:xfrm>
            <a:off x="4537959" y="5090160"/>
            <a:ext cx="4938781" cy="16941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ADD9A0F-3E0F-94C1-DA00-3B9EEF052D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917" y="4419600"/>
            <a:ext cx="1595082" cy="24384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0259F53-DCD9-33D3-AC20-B77C1BA9DD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41" r="4416" b="5316"/>
          <a:stretch/>
        </p:blipFill>
        <p:spPr>
          <a:xfrm>
            <a:off x="11688962" y="292608"/>
            <a:ext cx="1043372" cy="649339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C2DE74B-B0A0-B0B3-94DD-CD732FB453A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45447"/>
          <a:stretch/>
        </p:blipFill>
        <p:spPr>
          <a:xfrm rot="10800000">
            <a:off x="4545857" y="1522221"/>
            <a:ext cx="4925610" cy="196065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C112C5E0-9CFC-0BA5-F94E-C6F1D81666F2}"/>
              </a:ext>
            </a:extLst>
          </p:cNvPr>
          <p:cNvSpPr/>
          <p:nvPr/>
        </p:nvSpPr>
        <p:spPr>
          <a:xfrm>
            <a:off x="4545857" y="1596489"/>
            <a:ext cx="4925609" cy="384712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50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7B474E2-733B-F5B4-D82D-84E615EC1E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0833" y="220979"/>
            <a:ext cx="721077" cy="72107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C9AD798-200B-4AFA-EE32-3CAC2C019E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6689" y="297886"/>
            <a:ext cx="914400" cy="74881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6E3D85E-7737-E3B3-1F63-7FB31D4F196D}"/>
              </a:ext>
            </a:extLst>
          </p:cNvPr>
          <p:cNvSpPr/>
          <p:nvPr/>
        </p:nvSpPr>
        <p:spPr>
          <a:xfrm>
            <a:off x="4531008" y="1511760"/>
            <a:ext cx="243309" cy="3682077"/>
          </a:xfrm>
          <a:prstGeom prst="rect">
            <a:avLst/>
          </a:prstGeom>
          <a:gradFill>
            <a:gsLst>
              <a:gs pos="100000">
                <a:schemeClr val="tx1">
                  <a:alpha val="70000"/>
                </a:schemeClr>
              </a:gs>
              <a:gs pos="0">
                <a:schemeClr val="tx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8CF697-73A3-F5DC-F18B-31FA9F3BA4C6}"/>
              </a:ext>
            </a:extLst>
          </p:cNvPr>
          <p:cNvSpPr/>
          <p:nvPr/>
        </p:nvSpPr>
        <p:spPr>
          <a:xfrm flipH="1">
            <a:off x="9280548" y="1522220"/>
            <a:ext cx="188037" cy="3682077"/>
          </a:xfrm>
          <a:prstGeom prst="rect">
            <a:avLst/>
          </a:prstGeom>
          <a:gradFill>
            <a:gsLst>
              <a:gs pos="100000">
                <a:schemeClr val="tx1">
                  <a:alpha val="70000"/>
                </a:schemeClr>
              </a:gs>
              <a:gs pos="0">
                <a:schemeClr val="tx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006616-95A8-E730-9461-E5522462D6A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266" y="2784056"/>
            <a:ext cx="4385824" cy="227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601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12E39-5C64-169E-F720-B03D612F0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CBA8E7DC-8272-18BB-902A-1AF6F9EE41E5}"/>
              </a:ext>
            </a:extLst>
          </p:cNvPr>
          <p:cNvSpPr/>
          <p:nvPr/>
        </p:nvSpPr>
        <p:spPr>
          <a:xfrm>
            <a:off x="5496689" y="297887"/>
            <a:ext cx="914400" cy="7488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DE0F9C-06F4-102E-08DA-E2DFBD7110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4132" y="659056"/>
            <a:ext cx="3251941" cy="32519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A7C2CC-C783-518D-82D4-CBF6F8F33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47" y="636505"/>
            <a:ext cx="3830267" cy="472197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128F4C2-F67B-937A-04BA-C2BDECC93D18}"/>
              </a:ext>
            </a:extLst>
          </p:cNvPr>
          <p:cNvSpPr/>
          <p:nvPr/>
        </p:nvSpPr>
        <p:spPr>
          <a:xfrm>
            <a:off x="4537959" y="1708979"/>
            <a:ext cx="4938781" cy="3550596"/>
          </a:xfrm>
          <a:prstGeom prst="rect">
            <a:avLst/>
          </a:prstGeom>
          <a:gradFill>
            <a:gsLst>
              <a:gs pos="0">
                <a:srgbClr val="B8B2AA"/>
              </a:gs>
              <a:gs pos="100000">
                <a:srgbClr val="A7A69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FF5DC2-A969-9BF3-D8AD-095148A1D8AD}"/>
              </a:ext>
            </a:extLst>
          </p:cNvPr>
          <p:cNvSpPr/>
          <p:nvPr/>
        </p:nvSpPr>
        <p:spPr>
          <a:xfrm>
            <a:off x="4537958" y="2951738"/>
            <a:ext cx="4938781" cy="68304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94F49A-7A8D-D165-29A9-8F1183EB90F2}"/>
              </a:ext>
            </a:extLst>
          </p:cNvPr>
          <p:cNvSpPr/>
          <p:nvPr/>
        </p:nvSpPr>
        <p:spPr>
          <a:xfrm flipV="1">
            <a:off x="4537957" y="3352799"/>
            <a:ext cx="4938781" cy="7619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4EE04C6-FC52-BA15-F163-D3903B1BA83B}"/>
              </a:ext>
            </a:extLst>
          </p:cNvPr>
          <p:cNvCxnSpPr/>
          <p:nvPr/>
        </p:nvCxnSpPr>
        <p:spPr>
          <a:xfrm>
            <a:off x="5128260" y="1708979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A8F41D-131F-8139-C9A0-1753EAC85E23}"/>
              </a:ext>
            </a:extLst>
          </p:cNvPr>
          <p:cNvCxnSpPr/>
          <p:nvPr/>
        </p:nvCxnSpPr>
        <p:spPr>
          <a:xfrm>
            <a:off x="5737860" y="1708979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885CAFD-3FB1-2167-65D9-478D4DF4F429}"/>
              </a:ext>
            </a:extLst>
          </p:cNvPr>
          <p:cNvCxnSpPr/>
          <p:nvPr/>
        </p:nvCxnSpPr>
        <p:spPr>
          <a:xfrm>
            <a:off x="6301740" y="1708979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4EA471D-3CC3-FB05-F062-40FFB0CC4ABC}"/>
              </a:ext>
            </a:extLst>
          </p:cNvPr>
          <p:cNvCxnSpPr/>
          <p:nvPr/>
        </p:nvCxnSpPr>
        <p:spPr>
          <a:xfrm>
            <a:off x="6918883" y="1710916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EFE513A-7E7B-2EBC-2C4B-4682AFDCA7E0}"/>
              </a:ext>
            </a:extLst>
          </p:cNvPr>
          <p:cNvCxnSpPr/>
          <p:nvPr/>
        </p:nvCxnSpPr>
        <p:spPr>
          <a:xfrm>
            <a:off x="7597063" y="1708979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D5FE91C-32E9-6714-12A6-1871411A22B5}"/>
              </a:ext>
            </a:extLst>
          </p:cNvPr>
          <p:cNvCxnSpPr/>
          <p:nvPr/>
        </p:nvCxnSpPr>
        <p:spPr>
          <a:xfrm>
            <a:off x="8214283" y="1708979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D0A3FD9-C19B-8357-38B3-9BA4A2957277}"/>
              </a:ext>
            </a:extLst>
          </p:cNvPr>
          <p:cNvCxnSpPr/>
          <p:nvPr/>
        </p:nvCxnSpPr>
        <p:spPr>
          <a:xfrm>
            <a:off x="8831503" y="1653701"/>
            <a:ext cx="0" cy="3550596"/>
          </a:xfrm>
          <a:prstGeom prst="line">
            <a:avLst/>
          </a:prstGeom>
          <a:ln w="12700">
            <a:solidFill>
              <a:srgbClr val="696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D626E2A-B87D-4D51-A544-F5A6D00CB9D9}"/>
              </a:ext>
            </a:extLst>
          </p:cNvPr>
          <p:cNvSpPr/>
          <p:nvPr/>
        </p:nvSpPr>
        <p:spPr>
          <a:xfrm>
            <a:off x="4537959" y="3020041"/>
            <a:ext cx="4938781" cy="332759"/>
          </a:xfrm>
          <a:prstGeom prst="rect">
            <a:avLst/>
          </a:prstGeom>
          <a:gradFill>
            <a:gsLst>
              <a:gs pos="0">
                <a:srgbClr val="85837F"/>
              </a:gs>
              <a:gs pos="100000">
                <a:srgbClr val="91918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3D874D-398A-DB71-A2D2-83E84A4E00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9271"/>
                    </a14:imgEffect>
                    <a14:imgEffect>
                      <a14:brightnessContrast brigh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591"/>
          <a:stretch/>
        </p:blipFill>
        <p:spPr>
          <a:xfrm>
            <a:off x="4537959" y="5090160"/>
            <a:ext cx="4938781" cy="16941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57BB30E-10D1-C9E6-CE79-ACECA51F11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917" y="4419600"/>
            <a:ext cx="1595082" cy="24384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B59C81-386E-3CE7-B479-351AEE3B91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41" r="4416" b="5316"/>
          <a:stretch/>
        </p:blipFill>
        <p:spPr>
          <a:xfrm>
            <a:off x="11688962" y="292608"/>
            <a:ext cx="1043372" cy="649339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37E65E7-E39B-562E-64B7-E5C79FA4E74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45447"/>
          <a:stretch/>
        </p:blipFill>
        <p:spPr>
          <a:xfrm rot="10800000">
            <a:off x="4545857" y="1522221"/>
            <a:ext cx="4925610" cy="196065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62F4A41-41D7-8C30-7479-55071FC0867A}"/>
              </a:ext>
            </a:extLst>
          </p:cNvPr>
          <p:cNvSpPr/>
          <p:nvPr/>
        </p:nvSpPr>
        <p:spPr>
          <a:xfrm>
            <a:off x="4545857" y="1596489"/>
            <a:ext cx="4925609" cy="384712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50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CD3407D-F7A5-931F-FA7C-467505071E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0833" y="220979"/>
            <a:ext cx="721077" cy="72107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FF80296-5ABA-3515-2E10-39111FA1FA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6689" y="297886"/>
            <a:ext cx="914400" cy="74881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A5BB408-4B41-1A1D-D493-627596898FA0}"/>
              </a:ext>
            </a:extLst>
          </p:cNvPr>
          <p:cNvSpPr/>
          <p:nvPr/>
        </p:nvSpPr>
        <p:spPr>
          <a:xfrm>
            <a:off x="4531008" y="1511760"/>
            <a:ext cx="243309" cy="3682077"/>
          </a:xfrm>
          <a:prstGeom prst="rect">
            <a:avLst/>
          </a:prstGeom>
          <a:gradFill>
            <a:gsLst>
              <a:gs pos="100000">
                <a:schemeClr val="tx1">
                  <a:alpha val="70000"/>
                </a:schemeClr>
              </a:gs>
              <a:gs pos="0">
                <a:schemeClr val="tx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B62856-B4AB-371C-72B7-B9CB327986ED}"/>
              </a:ext>
            </a:extLst>
          </p:cNvPr>
          <p:cNvSpPr/>
          <p:nvPr/>
        </p:nvSpPr>
        <p:spPr>
          <a:xfrm flipH="1">
            <a:off x="9280548" y="1522220"/>
            <a:ext cx="188037" cy="3682077"/>
          </a:xfrm>
          <a:prstGeom prst="rect">
            <a:avLst/>
          </a:prstGeom>
          <a:gradFill>
            <a:gsLst>
              <a:gs pos="100000">
                <a:schemeClr val="tx1">
                  <a:alpha val="70000"/>
                </a:schemeClr>
              </a:gs>
              <a:gs pos="0">
                <a:schemeClr val="tx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FA9E2F-51CF-F035-230F-6EAA0943968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511" y="3834817"/>
            <a:ext cx="977782" cy="14247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C4C82A6-3E46-CE73-AD47-1E538985C2A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46558" y="3393436"/>
            <a:ext cx="1153151" cy="5315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59749B1-911C-31A7-FFB8-5D2E8A647C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V="1">
            <a:off x="7646558" y="3901689"/>
            <a:ext cx="1153151" cy="4201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EB57F5B-62AC-ADED-3623-5442E1E0431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55539" y="3415947"/>
            <a:ext cx="1153151" cy="53154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CBE1A6D-8DCF-9067-752B-441509675D3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V="1">
            <a:off x="5155539" y="3924200"/>
            <a:ext cx="1153151" cy="42010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E18244C-2BAC-043E-7D46-B82E8C6F5F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9271"/>
                    </a14:imgEffect>
                    <a14:imgEffect>
                      <a14:brightnessContrast brigh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591"/>
          <a:stretch/>
        </p:blipFill>
        <p:spPr>
          <a:xfrm>
            <a:off x="4341767" y="5662344"/>
            <a:ext cx="4938781" cy="16941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24D816D-5D15-598E-628B-49C14879D18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7600" y="99060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185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7109DF0-A10D-969C-1664-A534FAD05408}"/>
              </a:ext>
            </a:extLst>
          </p:cNvPr>
          <p:cNvSpPr/>
          <p:nvPr/>
        </p:nvSpPr>
        <p:spPr>
          <a:xfrm>
            <a:off x="7193280" y="327660"/>
            <a:ext cx="552450" cy="4602480"/>
          </a:xfrm>
          <a:prstGeom prst="rect">
            <a:avLst/>
          </a:prstGeom>
          <a:solidFill>
            <a:srgbClr val="ABA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H21 日比谷線 南千住駅 – ちかてつと駅の壁">
            <a:extLst>
              <a:ext uri="{FF2B5EF4-FFF2-40B4-BE49-F238E27FC236}">
                <a16:creationId xmlns:a16="http://schemas.microsoft.com/office/drawing/2014/main" id="{690C8706-5190-4EF5-C962-96511D7A7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8620" y="548640"/>
            <a:ext cx="5684520" cy="378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61C94B-1E53-850A-9909-F9A890ED4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116"/>
                    </a14:imgEffect>
                    <a14:imgEffect>
                      <a14:brightnessContrast bright="1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44080" y="1615440"/>
            <a:ext cx="407670" cy="163068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C918BEC-22CE-374E-85B0-49EA61B1751D}"/>
              </a:ext>
            </a:extLst>
          </p:cNvPr>
          <p:cNvSpPr/>
          <p:nvPr/>
        </p:nvSpPr>
        <p:spPr>
          <a:xfrm>
            <a:off x="6785610" y="327660"/>
            <a:ext cx="407670" cy="4602480"/>
          </a:xfrm>
          <a:prstGeom prst="rect">
            <a:avLst/>
          </a:prstGeom>
          <a:solidFill>
            <a:srgbClr val="554E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F894EE-D95A-10FD-C5CA-30F87930C00D}"/>
              </a:ext>
            </a:extLst>
          </p:cNvPr>
          <p:cNvSpPr/>
          <p:nvPr/>
        </p:nvSpPr>
        <p:spPr>
          <a:xfrm>
            <a:off x="6785610" y="327660"/>
            <a:ext cx="960120" cy="17526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50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08C3E3-9D5C-3B3C-EAEE-31A7ADA01AF7}"/>
              </a:ext>
            </a:extLst>
          </p:cNvPr>
          <p:cNvSpPr/>
          <p:nvPr/>
        </p:nvSpPr>
        <p:spPr>
          <a:xfrm flipV="1">
            <a:off x="6785610" y="4338320"/>
            <a:ext cx="960120" cy="59182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50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2043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4C59F1D-104D-3CC7-AC21-50DD57002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57" y="338171"/>
            <a:ext cx="4944285" cy="36213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17C526F-F3F1-A485-CB4B-9CEA3C41C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177" y="338171"/>
            <a:ext cx="4944285" cy="362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519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831F48-192A-3F75-5F7C-597C73617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960" y="198120"/>
            <a:ext cx="2616200" cy="261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264BD9-5A34-E7CA-1A32-5D2716BF1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2092960" y="2814320"/>
            <a:ext cx="2616200" cy="2616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5826426-72B7-5E22-C05A-ED3386C48B34}"/>
              </a:ext>
            </a:extLst>
          </p:cNvPr>
          <p:cNvSpPr/>
          <p:nvPr/>
        </p:nvSpPr>
        <p:spPr>
          <a:xfrm>
            <a:off x="5842000" y="1188720"/>
            <a:ext cx="3495040" cy="175768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81784">
                <a:srgbClr val="000000">
                  <a:alpha val="20000"/>
                </a:srgbClr>
              </a:gs>
              <a:gs pos="28000">
                <a:srgbClr val="000000">
                  <a:alpha val="20000"/>
                </a:srgbClr>
              </a:gs>
              <a:gs pos="100000">
                <a:schemeClr val="tx1">
                  <a:alpha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780AB3-26C4-E06A-9FFC-2E975AD9715A}"/>
              </a:ext>
            </a:extLst>
          </p:cNvPr>
          <p:cNvSpPr/>
          <p:nvPr/>
        </p:nvSpPr>
        <p:spPr>
          <a:xfrm>
            <a:off x="5842000" y="3243580"/>
            <a:ext cx="3495040" cy="1757680"/>
          </a:xfrm>
          <a:prstGeom prst="rect">
            <a:avLst/>
          </a:prstGeom>
          <a:gradFill>
            <a:gsLst>
              <a:gs pos="81784">
                <a:srgbClr val="000000">
                  <a:alpha val="0"/>
                </a:srgbClr>
              </a:gs>
              <a:gs pos="28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338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7688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麻呂 wattz</dc:creator>
  <cp:lastModifiedBy>麻呂 wattz</cp:lastModifiedBy>
  <cp:revision>28</cp:revision>
  <dcterms:created xsi:type="dcterms:W3CDTF">2025-09-09T00:32:31Z</dcterms:created>
  <dcterms:modified xsi:type="dcterms:W3CDTF">2025-09-14T08:50:05Z</dcterms:modified>
</cp:coreProperties>
</file>