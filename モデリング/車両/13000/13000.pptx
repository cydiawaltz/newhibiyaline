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7" r:id="rId11"/>
    <p:sldId id="268" r:id="rId12"/>
    <p:sldId id="266" r:id="rId13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5840"/>
    <a:srgbClr val="F1E1AD"/>
    <a:srgbClr val="7EC4B7"/>
    <a:srgbClr val="8E8E8E"/>
    <a:srgbClr val="D0BE72"/>
    <a:srgbClr val="0000FF"/>
    <a:srgbClr val="928D8D"/>
    <a:srgbClr val="C7C7C7"/>
    <a:srgbClr val="413422"/>
    <a:srgbClr val="B69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5754" autoAdjust="0"/>
  </p:normalViewPr>
  <p:slideViewPr>
    <p:cSldViewPr snapToGrid="0">
      <p:cViewPr>
        <p:scale>
          <a:sx n="150" d="100"/>
          <a:sy n="150" d="100"/>
        </p:scale>
        <p:origin x="-2909" y="-485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6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87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94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42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74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35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171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68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48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58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75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DB22E-CADE-4C91-B316-4C06487EB8B1}" type="datetimeFigureOut">
              <a:rPr kumimoji="1" lang="ja-JP" altLang="en-US" smtClean="0"/>
              <a:t>2025/8/20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F605D-ED89-44C6-82D1-8500AA1567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68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5.png"/><Relationship Id="rId5" Type="http://schemas.openxmlformats.org/officeDocument/2006/relationships/image" Target="../media/image10.jpe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2.wdp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25.png"/><Relationship Id="rId12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4.jpeg"/><Relationship Id="rId5" Type="http://schemas.openxmlformats.org/officeDocument/2006/relationships/image" Target="../media/image30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35AF-558E-206A-E2CC-2C8C8123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6F275-9244-9CC5-895E-8BB6DDA61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23" y="325771"/>
            <a:ext cx="2544662" cy="25446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6DDA84-584E-5DE7-F11C-86726F11FFAB}"/>
              </a:ext>
            </a:extLst>
          </p:cNvPr>
          <p:cNvSpPr/>
          <p:nvPr/>
        </p:nvSpPr>
        <p:spPr>
          <a:xfrm>
            <a:off x="12192000" y="3261990"/>
            <a:ext cx="5913120" cy="6096000"/>
          </a:xfrm>
          <a:prstGeom prst="rect">
            <a:avLst/>
          </a:prstGeom>
          <a:gradFill>
            <a:gsLst>
              <a:gs pos="40000">
                <a:srgbClr val="1C2D37"/>
              </a:gs>
              <a:gs pos="16000">
                <a:srgbClr val="FCFCFC"/>
              </a:gs>
              <a:gs pos="14000">
                <a:srgbClr val="343434"/>
              </a:gs>
              <a:gs pos="0">
                <a:srgbClr val="0D1115"/>
              </a:gs>
              <a:gs pos="67000">
                <a:srgbClr val="738189"/>
              </a:gs>
              <a:gs pos="87000">
                <a:srgbClr val="738088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04E161-9E4A-2A90-5304-058A18AEC90C}"/>
              </a:ext>
            </a:extLst>
          </p:cNvPr>
          <p:cNvSpPr/>
          <p:nvPr/>
        </p:nvSpPr>
        <p:spPr>
          <a:xfrm>
            <a:off x="1729167" y="8025635"/>
            <a:ext cx="1315410" cy="1881594"/>
          </a:xfrm>
          <a:custGeom>
            <a:avLst/>
            <a:gdLst>
              <a:gd name="connsiteX0" fmla="*/ 0 w 733713"/>
              <a:gd name="connsiteY0" fmla="*/ 15606 h 956310"/>
              <a:gd name="connsiteX1" fmla="*/ 15606 w 733713"/>
              <a:gd name="connsiteY1" fmla="*/ 0 h 956310"/>
              <a:gd name="connsiteX2" fmla="*/ 718107 w 733713"/>
              <a:gd name="connsiteY2" fmla="*/ 0 h 956310"/>
              <a:gd name="connsiteX3" fmla="*/ 733713 w 733713"/>
              <a:gd name="connsiteY3" fmla="*/ 15606 h 956310"/>
              <a:gd name="connsiteX4" fmla="*/ 733713 w 733713"/>
              <a:gd name="connsiteY4" fmla="*/ 940704 h 956310"/>
              <a:gd name="connsiteX5" fmla="*/ 718107 w 733713"/>
              <a:gd name="connsiteY5" fmla="*/ 956310 h 956310"/>
              <a:gd name="connsiteX6" fmla="*/ 15606 w 733713"/>
              <a:gd name="connsiteY6" fmla="*/ 956310 h 956310"/>
              <a:gd name="connsiteX7" fmla="*/ 0 w 733713"/>
              <a:gd name="connsiteY7" fmla="*/ 940704 h 956310"/>
              <a:gd name="connsiteX8" fmla="*/ 0 w 733713"/>
              <a:gd name="connsiteY8" fmla="*/ 15606 h 956310"/>
              <a:gd name="connsiteX0" fmla="*/ 0 w 733713"/>
              <a:gd name="connsiteY0" fmla="*/ 15606 h 956310"/>
              <a:gd name="connsiteX1" fmla="*/ 143241 w 733713"/>
              <a:gd name="connsiteY1" fmla="*/ 512445 h 956310"/>
              <a:gd name="connsiteX2" fmla="*/ 718107 w 733713"/>
              <a:gd name="connsiteY2" fmla="*/ 0 h 956310"/>
              <a:gd name="connsiteX3" fmla="*/ 733713 w 733713"/>
              <a:gd name="connsiteY3" fmla="*/ 15606 h 956310"/>
              <a:gd name="connsiteX4" fmla="*/ 733713 w 733713"/>
              <a:gd name="connsiteY4" fmla="*/ 940704 h 956310"/>
              <a:gd name="connsiteX5" fmla="*/ 718107 w 733713"/>
              <a:gd name="connsiteY5" fmla="*/ 956310 h 956310"/>
              <a:gd name="connsiteX6" fmla="*/ 15606 w 733713"/>
              <a:gd name="connsiteY6" fmla="*/ 956310 h 956310"/>
              <a:gd name="connsiteX7" fmla="*/ 0 w 733713"/>
              <a:gd name="connsiteY7" fmla="*/ 940704 h 956310"/>
              <a:gd name="connsiteX8" fmla="*/ 0 w 733713"/>
              <a:gd name="connsiteY8" fmla="*/ 15606 h 956310"/>
              <a:gd name="connsiteX0" fmla="*/ 0 w 971692"/>
              <a:gd name="connsiteY0" fmla="*/ 109 h 940813"/>
              <a:gd name="connsiteX1" fmla="*/ 143241 w 971692"/>
              <a:gd name="connsiteY1" fmla="*/ 496948 h 940813"/>
              <a:gd name="connsiteX2" fmla="*/ 971472 w 971692"/>
              <a:gd name="connsiteY2" fmla="*/ 616963 h 940813"/>
              <a:gd name="connsiteX3" fmla="*/ 733713 w 971692"/>
              <a:gd name="connsiteY3" fmla="*/ 109 h 940813"/>
              <a:gd name="connsiteX4" fmla="*/ 733713 w 971692"/>
              <a:gd name="connsiteY4" fmla="*/ 925207 h 940813"/>
              <a:gd name="connsiteX5" fmla="*/ 718107 w 971692"/>
              <a:gd name="connsiteY5" fmla="*/ 940813 h 940813"/>
              <a:gd name="connsiteX6" fmla="*/ 15606 w 971692"/>
              <a:gd name="connsiteY6" fmla="*/ 940813 h 940813"/>
              <a:gd name="connsiteX7" fmla="*/ 0 w 971692"/>
              <a:gd name="connsiteY7" fmla="*/ 925207 h 940813"/>
              <a:gd name="connsiteX8" fmla="*/ 0 w 971692"/>
              <a:gd name="connsiteY8" fmla="*/ 109 h 940813"/>
              <a:gd name="connsiteX0" fmla="*/ 0 w 979468"/>
              <a:gd name="connsiteY0" fmla="*/ 109 h 940813"/>
              <a:gd name="connsiteX1" fmla="*/ 143241 w 979468"/>
              <a:gd name="connsiteY1" fmla="*/ 496948 h 940813"/>
              <a:gd name="connsiteX2" fmla="*/ 971472 w 979468"/>
              <a:gd name="connsiteY2" fmla="*/ 616963 h 940813"/>
              <a:gd name="connsiteX3" fmla="*/ 979458 w 979468"/>
              <a:gd name="connsiteY3" fmla="*/ 762109 h 940813"/>
              <a:gd name="connsiteX4" fmla="*/ 733713 w 979468"/>
              <a:gd name="connsiteY4" fmla="*/ 925207 h 940813"/>
              <a:gd name="connsiteX5" fmla="*/ 718107 w 979468"/>
              <a:gd name="connsiteY5" fmla="*/ 940813 h 940813"/>
              <a:gd name="connsiteX6" fmla="*/ 15606 w 979468"/>
              <a:gd name="connsiteY6" fmla="*/ 940813 h 940813"/>
              <a:gd name="connsiteX7" fmla="*/ 0 w 979468"/>
              <a:gd name="connsiteY7" fmla="*/ 925207 h 940813"/>
              <a:gd name="connsiteX8" fmla="*/ 0 w 979468"/>
              <a:gd name="connsiteY8" fmla="*/ 109 h 940813"/>
              <a:gd name="connsiteX0" fmla="*/ 0 w 979468"/>
              <a:gd name="connsiteY0" fmla="*/ 75 h 940779"/>
              <a:gd name="connsiteX1" fmla="*/ 49896 w 979468"/>
              <a:gd name="connsiteY1" fmla="*/ 736944 h 940779"/>
              <a:gd name="connsiteX2" fmla="*/ 971472 w 979468"/>
              <a:gd name="connsiteY2" fmla="*/ 616929 h 940779"/>
              <a:gd name="connsiteX3" fmla="*/ 979458 w 979468"/>
              <a:gd name="connsiteY3" fmla="*/ 762075 h 940779"/>
              <a:gd name="connsiteX4" fmla="*/ 733713 w 979468"/>
              <a:gd name="connsiteY4" fmla="*/ 925173 h 940779"/>
              <a:gd name="connsiteX5" fmla="*/ 718107 w 979468"/>
              <a:gd name="connsiteY5" fmla="*/ 940779 h 940779"/>
              <a:gd name="connsiteX6" fmla="*/ 15606 w 979468"/>
              <a:gd name="connsiteY6" fmla="*/ 940779 h 940779"/>
              <a:gd name="connsiteX7" fmla="*/ 0 w 979468"/>
              <a:gd name="connsiteY7" fmla="*/ 925173 h 940779"/>
              <a:gd name="connsiteX8" fmla="*/ 0 w 979468"/>
              <a:gd name="connsiteY8" fmla="*/ 75 h 940779"/>
              <a:gd name="connsiteX0" fmla="*/ 0 w 979468"/>
              <a:gd name="connsiteY0" fmla="*/ 88 h 940792"/>
              <a:gd name="connsiteX1" fmla="*/ 42276 w 979468"/>
              <a:gd name="connsiteY1" fmla="*/ 616942 h 940792"/>
              <a:gd name="connsiteX2" fmla="*/ 971472 w 979468"/>
              <a:gd name="connsiteY2" fmla="*/ 616942 h 940792"/>
              <a:gd name="connsiteX3" fmla="*/ 979458 w 979468"/>
              <a:gd name="connsiteY3" fmla="*/ 762088 h 940792"/>
              <a:gd name="connsiteX4" fmla="*/ 733713 w 979468"/>
              <a:gd name="connsiteY4" fmla="*/ 925186 h 940792"/>
              <a:gd name="connsiteX5" fmla="*/ 718107 w 979468"/>
              <a:gd name="connsiteY5" fmla="*/ 940792 h 940792"/>
              <a:gd name="connsiteX6" fmla="*/ 15606 w 979468"/>
              <a:gd name="connsiteY6" fmla="*/ 940792 h 940792"/>
              <a:gd name="connsiteX7" fmla="*/ 0 w 979468"/>
              <a:gd name="connsiteY7" fmla="*/ 925186 h 940792"/>
              <a:gd name="connsiteX8" fmla="*/ 0 w 97946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180897 w 979458"/>
              <a:gd name="connsiteY2" fmla="*/ 73314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180897 w 979458"/>
              <a:gd name="connsiteY2" fmla="*/ 73314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476172 w 979458"/>
              <a:gd name="connsiteY2" fmla="*/ 72933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476172 w 979458"/>
              <a:gd name="connsiteY2" fmla="*/ 72933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42539 w 1021997"/>
              <a:gd name="connsiteY0" fmla="*/ 85 h 940789"/>
              <a:gd name="connsiteX1" fmla="*/ 995 w 1021997"/>
              <a:gd name="connsiteY1" fmla="*/ 647419 h 940789"/>
              <a:gd name="connsiteX2" fmla="*/ 518711 w 1021997"/>
              <a:gd name="connsiteY2" fmla="*/ 729334 h 940789"/>
              <a:gd name="connsiteX3" fmla="*/ 1021997 w 1021997"/>
              <a:gd name="connsiteY3" fmla="*/ 762085 h 940789"/>
              <a:gd name="connsiteX4" fmla="*/ 776252 w 1021997"/>
              <a:gd name="connsiteY4" fmla="*/ 925183 h 940789"/>
              <a:gd name="connsiteX5" fmla="*/ 760646 w 1021997"/>
              <a:gd name="connsiteY5" fmla="*/ 940789 h 940789"/>
              <a:gd name="connsiteX6" fmla="*/ 58145 w 1021997"/>
              <a:gd name="connsiteY6" fmla="*/ 940789 h 940789"/>
              <a:gd name="connsiteX7" fmla="*/ 42539 w 1021997"/>
              <a:gd name="connsiteY7" fmla="*/ 925183 h 940789"/>
              <a:gd name="connsiteX8" fmla="*/ 42539 w 1021997"/>
              <a:gd name="connsiteY8" fmla="*/ 85 h 940789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476172 w 979458"/>
              <a:gd name="connsiteY2" fmla="*/ 729342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319962 w 979458"/>
              <a:gd name="connsiteY2" fmla="*/ 71219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319962 w 979458"/>
              <a:gd name="connsiteY2" fmla="*/ 71219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733713"/>
              <a:gd name="connsiteY0" fmla="*/ 93 h 940797"/>
              <a:gd name="connsiteX1" fmla="*/ 38466 w 733713"/>
              <a:gd name="connsiteY1" fmla="*/ 582657 h 940797"/>
              <a:gd name="connsiteX2" fmla="*/ 319962 w 733713"/>
              <a:gd name="connsiteY2" fmla="*/ 712197 h 940797"/>
              <a:gd name="connsiteX3" fmla="*/ 587028 w 733713"/>
              <a:gd name="connsiteY3" fmla="*/ 722088 h 940797"/>
              <a:gd name="connsiteX4" fmla="*/ 733713 w 733713"/>
              <a:gd name="connsiteY4" fmla="*/ 925191 h 940797"/>
              <a:gd name="connsiteX5" fmla="*/ 718107 w 733713"/>
              <a:gd name="connsiteY5" fmla="*/ 940797 h 940797"/>
              <a:gd name="connsiteX6" fmla="*/ 15606 w 733713"/>
              <a:gd name="connsiteY6" fmla="*/ 940797 h 940797"/>
              <a:gd name="connsiteX7" fmla="*/ 0 w 733713"/>
              <a:gd name="connsiteY7" fmla="*/ 925191 h 940797"/>
              <a:gd name="connsiteX8" fmla="*/ 0 w 733713"/>
              <a:gd name="connsiteY8" fmla="*/ 93 h 940797"/>
              <a:gd name="connsiteX0" fmla="*/ 0 w 718319"/>
              <a:gd name="connsiteY0" fmla="*/ 93 h 940797"/>
              <a:gd name="connsiteX1" fmla="*/ 38466 w 718319"/>
              <a:gd name="connsiteY1" fmla="*/ 582657 h 940797"/>
              <a:gd name="connsiteX2" fmla="*/ 319962 w 718319"/>
              <a:gd name="connsiteY2" fmla="*/ 712197 h 940797"/>
              <a:gd name="connsiteX3" fmla="*/ 587028 w 718319"/>
              <a:gd name="connsiteY3" fmla="*/ 722088 h 940797"/>
              <a:gd name="connsiteX4" fmla="*/ 470823 w 718319"/>
              <a:gd name="connsiteY4" fmla="*/ 896616 h 940797"/>
              <a:gd name="connsiteX5" fmla="*/ 718107 w 718319"/>
              <a:gd name="connsiteY5" fmla="*/ 940797 h 940797"/>
              <a:gd name="connsiteX6" fmla="*/ 15606 w 718319"/>
              <a:gd name="connsiteY6" fmla="*/ 940797 h 940797"/>
              <a:gd name="connsiteX7" fmla="*/ 0 w 718319"/>
              <a:gd name="connsiteY7" fmla="*/ 925191 h 940797"/>
              <a:gd name="connsiteX8" fmla="*/ 0 w 718319"/>
              <a:gd name="connsiteY8" fmla="*/ 93 h 940797"/>
              <a:gd name="connsiteX0" fmla="*/ 0 w 606085"/>
              <a:gd name="connsiteY0" fmla="*/ 93 h 940797"/>
              <a:gd name="connsiteX1" fmla="*/ 38466 w 606085"/>
              <a:gd name="connsiteY1" fmla="*/ 582657 h 940797"/>
              <a:gd name="connsiteX2" fmla="*/ 319962 w 606085"/>
              <a:gd name="connsiteY2" fmla="*/ 712197 h 940797"/>
              <a:gd name="connsiteX3" fmla="*/ 587028 w 606085"/>
              <a:gd name="connsiteY3" fmla="*/ 722088 h 940797"/>
              <a:gd name="connsiteX4" fmla="*/ 470823 w 606085"/>
              <a:gd name="connsiteY4" fmla="*/ 896616 h 940797"/>
              <a:gd name="connsiteX5" fmla="*/ 605712 w 606085"/>
              <a:gd name="connsiteY5" fmla="*/ 940797 h 940797"/>
              <a:gd name="connsiteX6" fmla="*/ 15606 w 606085"/>
              <a:gd name="connsiteY6" fmla="*/ 940797 h 940797"/>
              <a:gd name="connsiteX7" fmla="*/ 0 w 606085"/>
              <a:gd name="connsiteY7" fmla="*/ 925191 h 940797"/>
              <a:gd name="connsiteX8" fmla="*/ 0 w 606085"/>
              <a:gd name="connsiteY8" fmla="*/ 93 h 940797"/>
              <a:gd name="connsiteX0" fmla="*/ 0 w 657424"/>
              <a:gd name="connsiteY0" fmla="*/ 93 h 940797"/>
              <a:gd name="connsiteX1" fmla="*/ 38466 w 657424"/>
              <a:gd name="connsiteY1" fmla="*/ 582657 h 940797"/>
              <a:gd name="connsiteX2" fmla="*/ 319962 w 657424"/>
              <a:gd name="connsiteY2" fmla="*/ 712197 h 940797"/>
              <a:gd name="connsiteX3" fmla="*/ 587028 w 657424"/>
              <a:gd name="connsiteY3" fmla="*/ 722088 h 940797"/>
              <a:gd name="connsiteX4" fmla="*/ 470823 w 657424"/>
              <a:gd name="connsiteY4" fmla="*/ 896616 h 940797"/>
              <a:gd name="connsiteX5" fmla="*/ 657147 w 657424"/>
              <a:gd name="connsiteY5" fmla="*/ 936987 h 940797"/>
              <a:gd name="connsiteX6" fmla="*/ 15606 w 657424"/>
              <a:gd name="connsiteY6" fmla="*/ 940797 h 940797"/>
              <a:gd name="connsiteX7" fmla="*/ 0 w 657424"/>
              <a:gd name="connsiteY7" fmla="*/ 925191 h 940797"/>
              <a:gd name="connsiteX8" fmla="*/ 0 w 657424"/>
              <a:gd name="connsiteY8" fmla="*/ 93 h 940797"/>
              <a:gd name="connsiteX0" fmla="*/ 0 w 657424"/>
              <a:gd name="connsiteY0" fmla="*/ 93 h 940797"/>
              <a:gd name="connsiteX1" fmla="*/ 38466 w 657424"/>
              <a:gd name="connsiteY1" fmla="*/ 582657 h 940797"/>
              <a:gd name="connsiteX2" fmla="*/ 319962 w 657424"/>
              <a:gd name="connsiteY2" fmla="*/ 712197 h 940797"/>
              <a:gd name="connsiteX3" fmla="*/ 474633 w 657424"/>
              <a:gd name="connsiteY3" fmla="*/ 727803 h 940797"/>
              <a:gd name="connsiteX4" fmla="*/ 470823 w 657424"/>
              <a:gd name="connsiteY4" fmla="*/ 896616 h 940797"/>
              <a:gd name="connsiteX5" fmla="*/ 657147 w 657424"/>
              <a:gd name="connsiteY5" fmla="*/ 936987 h 940797"/>
              <a:gd name="connsiteX6" fmla="*/ 15606 w 657424"/>
              <a:gd name="connsiteY6" fmla="*/ 940797 h 940797"/>
              <a:gd name="connsiteX7" fmla="*/ 0 w 657424"/>
              <a:gd name="connsiteY7" fmla="*/ 925191 h 940797"/>
              <a:gd name="connsiteX8" fmla="*/ 0 w 657424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7705" h="940797">
                <a:moveTo>
                  <a:pt x="0" y="93"/>
                </a:moveTo>
                <a:cubicBezTo>
                  <a:pt x="0" y="-8526"/>
                  <a:pt x="18417" y="580752"/>
                  <a:pt x="38466" y="582657"/>
                </a:cubicBezTo>
                <a:cubicBezTo>
                  <a:pt x="61813" y="646157"/>
                  <a:pt x="-17710" y="681082"/>
                  <a:pt x="319962" y="712197"/>
                </a:cubicBezTo>
                <a:cubicBezTo>
                  <a:pt x="328581" y="712197"/>
                  <a:pt x="474633" y="719184"/>
                  <a:pt x="474633" y="727803"/>
                </a:cubicBezTo>
                <a:cubicBezTo>
                  <a:pt x="507018" y="743434"/>
                  <a:pt x="539403" y="738110"/>
                  <a:pt x="571788" y="774696"/>
                </a:cubicBezTo>
                <a:cubicBezTo>
                  <a:pt x="571788" y="783315"/>
                  <a:pt x="665766" y="936987"/>
                  <a:pt x="657147" y="936987"/>
                </a:cubicBezTo>
                <a:lnTo>
                  <a:pt x="15606" y="940797"/>
                </a:lnTo>
                <a:cubicBezTo>
                  <a:pt x="6987" y="940797"/>
                  <a:pt x="0" y="933810"/>
                  <a:pt x="0" y="925191"/>
                </a:cubicBezTo>
                <a:lnTo>
                  <a:pt x="0" y="9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CE4250-176F-4EB5-AA6B-5F2A95A53481}"/>
              </a:ext>
            </a:extLst>
          </p:cNvPr>
          <p:cNvSpPr/>
          <p:nvPr/>
        </p:nvSpPr>
        <p:spPr>
          <a:xfrm>
            <a:off x="12192000" y="8795627"/>
            <a:ext cx="5913120" cy="562362"/>
          </a:xfrm>
          <a:prstGeom prst="rect">
            <a:avLst/>
          </a:prstGeom>
          <a:gradFill>
            <a:gsLst>
              <a:gs pos="0">
                <a:srgbClr val="858888"/>
              </a:gs>
              <a:gs pos="37080">
                <a:srgbClr val="B3B2B1"/>
              </a:gs>
              <a:gs pos="100000">
                <a:srgbClr val="858888"/>
              </a:gs>
              <a:gs pos="86713">
                <a:srgbClr val="EBE8E3"/>
              </a:gs>
              <a:gs pos="67000">
                <a:srgbClr val="B3B2B1"/>
              </a:gs>
              <a:gs pos="18000">
                <a:srgbClr val="EBE8E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CCD56C-9374-21DB-F7C8-914FB893AAA3}"/>
              </a:ext>
            </a:extLst>
          </p:cNvPr>
          <p:cNvSpPr/>
          <p:nvPr/>
        </p:nvSpPr>
        <p:spPr>
          <a:xfrm>
            <a:off x="13037820" y="8378659"/>
            <a:ext cx="4221480" cy="416970"/>
          </a:xfrm>
          <a:custGeom>
            <a:avLst/>
            <a:gdLst>
              <a:gd name="connsiteX0" fmla="*/ 0 w 2110740"/>
              <a:gd name="connsiteY0" fmla="*/ 0 h 208485"/>
              <a:gd name="connsiteX1" fmla="*/ 9214 w 2110740"/>
              <a:gd name="connsiteY1" fmla="*/ 2221 h 208485"/>
              <a:gd name="connsiteX2" fmla="*/ 1055370 w 2110740"/>
              <a:gd name="connsiteY2" fmla="*/ 35962 h 208485"/>
              <a:gd name="connsiteX3" fmla="*/ 2101526 w 2110740"/>
              <a:gd name="connsiteY3" fmla="*/ 2221 h 208485"/>
              <a:gd name="connsiteX4" fmla="*/ 2110740 w 2110740"/>
              <a:gd name="connsiteY4" fmla="*/ 0 h 208485"/>
              <a:gd name="connsiteX5" fmla="*/ 2110740 w 2110740"/>
              <a:gd name="connsiteY5" fmla="*/ 208485 h 208485"/>
              <a:gd name="connsiteX6" fmla="*/ 0 w 2110740"/>
              <a:gd name="connsiteY6" fmla="*/ 208485 h 20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0740" h="208485">
                <a:moveTo>
                  <a:pt x="0" y="0"/>
                </a:moveTo>
                <a:lnTo>
                  <a:pt x="9214" y="2221"/>
                </a:lnTo>
                <a:cubicBezTo>
                  <a:pt x="181574" y="22049"/>
                  <a:pt x="585080" y="35962"/>
                  <a:pt x="1055370" y="35962"/>
                </a:cubicBezTo>
                <a:cubicBezTo>
                  <a:pt x="1525660" y="35962"/>
                  <a:pt x="1929166" y="22049"/>
                  <a:pt x="2101526" y="2221"/>
                </a:cubicBezTo>
                <a:lnTo>
                  <a:pt x="2110740" y="0"/>
                </a:lnTo>
                <a:lnTo>
                  <a:pt x="2110740" y="208485"/>
                </a:lnTo>
                <a:lnTo>
                  <a:pt x="0" y="208485"/>
                </a:lnTo>
                <a:close/>
              </a:path>
            </a:pathLst>
          </a:custGeom>
          <a:gradFill>
            <a:gsLst>
              <a:gs pos="81000">
                <a:srgbClr val="919DA4"/>
              </a:gs>
              <a:gs pos="39000">
                <a:srgbClr val="717677"/>
              </a:gs>
              <a:gs pos="100000">
                <a:srgbClr val="C7C9CA"/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026" name="Picture 2" descr="東京メトロ 13000系　正面　イラスト　日比谷線　アルミ車　ATC　東武伊勢崎線乗入れ　Tokyo　Underground　Subway　hibiya line　Tokyo metro　illustration  front view">
            <a:extLst>
              <a:ext uri="{FF2B5EF4-FFF2-40B4-BE49-F238E27FC236}">
                <a16:creationId xmlns:a16="http://schemas.microsoft.com/office/drawing/2014/main" id="{E39FE16E-B070-0405-AE3B-8FAA8C43B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26"/>
          <a:stretch/>
        </p:blipFill>
        <p:spPr bwMode="auto">
          <a:xfrm>
            <a:off x="4945344" y="2426310"/>
            <a:ext cx="5924522" cy="633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9700B3B-12CB-AEB9-E81C-A07A153D45B8}"/>
              </a:ext>
            </a:extLst>
          </p:cNvPr>
          <p:cNvSpPr/>
          <p:nvPr/>
        </p:nvSpPr>
        <p:spPr>
          <a:xfrm>
            <a:off x="13037820" y="7735028"/>
            <a:ext cx="4217604" cy="416968"/>
          </a:xfrm>
          <a:custGeom>
            <a:avLst/>
            <a:gdLst>
              <a:gd name="connsiteX0" fmla="*/ 0 w 2078355"/>
              <a:gd name="connsiteY0" fmla="*/ 22860 h 45719"/>
              <a:gd name="connsiteX1" fmla="*/ 1039178 w 2078355"/>
              <a:gd name="connsiteY1" fmla="*/ 0 h 45719"/>
              <a:gd name="connsiteX2" fmla="*/ 2078356 w 2078355"/>
              <a:gd name="connsiteY2" fmla="*/ 22860 h 45719"/>
              <a:gd name="connsiteX3" fmla="*/ 1039178 w 2078355"/>
              <a:gd name="connsiteY3" fmla="*/ 45720 h 45719"/>
              <a:gd name="connsiteX4" fmla="*/ 0 w 2078355"/>
              <a:gd name="connsiteY4" fmla="*/ 22860 h 45719"/>
              <a:gd name="connsiteX0" fmla="*/ 2 w 2078358"/>
              <a:gd name="connsiteY0" fmla="*/ 22860 h 93345"/>
              <a:gd name="connsiteX1" fmla="*/ 1039180 w 2078358"/>
              <a:gd name="connsiteY1" fmla="*/ 0 h 93345"/>
              <a:gd name="connsiteX2" fmla="*/ 2078358 w 2078358"/>
              <a:gd name="connsiteY2" fmla="*/ 22860 h 93345"/>
              <a:gd name="connsiteX3" fmla="*/ 1031560 w 2078358"/>
              <a:gd name="connsiteY3" fmla="*/ 93345 h 93345"/>
              <a:gd name="connsiteX4" fmla="*/ 2 w 2078358"/>
              <a:gd name="connsiteY4" fmla="*/ 22860 h 93345"/>
              <a:gd name="connsiteX0" fmla="*/ 1 w 2112647"/>
              <a:gd name="connsiteY0" fmla="*/ 42382 h 93999"/>
              <a:gd name="connsiteX1" fmla="*/ 1073469 w 2112647"/>
              <a:gd name="connsiteY1" fmla="*/ 472 h 93999"/>
              <a:gd name="connsiteX2" fmla="*/ 2112647 w 2112647"/>
              <a:gd name="connsiteY2" fmla="*/ 23332 h 93999"/>
              <a:gd name="connsiteX3" fmla="*/ 1065849 w 2112647"/>
              <a:gd name="connsiteY3" fmla="*/ 93817 h 93999"/>
              <a:gd name="connsiteX4" fmla="*/ 1 w 2112647"/>
              <a:gd name="connsiteY4" fmla="*/ 42382 h 93999"/>
              <a:gd name="connsiteX0" fmla="*/ 2 w 2112648"/>
              <a:gd name="connsiteY0" fmla="*/ 133420 h 185139"/>
              <a:gd name="connsiteX1" fmla="*/ 1075375 w 2112648"/>
              <a:gd name="connsiteY1" fmla="*/ 70 h 185139"/>
              <a:gd name="connsiteX2" fmla="*/ 2112648 w 2112648"/>
              <a:gd name="connsiteY2" fmla="*/ 114370 h 185139"/>
              <a:gd name="connsiteX3" fmla="*/ 1065850 w 2112648"/>
              <a:gd name="connsiteY3" fmla="*/ 184855 h 185139"/>
              <a:gd name="connsiteX4" fmla="*/ 2 w 2112648"/>
              <a:gd name="connsiteY4" fmla="*/ 133420 h 185139"/>
              <a:gd name="connsiteX0" fmla="*/ 2 w 2112648"/>
              <a:gd name="connsiteY0" fmla="*/ 133385 h 184946"/>
              <a:gd name="connsiteX1" fmla="*/ 1075375 w 2112648"/>
              <a:gd name="connsiteY1" fmla="*/ 35 h 184946"/>
              <a:gd name="connsiteX2" fmla="*/ 2112648 w 2112648"/>
              <a:gd name="connsiteY2" fmla="*/ 146720 h 184946"/>
              <a:gd name="connsiteX3" fmla="*/ 1065850 w 2112648"/>
              <a:gd name="connsiteY3" fmla="*/ 184820 h 184946"/>
              <a:gd name="connsiteX4" fmla="*/ 2 w 2112648"/>
              <a:gd name="connsiteY4" fmla="*/ 133385 h 184946"/>
              <a:gd name="connsiteX0" fmla="*/ 17 w 2112663"/>
              <a:gd name="connsiteY0" fmla="*/ 133385 h 184946"/>
              <a:gd name="connsiteX1" fmla="*/ 1090630 w 2112663"/>
              <a:gd name="connsiteY1" fmla="*/ 35 h 184946"/>
              <a:gd name="connsiteX2" fmla="*/ 2112663 w 2112663"/>
              <a:gd name="connsiteY2" fmla="*/ 146720 h 184946"/>
              <a:gd name="connsiteX3" fmla="*/ 1065865 w 2112663"/>
              <a:gd name="connsiteY3" fmla="*/ 184820 h 184946"/>
              <a:gd name="connsiteX4" fmla="*/ 17 w 2112663"/>
              <a:gd name="connsiteY4" fmla="*/ 133385 h 184946"/>
              <a:gd name="connsiteX0" fmla="*/ 17 w 2106948"/>
              <a:gd name="connsiteY0" fmla="*/ 133353 h 184801"/>
              <a:gd name="connsiteX1" fmla="*/ 1090630 w 2106948"/>
              <a:gd name="connsiteY1" fmla="*/ 3 h 184801"/>
              <a:gd name="connsiteX2" fmla="*/ 2106948 w 2106948"/>
              <a:gd name="connsiteY2" fmla="*/ 129543 h 184801"/>
              <a:gd name="connsiteX3" fmla="*/ 1065865 w 2106948"/>
              <a:gd name="connsiteY3" fmla="*/ 184788 h 184801"/>
              <a:gd name="connsiteX4" fmla="*/ 17 w 2106948"/>
              <a:gd name="connsiteY4" fmla="*/ 133353 h 184801"/>
              <a:gd name="connsiteX0" fmla="*/ 17 w 2108853"/>
              <a:gd name="connsiteY0" fmla="*/ 133454 h 185281"/>
              <a:gd name="connsiteX1" fmla="*/ 1090630 w 2108853"/>
              <a:gd name="connsiteY1" fmla="*/ 104 h 185281"/>
              <a:gd name="connsiteX2" fmla="*/ 2108853 w 2108853"/>
              <a:gd name="connsiteY2" fmla="*/ 110594 h 185281"/>
              <a:gd name="connsiteX3" fmla="*/ 1065865 w 2108853"/>
              <a:gd name="connsiteY3" fmla="*/ 184889 h 185281"/>
              <a:gd name="connsiteX4" fmla="*/ 17 w 2108853"/>
              <a:gd name="connsiteY4" fmla="*/ 133454 h 185281"/>
              <a:gd name="connsiteX0" fmla="*/ 17 w 2108857"/>
              <a:gd name="connsiteY0" fmla="*/ 133629 h 185456"/>
              <a:gd name="connsiteX1" fmla="*/ 1090630 w 2108857"/>
              <a:gd name="connsiteY1" fmla="*/ 279 h 185456"/>
              <a:gd name="connsiteX2" fmla="*/ 2108853 w 2108857"/>
              <a:gd name="connsiteY2" fmla="*/ 110769 h 185456"/>
              <a:gd name="connsiteX3" fmla="*/ 1065865 w 2108857"/>
              <a:gd name="connsiteY3" fmla="*/ 185064 h 185456"/>
              <a:gd name="connsiteX4" fmla="*/ 17 w 2108857"/>
              <a:gd name="connsiteY4" fmla="*/ 133629 h 185456"/>
              <a:gd name="connsiteX0" fmla="*/ 17 w 2097427"/>
              <a:gd name="connsiteY0" fmla="*/ 133396 h 185003"/>
              <a:gd name="connsiteX1" fmla="*/ 1090630 w 2097427"/>
              <a:gd name="connsiteY1" fmla="*/ 46 h 185003"/>
              <a:gd name="connsiteX2" fmla="*/ 2097423 w 2097427"/>
              <a:gd name="connsiteY2" fmla="*/ 148636 h 185003"/>
              <a:gd name="connsiteX3" fmla="*/ 1065865 w 2097427"/>
              <a:gd name="connsiteY3" fmla="*/ 184831 h 185003"/>
              <a:gd name="connsiteX4" fmla="*/ 17 w 2097427"/>
              <a:gd name="connsiteY4" fmla="*/ 133396 h 185003"/>
              <a:gd name="connsiteX0" fmla="*/ 1885 w 2099295"/>
              <a:gd name="connsiteY0" fmla="*/ 133413 h 185020"/>
              <a:gd name="connsiteX1" fmla="*/ 1092498 w 2099295"/>
              <a:gd name="connsiteY1" fmla="*/ 63 h 185020"/>
              <a:gd name="connsiteX2" fmla="*/ 2099291 w 2099295"/>
              <a:gd name="connsiteY2" fmla="*/ 148653 h 185020"/>
              <a:gd name="connsiteX3" fmla="*/ 1067733 w 2099295"/>
              <a:gd name="connsiteY3" fmla="*/ 184848 h 185020"/>
              <a:gd name="connsiteX4" fmla="*/ 1885 w 2099295"/>
              <a:gd name="connsiteY4" fmla="*/ 133413 h 185020"/>
              <a:gd name="connsiteX0" fmla="*/ 1867 w 2108802"/>
              <a:gd name="connsiteY0" fmla="*/ 120256 h 185571"/>
              <a:gd name="connsiteX1" fmla="*/ 1102005 w 2108802"/>
              <a:gd name="connsiteY1" fmla="*/ 252 h 185571"/>
              <a:gd name="connsiteX2" fmla="*/ 2108798 w 2108802"/>
              <a:gd name="connsiteY2" fmla="*/ 148842 h 185571"/>
              <a:gd name="connsiteX3" fmla="*/ 1077240 w 2108802"/>
              <a:gd name="connsiteY3" fmla="*/ 185037 h 185571"/>
              <a:gd name="connsiteX4" fmla="*/ 1867 w 2108802"/>
              <a:gd name="connsiteY4" fmla="*/ 120256 h 18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802" h="185571">
                <a:moveTo>
                  <a:pt x="1867" y="120256"/>
                </a:moveTo>
                <a:cubicBezTo>
                  <a:pt x="-43535" y="58954"/>
                  <a:pt x="750850" y="-4512"/>
                  <a:pt x="1102005" y="252"/>
                </a:cubicBezTo>
                <a:cubicBezTo>
                  <a:pt x="1453160" y="5016"/>
                  <a:pt x="2110703" y="69542"/>
                  <a:pt x="2108798" y="148842"/>
                </a:cubicBezTo>
                <a:cubicBezTo>
                  <a:pt x="2108798" y="161467"/>
                  <a:pt x="1428395" y="189801"/>
                  <a:pt x="1077240" y="185037"/>
                </a:cubicBezTo>
                <a:cubicBezTo>
                  <a:pt x="726085" y="180273"/>
                  <a:pt x="47269" y="181558"/>
                  <a:pt x="1867" y="120256"/>
                </a:cubicBezTo>
                <a:close/>
              </a:path>
            </a:pathLst>
          </a:custGeom>
          <a:solidFill>
            <a:srgbClr val="434C53"/>
          </a:solidFill>
          <a:ln w="19050">
            <a:solidFill>
              <a:srgbClr val="AFC4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BB0211-CF54-73FB-38F8-EA360FB3A08C}"/>
              </a:ext>
            </a:extLst>
          </p:cNvPr>
          <p:cNvSpPr/>
          <p:nvPr/>
        </p:nvSpPr>
        <p:spPr>
          <a:xfrm>
            <a:off x="12523473" y="7420663"/>
            <a:ext cx="915434" cy="704850"/>
          </a:xfrm>
          <a:custGeom>
            <a:avLst/>
            <a:gdLst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9525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74297 w 451485"/>
              <a:gd name="connsiteY6" fmla="*/ 318135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419098 w 454416"/>
              <a:gd name="connsiteY2" fmla="*/ 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2903 w 454416"/>
              <a:gd name="connsiteY2" fmla="*/ 19050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77188 w 454416"/>
              <a:gd name="connsiteY2" fmla="*/ 34290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7717"/>
              <a:gd name="connsiteY0" fmla="*/ 32387 h 352425"/>
              <a:gd name="connsiteX1" fmla="*/ 32387 w 457717"/>
              <a:gd name="connsiteY1" fmla="*/ 0 h 352425"/>
              <a:gd name="connsiteX2" fmla="*/ 377188 w 457717"/>
              <a:gd name="connsiteY2" fmla="*/ 34290 h 352425"/>
              <a:gd name="connsiteX3" fmla="*/ 398145 w 457717"/>
              <a:gd name="connsiteY3" fmla="*/ 68582 h 352425"/>
              <a:gd name="connsiteX4" fmla="*/ 457200 w 457717"/>
              <a:gd name="connsiteY4" fmla="*/ 331468 h 352425"/>
              <a:gd name="connsiteX5" fmla="*/ 443863 w 457717"/>
              <a:gd name="connsiteY5" fmla="*/ 352425 h 352425"/>
              <a:gd name="connsiteX6" fmla="*/ 74297 w 457717"/>
              <a:gd name="connsiteY6" fmla="*/ 318135 h 352425"/>
              <a:gd name="connsiteX7" fmla="*/ 24765 w 457717"/>
              <a:gd name="connsiteY7" fmla="*/ 266698 h 352425"/>
              <a:gd name="connsiteX8" fmla="*/ 0 w 457717"/>
              <a:gd name="connsiteY8" fmla="*/ 32387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7717" h="352425">
                <a:moveTo>
                  <a:pt x="0" y="32387"/>
                </a:moveTo>
                <a:cubicBezTo>
                  <a:pt x="0" y="14500"/>
                  <a:pt x="14500" y="0"/>
                  <a:pt x="32387" y="0"/>
                </a:cubicBezTo>
                <a:lnTo>
                  <a:pt x="377188" y="34290"/>
                </a:lnTo>
                <a:cubicBezTo>
                  <a:pt x="395075" y="34290"/>
                  <a:pt x="398145" y="50695"/>
                  <a:pt x="398145" y="68582"/>
                </a:cubicBezTo>
                <a:lnTo>
                  <a:pt x="457200" y="331468"/>
                </a:lnTo>
                <a:cubicBezTo>
                  <a:pt x="457200" y="349355"/>
                  <a:pt x="461750" y="352425"/>
                  <a:pt x="443863" y="352425"/>
                </a:cubicBezTo>
                <a:lnTo>
                  <a:pt x="74297" y="318135"/>
                </a:lnTo>
                <a:cubicBezTo>
                  <a:pt x="56410" y="318135"/>
                  <a:pt x="24765" y="284585"/>
                  <a:pt x="24765" y="266698"/>
                </a:cubicBezTo>
                <a:cubicBezTo>
                  <a:pt x="9525" y="168274"/>
                  <a:pt x="0" y="125096"/>
                  <a:pt x="0" y="32387"/>
                </a:cubicBezTo>
                <a:close/>
              </a:path>
            </a:pathLst>
          </a:custGeom>
          <a:solidFill>
            <a:srgbClr val="1713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24" name="Rectangle: Rounded Corners 21">
            <a:extLst>
              <a:ext uri="{FF2B5EF4-FFF2-40B4-BE49-F238E27FC236}">
                <a16:creationId xmlns:a16="http://schemas.microsoft.com/office/drawing/2014/main" id="{9B9AF0E1-D81B-A9BD-829B-056640D01666}"/>
              </a:ext>
            </a:extLst>
          </p:cNvPr>
          <p:cNvSpPr/>
          <p:nvPr/>
        </p:nvSpPr>
        <p:spPr>
          <a:xfrm flipH="1">
            <a:off x="16880838" y="7420661"/>
            <a:ext cx="899160" cy="704850"/>
          </a:xfrm>
          <a:custGeom>
            <a:avLst/>
            <a:gdLst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9525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74297 w 451485"/>
              <a:gd name="connsiteY6" fmla="*/ 318135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419098 w 454416"/>
              <a:gd name="connsiteY2" fmla="*/ 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2903 w 454416"/>
              <a:gd name="connsiteY2" fmla="*/ 19050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77188 w 454416"/>
              <a:gd name="connsiteY2" fmla="*/ 34290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7717"/>
              <a:gd name="connsiteY0" fmla="*/ 32387 h 352425"/>
              <a:gd name="connsiteX1" fmla="*/ 32387 w 457717"/>
              <a:gd name="connsiteY1" fmla="*/ 0 h 352425"/>
              <a:gd name="connsiteX2" fmla="*/ 377188 w 457717"/>
              <a:gd name="connsiteY2" fmla="*/ 34290 h 352425"/>
              <a:gd name="connsiteX3" fmla="*/ 398145 w 457717"/>
              <a:gd name="connsiteY3" fmla="*/ 68582 h 352425"/>
              <a:gd name="connsiteX4" fmla="*/ 457200 w 457717"/>
              <a:gd name="connsiteY4" fmla="*/ 331468 h 352425"/>
              <a:gd name="connsiteX5" fmla="*/ 443863 w 457717"/>
              <a:gd name="connsiteY5" fmla="*/ 352425 h 352425"/>
              <a:gd name="connsiteX6" fmla="*/ 74297 w 457717"/>
              <a:gd name="connsiteY6" fmla="*/ 318135 h 352425"/>
              <a:gd name="connsiteX7" fmla="*/ 24765 w 457717"/>
              <a:gd name="connsiteY7" fmla="*/ 266698 h 352425"/>
              <a:gd name="connsiteX8" fmla="*/ 0 w 457717"/>
              <a:gd name="connsiteY8" fmla="*/ 32387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7717" h="352425">
                <a:moveTo>
                  <a:pt x="0" y="32387"/>
                </a:moveTo>
                <a:cubicBezTo>
                  <a:pt x="0" y="14500"/>
                  <a:pt x="14500" y="0"/>
                  <a:pt x="32387" y="0"/>
                </a:cubicBezTo>
                <a:lnTo>
                  <a:pt x="377188" y="34290"/>
                </a:lnTo>
                <a:cubicBezTo>
                  <a:pt x="395075" y="34290"/>
                  <a:pt x="398145" y="50695"/>
                  <a:pt x="398145" y="68582"/>
                </a:cubicBezTo>
                <a:lnTo>
                  <a:pt x="457200" y="331468"/>
                </a:lnTo>
                <a:cubicBezTo>
                  <a:pt x="457200" y="349355"/>
                  <a:pt x="461750" y="352425"/>
                  <a:pt x="443863" y="352425"/>
                </a:cubicBezTo>
                <a:lnTo>
                  <a:pt x="74297" y="318135"/>
                </a:lnTo>
                <a:cubicBezTo>
                  <a:pt x="56410" y="318135"/>
                  <a:pt x="24765" y="284585"/>
                  <a:pt x="24765" y="266698"/>
                </a:cubicBezTo>
                <a:cubicBezTo>
                  <a:pt x="9525" y="168274"/>
                  <a:pt x="0" y="125096"/>
                  <a:pt x="0" y="32387"/>
                </a:cubicBezTo>
                <a:close/>
              </a:path>
            </a:pathLst>
          </a:custGeom>
          <a:solidFill>
            <a:srgbClr val="1713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BDABCC9-9814-EE59-7934-A6F22E849C04}"/>
              </a:ext>
            </a:extLst>
          </p:cNvPr>
          <p:cNvSpPr/>
          <p:nvPr/>
        </p:nvSpPr>
        <p:spPr>
          <a:xfrm>
            <a:off x="12744552" y="7693821"/>
            <a:ext cx="4831598" cy="303386"/>
          </a:xfrm>
          <a:custGeom>
            <a:avLst/>
            <a:gdLst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6960 w 2369820"/>
              <a:gd name="connsiteY2" fmla="*/ 94534 h 151693"/>
              <a:gd name="connsiteX3" fmla="*/ 2339374 w 2369820"/>
              <a:gd name="connsiteY3" fmla="*/ 94553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6960 w 2369820"/>
              <a:gd name="connsiteY2" fmla="*/ 94534 h 151693"/>
              <a:gd name="connsiteX3" fmla="*/ 2320605 w 2369820"/>
              <a:gd name="connsiteY3" fmla="*/ 93601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9" fmla="*/ 0 w 2369820"/>
              <a:gd name="connsiteY9" fmla="*/ 0 h 151693"/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0391 w 2369820"/>
              <a:gd name="connsiteY2" fmla="*/ 88819 h 151693"/>
              <a:gd name="connsiteX3" fmla="*/ 2320605 w 2369820"/>
              <a:gd name="connsiteY3" fmla="*/ 93601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9" fmla="*/ 0 w 2369820"/>
              <a:gd name="connsiteY9" fmla="*/ 0 h 151693"/>
              <a:gd name="connsiteX0" fmla="*/ 0 w 2380143"/>
              <a:gd name="connsiteY0" fmla="*/ 0 h 151693"/>
              <a:gd name="connsiteX1" fmla="*/ 2380143 w 2380143"/>
              <a:gd name="connsiteY1" fmla="*/ 4763 h 151693"/>
              <a:gd name="connsiteX2" fmla="*/ 2340391 w 2380143"/>
              <a:gd name="connsiteY2" fmla="*/ 88819 h 151693"/>
              <a:gd name="connsiteX3" fmla="*/ 2320605 w 2380143"/>
              <a:gd name="connsiteY3" fmla="*/ 93601 h 151693"/>
              <a:gd name="connsiteX4" fmla="*/ 2219984 w 2380143"/>
              <a:gd name="connsiteY4" fmla="*/ 111227 h 151693"/>
              <a:gd name="connsiteX5" fmla="*/ 1189989 w 2380143"/>
              <a:gd name="connsiteY5" fmla="*/ 151685 h 151693"/>
              <a:gd name="connsiteX6" fmla="*/ 155172 w 2380143"/>
              <a:gd name="connsiteY6" fmla="*/ 114620 h 151693"/>
              <a:gd name="connsiteX7" fmla="*/ 48541 w 2380143"/>
              <a:gd name="connsiteY7" fmla="*/ 100182 h 151693"/>
              <a:gd name="connsiteX8" fmla="*/ 21091 w 2380143"/>
              <a:gd name="connsiteY8" fmla="*/ 100249 h 151693"/>
              <a:gd name="connsiteX9" fmla="*/ 0 w 2380143"/>
              <a:gd name="connsiteY9" fmla="*/ 0 h 151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0143" h="151693">
                <a:moveTo>
                  <a:pt x="0" y="0"/>
                </a:moveTo>
                <a:lnTo>
                  <a:pt x="2380143" y="4763"/>
                </a:lnTo>
                <a:lnTo>
                  <a:pt x="2340391" y="88819"/>
                </a:lnTo>
                <a:lnTo>
                  <a:pt x="2320605" y="93601"/>
                </a:lnTo>
                <a:cubicBezTo>
                  <a:pt x="2280808" y="99159"/>
                  <a:pt x="2259781" y="105669"/>
                  <a:pt x="2219984" y="111227"/>
                </a:cubicBezTo>
                <a:cubicBezTo>
                  <a:pt x="1985327" y="130304"/>
                  <a:pt x="1479787" y="151209"/>
                  <a:pt x="1189989" y="151685"/>
                </a:cubicBezTo>
                <a:cubicBezTo>
                  <a:pt x="900192" y="152161"/>
                  <a:pt x="391437" y="132924"/>
                  <a:pt x="155172" y="114620"/>
                </a:cubicBezTo>
                <a:lnTo>
                  <a:pt x="48541" y="100182"/>
                </a:lnTo>
                <a:lnTo>
                  <a:pt x="21091" y="1002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AF02254-7104-AB53-A40E-3FBA9A9200B2}"/>
              </a:ext>
            </a:extLst>
          </p:cNvPr>
          <p:cNvSpPr/>
          <p:nvPr/>
        </p:nvSpPr>
        <p:spPr>
          <a:xfrm>
            <a:off x="12735755" y="7638575"/>
            <a:ext cx="4873898" cy="300198"/>
          </a:xfrm>
          <a:custGeom>
            <a:avLst/>
            <a:gdLst>
              <a:gd name="connsiteX0" fmla="*/ 0 w 2348047"/>
              <a:gd name="connsiteY0" fmla="*/ 0 h 122476"/>
              <a:gd name="connsiteX1" fmla="*/ 2347503 w 2348047"/>
              <a:gd name="connsiteY1" fmla="*/ 0 h 122476"/>
              <a:gd name="connsiteX2" fmla="*/ 2347503 w 2348047"/>
              <a:gd name="connsiteY2" fmla="*/ 55128 h 122476"/>
              <a:gd name="connsiteX3" fmla="*/ 2348047 w 2348047"/>
              <a:gd name="connsiteY3" fmla="*/ 55152 h 122476"/>
              <a:gd name="connsiteX4" fmla="*/ 2347503 w 2348047"/>
              <a:gd name="connsiteY4" fmla="*/ 55253 h 122476"/>
              <a:gd name="connsiteX5" fmla="*/ 2347503 w 2348047"/>
              <a:gd name="connsiteY5" fmla="*/ 55797 h 122476"/>
              <a:gd name="connsiteX6" fmla="*/ 2344556 w 2348047"/>
              <a:gd name="connsiteY6" fmla="*/ 55797 h 122476"/>
              <a:gd name="connsiteX7" fmla="*/ 2176508 w 2348047"/>
              <a:gd name="connsiteY7" fmla="*/ 86844 h 122476"/>
              <a:gd name="connsiteX8" fmla="*/ 1139734 w 2348047"/>
              <a:gd name="connsiteY8" fmla="*/ 122475 h 122476"/>
              <a:gd name="connsiteX9" fmla="*/ 1 w 2348047"/>
              <a:gd name="connsiteY9" fmla="*/ 57057 h 122476"/>
              <a:gd name="connsiteX10" fmla="*/ 13924 w 2348047"/>
              <a:gd name="connsiteY10" fmla="*/ 55797 h 122476"/>
              <a:gd name="connsiteX11" fmla="*/ 0 w 2348047"/>
              <a:gd name="connsiteY11" fmla="*/ 55797 h 122476"/>
              <a:gd name="connsiteX0" fmla="*/ 0 w 2362743"/>
              <a:gd name="connsiteY0" fmla="*/ 0 h 122476"/>
              <a:gd name="connsiteX1" fmla="*/ 2362743 w 2362743"/>
              <a:gd name="connsiteY1" fmla="*/ 0 h 122476"/>
              <a:gd name="connsiteX2" fmla="*/ 2347503 w 2362743"/>
              <a:gd name="connsiteY2" fmla="*/ 55128 h 122476"/>
              <a:gd name="connsiteX3" fmla="*/ 2348047 w 2362743"/>
              <a:gd name="connsiteY3" fmla="*/ 55152 h 122476"/>
              <a:gd name="connsiteX4" fmla="*/ 2347503 w 2362743"/>
              <a:gd name="connsiteY4" fmla="*/ 55253 h 122476"/>
              <a:gd name="connsiteX5" fmla="*/ 2347503 w 2362743"/>
              <a:gd name="connsiteY5" fmla="*/ 55797 h 122476"/>
              <a:gd name="connsiteX6" fmla="*/ 2344556 w 2362743"/>
              <a:gd name="connsiteY6" fmla="*/ 55797 h 122476"/>
              <a:gd name="connsiteX7" fmla="*/ 2176508 w 2362743"/>
              <a:gd name="connsiteY7" fmla="*/ 86844 h 122476"/>
              <a:gd name="connsiteX8" fmla="*/ 1139734 w 2362743"/>
              <a:gd name="connsiteY8" fmla="*/ 122475 h 122476"/>
              <a:gd name="connsiteX9" fmla="*/ 1 w 2362743"/>
              <a:gd name="connsiteY9" fmla="*/ 57057 h 122476"/>
              <a:gd name="connsiteX10" fmla="*/ 13924 w 2362743"/>
              <a:gd name="connsiteY10" fmla="*/ 55797 h 122476"/>
              <a:gd name="connsiteX11" fmla="*/ 0 w 2362743"/>
              <a:gd name="connsiteY11" fmla="*/ 55797 h 122476"/>
              <a:gd name="connsiteX12" fmla="*/ 0 w 2362743"/>
              <a:gd name="connsiteY12" fmla="*/ 0 h 122476"/>
              <a:gd name="connsiteX0" fmla="*/ 0 w 2372268"/>
              <a:gd name="connsiteY0" fmla="*/ 0 h 124381"/>
              <a:gd name="connsiteX1" fmla="*/ 2372268 w 2372268"/>
              <a:gd name="connsiteY1" fmla="*/ 1905 h 124381"/>
              <a:gd name="connsiteX2" fmla="*/ 2357028 w 2372268"/>
              <a:gd name="connsiteY2" fmla="*/ 57033 h 124381"/>
              <a:gd name="connsiteX3" fmla="*/ 2357572 w 2372268"/>
              <a:gd name="connsiteY3" fmla="*/ 57057 h 124381"/>
              <a:gd name="connsiteX4" fmla="*/ 2357028 w 2372268"/>
              <a:gd name="connsiteY4" fmla="*/ 57158 h 124381"/>
              <a:gd name="connsiteX5" fmla="*/ 2357028 w 2372268"/>
              <a:gd name="connsiteY5" fmla="*/ 57702 h 124381"/>
              <a:gd name="connsiteX6" fmla="*/ 2354081 w 2372268"/>
              <a:gd name="connsiteY6" fmla="*/ 57702 h 124381"/>
              <a:gd name="connsiteX7" fmla="*/ 2186033 w 2372268"/>
              <a:gd name="connsiteY7" fmla="*/ 88749 h 124381"/>
              <a:gd name="connsiteX8" fmla="*/ 1149259 w 2372268"/>
              <a:gd name="connsiteY8" fmla="*/ 124380 h 124381"/>
              <a:gd name="connsiteX9" fmla="*/ 9526 w 2372268"/>
              <a:gd name="connsiteY9" fmla="*/ 58962 h 124381"/>
              <a:gd name="connsiteX10" fmla="*/ 23449 w 2372268"/>
              <a:gd name="connsiteY10" fmla="*/ 57702 h 124381"/>
              <a:gd name="connsiteX11" fmla="*/ 9525 w 2372268"/>
              <a:gd name="connsiteY11" fmla="*/ 57702 h 124381"/>
              <a:gd name="connsiteX12" fmla="*/ 0 w 2372268"/>
              <a:gd name="connsiteY12" fmla="*/ 0 h 124381"/>
              <a:gd name="connsiteX0" fmla="*/ 0 w 2377983"/>
              <a:gd name="connsiteY0" fmla="*/ 0 h 124381"/>
              <a:gd name="connsiteX1" fmla="*/ 2377983 w 2377983"/>
              <a:gd name="connsiteY1" fmla="*/ 1905 h 124381"/>
              <a:gd name="connsiteX2" fmla="*/ 2362743 w 2377983"/>
              <a:gd name="connsiteY2" fmla="*/ 57033 h 124381"/>
              <a:gd name="connsiteX3" fmla="*/ 2363287 w 2377983"/>
              <a:gd name="connsiteY3" fmla="*/ 57057 h 124381"/>
              <a:gd name="connsiteX4" fmla="*/ 2362743 w 2377983"/>
              <a:gd name="connsiteY4" fmla="*/ 57158 h 124381"/>
              <a:gd name="connsiteX5" fmla="*/ 2362743 w 2377983"/>
              <a:gd name="connsiteY5" fmla="*/ 57702 h 124381"/>
              <a:gd name="connsiteX6" fmla="*/ 2359796 w 2377983"/>
              <a:gd name="connsiteY6" fmla="*/ 57702 h 124381"/>
              <a:gd name="connsiteX7" fmla="*/ 2191748 w 2377983"/>
              <a:gd name="connsiteY7" fmla="*/ 88749 h 124381"/>
              <a:gd name="connsiteX8" fmla="*/ 1154974 w 2377983"/>
              <a:gd name="connsiteY8" fmla="*/ 124380 h 124381"/>
              <a:gd name="connsiteX9" fmla="*/ 15241 w 2377983"/>
              <a:gd name="connsiteY9" fmla="*/ 58962 h 124381"/>
              <a:gd name="connsiteX10" fmla="*/ 29164 w 2377983"/>
              <a:gd name="connsiteY10" fmla="*/ 57702 h 124381"/>
              <a:gd name="connsiteX11" fmla="*/ 15240 w 2377983"/>
              <a:gd name="connsiteY11" fmla="*/ 57702 h 124381"/>
              <a:gd name="connsiteX12" fmla="*/ 0 w 2377983"/>
              <a:gd name="connsiteY12" fmla="*/ 0 h 124381"/>
              <a:gd name="connsiteX0" fmla="*/ 0 w 2377983"/>
              <a:gd name="connsiteY0" fmla="*/ 0 h 133906"/>
              <a:gd name="connsiteX1" fmla="*/ 2377983 w 2377983"/>
              <a:gd name="connsiteY1" fmla="*/ 11430 h 133906"/>
              <a:gd name="connsiteX2" fmla="*/ 2362743 w 2377983"/>
              <a:gd name="connsiteY2" fmla="*/ 66558 h 133906"/>
              <a:gd name="connsiteX3" fmla="*/ 2363287 w 2377983"/>
              <a:gd name="connsiteY3" fmla="*/ 66582 h 133906"/>
              <a:gd name="connsiteX4" fmla="*/ 2362743 w 2377983"/>
              <a:gd name="connsiteY4" fmla="*/ 66683 h 133906"/>
              <a:gd name="connsiteX5" fmla="*/ 2362743 w 2377983"/>
              <a:gd name="connsiteY5" fmla="*/ 67227 h 133906"/>
              <a:gd name="connsiteX6" fmla="*/ 2359796 w 2377983"/>
              <a:gd name="connsiteY6" fmla="*/ 67227 h 133906"/>
              <a:gd name="connsiteX7" fmla="*/ 2191748 w 2377983"/>
              <a:gd name="connsiteY7" fmla="*/ 98274 h 133906"/>
              <a:gd name="connsiteX8" fmla="*/ 1154974 w 2377983"/>
              <a:gd name="connsiteY8" fmla="*/ 133905 h 133906"/>
              <a:gd name="connsiteX9" fmla="*/ 15241 w 2377983"/>
              <a:gd name="connsiteY9" fmla="*/ 68487 h 133906"/>
              <a:gd name="connsiteX10" fmla="*/ 29164 w 2377983"/>
              <a:gd name="connsiteY10" fmla="*/ 67227 h 133906"/>
              <a:gd name="connsiteX11" fmla="*/ 15240 w 2377983"/>
              <a:gd name="connsiteY11" fmla="*/ 67227 h 133906"/>
              <a:gd name="connsiteX12" fmla="*/ 0 w 2377983"/>
              <a:gd name="connsiteY12" fmla="*/ 0 h 133906"/>
              <a:gd name="connsiteX0" fmla="*/ 0 w 2376078"/>
              <a:gd name="connsiteY0" fmla="*/ 6668 h 140574"/>
              <a:gd name="connsiteX1" fmla="*/ 2376078 w 2376078"/>
              <a:gd name="connsiteY1" fmla="*/ 0 h 140574"/>
              <a:gd name="connsiteX2" fmla="*/ 2362743 w 2376078"/>
              <a:gd name="connsiteY2" fmla="*/ 73226 h 140574"/>
              <a:gd name="connsiteX3" fmla="*/ 2363287 w 2376078"/>
              <a:gd name="connsiteY3" fmla="*/ 73250 h 140574"/>
              <a:gd name="connsiteX4" fmla="*/ 2362743 w 2376078"/>
              <a:gd name="connsiteY4" fmla="*/ 73351 h 140574"/>
              <a:gd name="connsiteX5" fmla="*/ 2362743 w 2376078"/>
              <a:gd name="connsiteY5" fmla="*/ 73895 h 140574"/>
              <a:gd name="connsiteX6" fmla="*/ 2359796 w 2376078"/>
              <a:gd name="connsiteY6" fmla="*/ 73895 h 140574"/>
              <a:gd name="connsiteX7" fmla="*/ 2191748 w 2376078"/>
              <a:gd name="connsiteY7" fmla="*/ 104942 h 140574"/>
              <a:gd name="connsiteX8" fmla="*/ 1154974 w 2376078"/>
              <a:gd name="connsiteY8" fmla="*/ 140573 h 140574"/>
              <a:gd name="connsiteX9" fmla="*/ 15241 w 2376078"/>
              <a:gd name="connsiteY9" fmla="*/ 75155 h 140574"/>
              <a:gd name="connsiteX10" fmla="*/ 29164 w 2376078"/>
              <a:gd name="connsiteY10" fmla="*/ 73895 h 140574"/>
              <a:gd name="connsiteX11" fmla="*/ 15240 w 2376078"/>
              <a:gd name="connsiteY11" fmla="*/ 73895 h 140574"/>
              <a:gd name="connsiteX12" fmla="*/ 0 w 2376078"/>
              <a:gd name="connsiteY12" fmla="*/ 6668 h 140574"/>
              <a:gd name="connsiteX0" fmla="*/ 0 w 2376078"/>
              <a:gd name="connsiteY0" fmla="*/ 0 h 142796"/>
              <a:gd name="connsiteX1" fmla="*/ 2376078 w 2376078"/>
              <a:gd name="connsiteY1" fmla="*/ 2222 h 142796"/>
              <a:gd name="connsiteX2" fmla="*/ 2362743 w 2376078"/>
              <a:gd name="connsiteY2" fmla="*/ 75448 h 142796"/>
              <a:gd name="connsiteX3" fmla="*/ 2363287 w 2376078"/>
              <a:gd name="connsiteY3" fmla="*/ 75472 h 142796"/>
              <a:gd name="connsiteX4" fmla="*/ 2362743 w 2376078"/>
              <a:gd name="connsiteY4" fmla="*/ 75573 h 142796"/>
              <a:gd name="connsiteX5" fmla="*/ 2362743 w 2376078"/>
              <a:gd name="connsiteY5" fmla="*/ 76117 h 142796"/>
              <a:gd name="connsiteX6" fmla="*/ 2359796 w 2376078"/>
              <a:gd name="connsiteY6" fmla="*/ 76117 h 142796"/>
              <a:gd name="connsiteX7" fmla="*/ 2191748 w 2376078"/>
              <a:gd name="connsiteY7" fmla="*/ 107164 h 142796"/>
              <a:gd name="connsiteX8" fmla="*/ 1154974 w 2376078"/>
              <a:gd name="connsiteY8" fmla="*/ 142795 h 142796"/>
              <a:gd name="connsiteX9" fmla="*/ 15241 w 2376078"/>
              <a:gd name="connsiteY9" fmla="*/ 77377 h 142796"/>
              <a:gd name="connsiteX10" fmla="*/ 29164 w 2376078"/>
              <a:gd name="connsiteY10" fmla="*/ 76117 h 142796"/>
              <a:gd name="connsiteX11" fmla="*/ 15240 w 2376078"/>
              <a:gd name="connsiteY11" fmla="*/ 76117 h 142796"/>
              <a:gd name="connsiteX12" fmla="*/ 0 w 2376078"/>
              <a:gd name="connsiteY12" fmla="*/ 0 h 142796"/>
              <a:gd name="connsiteX0" fmla="*/ 0 w 2376078"/>
              <a:gd name="connsiteY0" fmla="*/ 0 h 142796"/>
              <a:gd name="connsiteX1" fmla="*/ 2376078 w 2376078"/>
              <a:gd name="connsiteY1" fmla="*/ 2222 h 142796"/>
              <a:gd name="connsiteX2" fmla="*/ 2362743 w 2376078"/>
              <a:gd name="connsiteY2" fmla="*/ 75448 h 142796"/>
              <a:gd name="connsiteX3" fmla="*/ 2363287 w 2376078"/>
              <a:gd name="connsiteY3" fmla="*/ 75472 h 142796"/>
              <a:gd name="connsiteX4" fmla="*/ 2362743 w 2376078"/>
              <a:gd name="connsiteY4" fmla="*/ 75573 h 142796"/>
              <a:gd name="connsiteX5" fmla="*/ 2362743 w 2376078"/>
              <a:gd name="connsiteY5" fmla="*/ 76117 h 142796"/>
              <a:gd name="connsiteX6" fmla="*/ 2359796 w 2376078"/>
              <a:gd name="connsiteY6" fmla="*/ 76117 h 142796"/>
              <a:gd name="connsiteX7" fmla="*/ 2191748 w 2376078"/>
              <a:gd name="connsiteY7" fmla="*/ 107164 h 142796"/>
              <a:gd name="connsiteX8" fmla="*/ 1154974 w 2376078"/>
              <a:gd name="connsiteY8" fmla="*/ 142795 h 142796"/>
              <a:gd name="connsiteX9" fmla="*/ 15241 w 2376078"/>
              <a:gd name="connsiteY9" fmla="*/ 77377 h 142796"/>
              <a:gd name="connsiteX10" fmla="*/ 29164 w 2376078"/>
              <a:gd name="connsiteY10" fmla="*/ 76117 h 142796"/>
              <a:gd name="connsiteX11" fmla="*/ 15240 w 2376078"/>
              <a:gd name="connsiteY11" fmla="*/ 76117 h 142796"/>
              <a:gd name="connsiteX12" fmla="*/ 0 w 2376078"/>
              <a:gd name="connsiteY12" fmla="*/ 0 h 142796"/>
              <a:gd name="connsiteX0" fmla="*/ 0 w 2380806"/>
              <a:gd name="connsiteY0" fmla="*/ 25408 h 168204"/>
              <a:gd name="connsiteX1" fmla="*/ 2380806 w 2380806"/>
              <a:gd name="connsiteY1" fmla="*/ 7 h 168204"/>
              <a:gd name="connsiteX2" fmla="*/ 2362743 w 2380806"/>
              <a:gd name="connsiteY2" fmla="*/ 100856 h 168204"/>
              <a:gd name="connsiteX3" fmla="*/ 2363287 w 2380806"/>
              <a:gd name="connsiteY3" fmla="*/ 100880 h 168204"/>
              <a:gd name="connsiteX4" fmla="*/ 2362743 w 2380806"/>
              <a:gd name="connsiteY4" fmla="*/ 100981 h 168204"/>
              <a:gd name="connsiteX5" fmla="*/ 2362743 w 2380806"/>
              <a:gd name="connsiteY5" fmla="*/ 101525 h 168204"/>
              <a:gd name="connsiteX6" fmla="*/ 2359796 w 2380806"/>
              <a:gd name="connsiteY6" fmla="*/ 101525 h 168204"/>
              <a:gd name="connsiteX7" fmla="*/ 2191748 w 2380806"/>
              <a:gd name="connsiteY7" fmla="*/ 132572 h 168204"/>
              <a:gd name="connsiteX8" fmla="*/ 1154974 w 2380806"/>
              <a:gd name="connsiteY8" fmla="*/ 168203 h 168204"/>
              <a:gd name="connsiteX9" fmla="*/ 15241 w 2380806"/>
              <a:gd name="connsiteY9" fmla="*/ 102785 h 168204"/>
              <a:gd name="connsiteX10" fmla="*/ 29164 w 2380806"/>
              <a:gd name="connsiteY10" fmla="*/ 101525 h 168204"/>
              <a:gd name="connsiteX11" fmla="*/ 15240 w 2380806"/>
              <a:gd name="connsiteY11" fmla="*/ 101525 h 168204"/>
              <a:gd name="connsiteX12" fmla="*/ 0 w 2380806"/>
              <a:gd name="connsiteY12" fmla="*/ 25408 h 168204"/>
              <a:gd name="connsiteX0" fmla="*/ 0 w 2380806"/>
              <a:gd name="connsiteY0" fmla="*/ 25401 h 168197"/>
              <a:gd name="connsiteX1" fmla="*/ 2380806 w 2380806"/>
              <a:gd name="connsiteY1" fmla="*/ 0 h 168197"/>
              <a:gd name="connsiteX2" fmla="*/ 2362743 w 2380806"/>
              <a:gd name="connsiteY2" fmla="*/ 100849 h 168197"/>
              <a:gd name="connsiteX3" fmla="*/ 2363287 w 2380806"/>
              <a:gd name="connsiteY3" fmla="*/ 100873 h 168197"/>
              <a:gd name="connsiteX4" fmla="*/ 2362743 w 2380806"/>
              <a:gd name="connsiteY4" fmla="*/ 100974 h 168197"/>
              <a:gd name="connsiteX5" fmla="*/ 2362743 w 2380806"/>
              <a:gd name="connsiteY5" fmla="*/ 101518 h 168197"/>
              <a:gd name="connsiteX6" fmla="*/ 2359796 w 2380806"/>
              <a:gd name="connsiteY6" fmla="*/ 101518 h 168197"/>
              <a:gd name="connsiteX7" fmla="*/ 2191748 w 2380806"/>
              <a:gd name="connsiteY7" fmla="*/ 132565 h 168197"/>
              <a:gd name="connsiteX8" fmla="*/ 1154974 w 2380806"/>
              <a:gd name="connsiteY8" fmla="*/ 168196 h 168197"/>
              <a:gd name="connsiteX9" fmla="*/ 15241 w 2380806"/>
              <a:gd name="connsiteY9" fmla="*/ 102778 h 168197"/>
              <a:gd name="connsiteX10" fmla="*/ 29164 w 2380806"/>
              <a:gd name="connsiteY10" fmla="*/ 101518 h 168197"/>
              <a:gd name="connsiteX11" fmla="*/ 15240 w 2380806"/>
              <a:gd name="connsiteY11" fmla="*/ 101518 h 168197"/>
              <a:gd name="connsiteX12" fmla="*/ 0 w 2380806"/>
              <a:gd name="connsiteY12" fmla="*/ 25401 h 168197"/>
              <a:gd name="connsiteX0" fmla="*/ 0 w 2380806"/>
              <a:gd name="connsiteY0" fmla="*/ 25401 h 168197"/>
              <a:gd name="connsiteX1" fmla="*/ 2380806 w 2380806"/>
              <a:gd name="connsiteY1" fmla="*/ 0 h 168197"/>
              <a:gd name="connsiteX2" fmla="*/ 2362743 w 2380806"/>
              <a:gd name="connsiteY2" fmla="*/ 100849 h 168197"/>
              <a:gd name="connsiteX3" fmla="*/ 2363287 w 2380806"/>
              <a:gd name="connsiteY3" fmla="*/ 100873 h 168197"/>
              <a:gd name="connsiteX4" fmla="*/ 2362743 w 2380806"/>
              <a:gd name="connsiteY4" fmla="*/ 100974 h 168197"/>
              <a:gd name="connsiteX5" fmla="*/ 2362743 w 2380806"/>
              <a:gd name="connsiteY5" fmla="*/ 101518 h 168197"/>
              <a:gd name="connsiteX6" fmla="*/ 2359796 w 2380806"/>
              <a:gd name="connsiteY6" fmla="*/ 101518 h 168197"/>
              <a:gd name="connsiteX7" fmla="*/ 2191748 w 2380806"/>
              <a:gd name="connsiteY7" fmla="*/ 132565 h 168197"/>
              <a:gd name="connsiteX8" fmla="*/ 1154974 w 2380806"/>
              <a:gd name="connsiteY8" fmla="*/ 168196 h 168197"/>
              <a:gd name="connsiteX9" fmla="*/ 15241 w 2380806"/>
              <a:gd name="connsiteY9" fmla="*/ 102778 h 168197"/>
              <a:gd name="connsiteX10" fmla="*/ 29164 w 2380806"/>
              <a:gd name="connsiteY10" fmla="*/ 101518 h 168197"/>
              <a:gd name="connsiteX11" fmla="*/ 15240 w 2380806"/>
              <a:gd name="connsiteY11" fmla="*/ 101518 h 168197"/>
              <a:gd name="connsiteX12" fmla="*/ 0 w 2380806"/>
              <a:gd name="connsiteY12" fmla="*/ 25401 h 168197"/>
              <a:gd name="connsiteX0" fmla="*/ 0 w 2395937"/>
              <a:gd name="connsiteY0" fmla="*/ 22543 h 165339"/>
              <a:gd name="connsiteX1" fmla="*/ 2395937 w 2395937"/>
              <a:gd name="connsiteY1" fmla="*/ 0 h 165339"/>
              <a:gd name="connsiteX2" fmla="*/ 2362743 w 2395937"/>
              <a:gd name="connsiteY2" fmla="*/ 97991 h 165339"/>
              <a:gd name="connsiteX3" fmla="*/ 2363287 w 2395937"/>
              <a:gd name="connsiteY3" fmla="*/ 98015 h 165339"/>
              <a:gd name="connsiteX4" fmla="*/ 2362743 w 2395937"/>
              <a:gd name="connsiteY4" fmla="*/ 98116 h 165339"/>
              <a:gd name="connsiteX5" fmla="*/ 2362743 w 2395937"/>
              <a:gd name="connsiteY5" fmla="*/ 98660 h 165339"/>
              <a:gd name="connsiteX6" fmla="*/ 2359796 w 2395937"/>
              <a:gd name="connsiteY6" fmla="*/ 98660 h 165339"/>
              <a:gd name="connsiteX7" fmla="*/ 2191748 w 2395937"/>
              <a:gd name="connsiteY7" fmla="*/ 129707 h 165339"/>
              <a:gd name="connsiteX8" fmla="*/ 1154974 w 2395937"/>
              <a:gd name="connsiteY8" fmla="*/ 165338 h 165339"/>
              <a:gd name="connsiteX9" fmla="*/ 15241 w 2395937"/>
              <a:gd name="connsiteY9" fmla="*/ 99920 h 165339"/>
              <a:gd name="connsiteX10" fmla="*/ 29164 w 2395937"/>
              <a:gd name="connsiteY10" fmla="*/ 98660 h 165339"/>
              <a:gd name="connsiteX11" fmla="*/ 15240 w 2395937"/>
              <a:gd name="connsiteY11" fmla="*/ 98660 h 165339"/>
              <a:gd name="connsiteX12" fmla="*/ 0 w 2395937"/>
              <a:gd name="connsiteY12" fmla="*/ 22543 h 165339"/>
              <a:gd name="connsiteX0" fmla="*/ 0 w 2395937"/>
              <a:gd name="connsiteY0" fmla="*/ 22543 h 165339"/>
              <a:gd name="connsiteX1" fmla="*/ 2395937 w 2395937"/>
              <a:gd name="connsiteY1" fmla="*/ 0 h 165339"/>
              <a:gd name="connsiteX2" fmla="*/ 2362743 w 2395937"/>
              <a:gd name="connsiteY2" fmla="*/ 97991 h 165339"/>
              <a:gd name="connsiteX3" fmla="*/ 2363287 w 2395937"/>
              <a:gd name="connsiteY3" fmla="*/ 98015 h 165339"/>
              <a:gd name="connsiteX4" fmla="*/ 2362743 w 2395937"/>
              <a:gd name="connsiteY4" fmla="*/ 98116 h 165339"/>
              <a:gd name="connsiteX5" fmla="*/ 2362743 w 2395937"/>
              <a:gd name="connsiteY5" fmla="*/ 98660 h 165339"/>
              <a:gd name="connsiteX6" fmla="*/ 2359796 w 2395937"/>
              <a:gd name="connsiteY6" fmla="*/ 98660 h 165339"/>
              <a:gd name="connsiteX7" fmla="*/ 2191748 w 2395937"/>
              <a:gd name="connsiteY7" fmla="*/ 129707 h 165339"/>
              <a:gd name="connsiteX8" fmla="*/ 1154974 w 2395937"/>
              <a:gd name="connsiteY8" fmla="*/ 165338 h 165339"/>
              <a:gd name="connsiteX9" fmla="*/ 15241 w 2395937"/>
              <a:gd name="connsiteY9" fmla="*/ 99920 h 165339"/>
              <a:gd name="connsiteX10" fmla="*/ 29164 w 2395937"/>
              <a:gd name="connsiteY10" fmla="*/ 98660 h 165339"/>
              <a:gd name="connsiteX11" fmla="*/ 15240 w 2395937"/>
              <a:gd name="connsiteY11" fmla="*/ 98660 h 165339"/>
              <a:gd name="connsiteX12" fmla="*/ 0 w 2395937"/>
              <a:gd name="connsiteY12" fmla="*/ 22543 h 165339"/>
              <a:gd name="connsiteX0" fmla="*/ 0 w 2400981"/>
              <a:gd name="connsiteY0" fmla="*/ 7303 h 150099"/>
              <a:gd name="connsiteX1" fmla="*/ 2400981 w 2400981"/>
              <a:gd name="connsiteY1" fmla="*/ 0 h 150099"/>
              <a:gd name="connsiteX2" fmla="*/ 2362743 w 2400981"/>
              <a:gd name="connsiteY2" fmla="*/ 82751 h 150099"/>
              <a:gd name="connsiteX3" fmla="*/ 2363287 w 2400981"/>
              <a:gd name="connsiteY3" fmla="*/ 82775 h 150099"/>
              <a:gd name="connsiteX4" fmla="*/ 2362743 w 2400981"/>
              <a:gd name="connsiteY4" fmla="*/ 82876 h 150099"/>
              <a:gd name="connsiteX5" fmla="*/ 2362743 w 2400981"/>
              <a:gd name="connsiteY5" fmla="*/ 83420 h 150099"/>
              <a:gd name="connsiteX6" fmla="*/ 2359796 w 2400981"/>
              <a:gd name="connsiteY6" fmla="*/ 83420 h 150099"/>
              <a:gd name="connsiteX7" fmla="*/ 2191748 w 2400981"/>
              <a:gd name="connsiteY7" fmla="*/ 114467 h 150099"/>
              <a:gd name="connsiteX8" fmla="*/ 1154974 w 2400981"/>
              <a:gd name="connsiteY8" fmla="*/ 150098 h 150099"/>
              <a:gd name="connsiteX9" fmla="*/ 15241 w 2400981"/>
              <a:gd name="connsiteY9" fmla="*/ 84680 h 150099"/>
              <a:gd name="connsiteX10" fmla="*/ 29164 w 2400981"/>
              <a:gd name="connsiteY10" fmla="*/ 83420 h 150099"/>
              <a:gd name="connsiteX11" fmla="*/ 15240 w 2400981"/>
              <a:gd name="connsiteY11" fmla="*/ 83420 h 150099"/>
              <a:gd name="connsiteX12" fmla="*/ 0 w 2400981"/>
              <a:gd name="connsiteY12" fmla="*/ 7303 h 15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0981" h="150099">
                <a:moveTo>
                  <a:pt x="0" y="7303"/>
                </a:moveTo>
                <a:cubicBezTo>
                  <a:pt x="793296" y="38524"/>
                  <a:pt x="1610216" y="37995"/>
                  <a:pt x="2400981" y="0"/>
                </a:cubicBezTo>
                <a:lnTo>
                  <a:pt x="2362743" y="82751"/>
                </a:lnTo>
                <a:lnTo>
                  <a:pt x="2363287" y="82775"/>
                </a:lnTo>
                <a:lnTo>
                  <a:pt x="2362743" y="82876"/>
                </a:lnTo>
                <a:lnTo>
                  <a:pt x="2362743" y="83420"/>
                </a:lnTo>
                <a:lnTo>
                  <a:pt x="2359796" y="83420"/>
                </a:lnTo>
                <a:lnTo>
                  <a:pt x="2191748" y="114467"/>
                </a:lnTo>
                <a:cubicBezTo>
                  <a:pt x="1931040" y="140399"/>
                  <a:pt x="1448480" y="149860"/>
                  <a:pt x="1154974" y="150098"/>
                </a:cubicBezTo>
                <a:cubicBezTo>
                  <a:pt x="763633" y="150416"/>
                  <a:pt x="16088" y="100348"/>
                  <a:pt x="15241" y="84680"/>
                </a:cubicBezTo>
                <a:lnTo>
                  <a:pt x="29164" y="83420"/>
                </a:lnTo>
                <a:lnTo>
                  <a:pt x="15240" y="83420"/>
                </a:lnTo>
                <a:lnTo>
                  <a:pt x="0" y="7303"/>
                </a:lnTo>
                <a:close/>
              </a:path>
            </a:pathLst>
          </a:custGeom>
          <a:gradFill>
            <a:gsLst>
              <a:gs pos="0">
                <a:srgbClr val="B5BEC5"/>
              </a:gs>
              <a:gs pos="71000">
                <a:srgbClr val="DDE1E4"/>
              </a:gs>
              <a:gs pos="100000">
                <a:srgbClr val="FEFEF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A003E79-0D3D-EA3F-AE86-1C082735D275}"/>
              </a:ext>
            </a:extLst>
          </p:cNvPr>
          <p:cNvSpPr/>
          <p:nvPr/>
        </p:nvSpPr>
        <p:spPr>
          <a:xfrm>
            <a:off x="12231456" y="4226561"/>
            <a:ext cx="5872180" cy="3008446"/>
          </a:xfrm>
          <a:custGeom>
            <a:avLst/>
            <a:gdLst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63040 h 1503681"/>
              <a:gd name="connsiteX14" fmla="*/ 0 w 2936090"/>
              <a:gd name="connsiteY14" fmla="*/ 145415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63040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26845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38275 h 1503681"/>
              <a:gd name="connsiteX13" fmla="*/ 0 w 2936090"/>
              <a:gd name="connsiteY13" fmla="*/ 1426845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4134"/>
              <a:gd name="connsiteX1" fmla="*/ 2927285 w 2936090"/>
              <a:gd name="connsiteY1" fmla="*/ 0 h 1504134"/>
              <a:gd name="connsiteX2" fmla="*/ 2927285 w 2936090"/>
              <a:gd name="connsiteY2" fmla="*/ 1448815 h 1504134"/>
              <a:gd name="connsiteX3" fmla="*/ 2928511 w 2936090"/>
              <a:gd name="connsiteY3" fmla="*/ 1449086 h 1504134"/>
              <a:gd name="connsiteX4" fmla="*/ 2936090 w 2936090"/>
              <a:gd name="connsiteY4" fmla="*/ 1454150 h 1504134"/>
              <a:gd name="connsiteX5" fmla="*/ 2928511 w 2936090"/>
              <a:gd name="connsiteY5" fmla="*/ 1459214 h 1504134"/>
              <a:gd name="connsiteX6" fmla="*/ 2927285 w 2936090"/>
              <a:gd name="connsiteY6" fmla="*/ 1459485 h 1504134"/>
              <a:gd name="connsiteX7" fmla="*/ 2927285 w 2936090"/>
              <a:gd name="connsiteY7" fmla="*/ 1463040 h 1504134"/>
              <a:gd name="connsiteX8" fmla="*/ 2911205 w 2936090"/>
              <a:gd name="connsiteY8" fmla="*/ 1463040 h 1504134"/>
              <a:gd name="connsiteX9" fmla="*/ 2906265 w 2936090"/>
              <a:gd name="connsiteY9" fmla="*/ 1464132 h 1504134"/>
              <a:gd name="connsiteX10" fmla="*/ 1468045 w 2936090"/>
              <a:gd name="connsiteY10" fmla="*/ 1503681 h 1504134"/>
              <a:gd name="connsiteX11" fmla="*/ 29826 w 2936090"/>
              <a:gd name="connsiteY11" fmla="*/ 1441272 h 1504134"/>
              <a:gd name="connsiteX12" fmla="*/ 24885 w 2936090"/>
              <a:gd name="connsiteY12" fmla="*/ 1438275 h 1504134"/>
              <a:gd name="connsiteX13" fmla="*/ 0 w 2936090"/>
              <a:gd name="connsiteY13" fmla="*/ 1426845 h 1504134"/>
              <a:gd name="connsiteX14" fmla="*/ 1905 w 2936090"/>
              <a:gd name="connsiteY14" fmla="*/ 1419860 h 1504134"/>
              <a:gd name="connsiteX15" fmla="*/ 0 w 2936090"/>
              <a:gd name="connsiteY15" fmla="*/ 0 h 1504134"/>
              <a:gd name="connsiteX0" fmla="*/ 0 w 2936090"/>
              <a:gd name="connsiteY0" fmla="*/ 0 h 1504134"/>
              <a:gd name="connsiteX1" fmla="*/ 2927285 w 2936090"/>
              <a:gd name="connsiteY1" fmla="*/ 0 h 1504134"/>
              <a:gd name="connsiteX2" fmla="*/ 2927285 w 2936090"/>
              <a:gd name="connsiteY2" fmla="*/ 1448815 h 1504134"/>
              <a:gd name="connsiteX3" fmla="*/ 2928511 w 2936090"/>
              <a:gd name="connsiteY3" fmla="*/ 1449086 h 1504134"/>
              <a:gd name="connsiteX4" fmla="*/ 2936090 w 2936090"/>
              <a:gd name="connsiteY4" fmla="*/ 1454150 h 1504134"/>
              <a:gd name="connsiteX5" fmla="*/ 2928511 w 2936090"/>
              <a:gd name="connsiteY5" fmla="*/ 1459214 h 1504134"/>
              <a:gd name="connsiteX6" fmla="*/ 2927285 w 2936090"/>
              <a:gd name="connsiteY6" fmla="*/ 1459485 h 1504134"/>
              <a:gd name="connsiteX7" fmla="*/ 2927285 w 2936090"/>
              <a:gd name="connsiteY7" fmla="*/ 1463040 h 1504134"/>
              <a:gd name="connsiteX8" fmla="*/ 2911205 w 2936090"/>
              <a:gd name="connsiteY8" fmla="*/ 1463040 h 1504134"/>
              <a:gd name="connsiteX9" fmla="*/ 2906265 w 2936090"/>
              <a:gd name="connsiteY9" fmla="*/ 1464132 h 1504134"/>
              <a:gd name="connsiteX10" fmla="*/ 1468045 w 2936090"/>
              <a:gd name="connsiteY10" fmla="*/ 1503681 h 1504134"/>
              <a:gd name="connsiteX11" fmla="*/ 29826 w 2936090"/>
              <a:gd name="connsiteY11" fmla="*/ 1441272 h 1504134"/>
              <a:gd name="connsiteX12" fmla="*/ 40125 w 2936090"/>
              <a:gd name="connsiteY12" fmla="*/ 1430655 h 1504134"/>
              <a:gd name="connsiteX13" fmla="*/ 0 w 2936090"/>
              <a:gd name="connsiteY13" fmla="*/ 1426845 h 1504134"/>
              <a:gd name="connsiteX14" fmla="*/ 1905 w 2936090"/>
              <a:gd name="connsiteY14" fmla="*/ 1419860 h 1504134"/>
              <a:gd name="connsiteX15" fmla="*/ 0 w 2936090"/>
              <a:gd name="connsiteY15" fmla="*/ 0 h 1504134"/>
              <a:gd name="connsiteX0" fmla="*/ 0 w 2936090"/>
              <a:gd name="connsiteY0" fmla="*/ 0 h 1504223"/>
              <a:gd name="connsiteX1" fmla="*/ 2927285 w 2936090"/>
              <a:gd name="connsiteY1" fmla="*/ 0 h 1504223"/>
              <a:gd name="connsiteX2" fmla="*/ 2927285 w 2936090"/>
              <a:gd name="connsiteY2" fmla="*/ 1448815 h 1504223"/>
              <a:gd name="connsiteX3" fmla="*/ 2928511 w 2936090"/>
              <a:gd name="connsiteY3" fmla="*/ 1449086 h 1504223"/>
              <a:gd name="connsiteX4" fmla="*/ 2936090 w 2936090"/>
              <a:gd name="connsiteY4" fmla="*/ 1454150 h 1504223"/>
              <a:gd name="connsiteX5" fmla="*/ 2928511 w 2936090"/>
              <a:gd name="connsiteY5" fmla="*/ 1459214 h 1504223"/>
              <a:gd name="connsiteX6" fmla="*/ 2927285 w 2936090"/>
              <a:gd name="connsiteY6" fmla="*/ 1459485 h 1504223"/>
              <a:gd name="connsiteX7" fmla="*/ 2927285 w 2936090"/>
              <a:gd name="connsiteY7" fmla="*/ 1463040 h 1504223"/>
              <a:gd name="connsiteX8" fmla="*/ 2911205 w 2936090"/>
              <a:gd name="connsiteY8" fmla="*/ 1463040 h 1504223"/>
              <a:gd name="connsiteX9" fmla="*/ 2906265 w 2936090"/>
              <a:gd name="connsiteY9" fmla="*/ 1464132 h 1504223"/>
              <a:gd name="connsiteX10" fmla="*/ 1468045 w 2936090"/>
              <a:gd name="connsiteY10" fmla="*/ 1503681 h 1504223"/>
              <a:gd name="connsiteX11" fmla="*/ 57766 w 2936090"/>
              <a:gd name="connsiteY11" fmla="*/ 1438732 h 1504223"/>
              <a:gd name="connsiteX12" fmla="*/ 40125 w 2936090"/>
              <a:gd name="connsiteY12" fmla="*/ 1430655 h 1504223"/>
              <a:gd name="connsiteX13" fmla="*/ 0 w 2936090"/>
              <a:gd name="connsiteY13" fmla="*/ 1426845 h 1504223"/>
              <a:gd name="connsiteX14" fmla="*/ 1905 w 2936090"/>
              <a:gd name="connsiteY14" fmla="*/ 1419860 h 1504223"/>
              <a:gd name="connsiteX15" fmla="*/ 0 w 2936090"/>
              <a:gd name="connsiteY15" fmla="*/ 0 h 1504223"/>
              <a:gd name="connsiteX0" fmla="*/ 0 w 2936090"/>
              <a:gd name="connsiteY0" fmla="*/ 0 h 1504223"/>
              <a:gd name="connsiteX1" fmla="*/ 2927285 w 2936090"/>
              <a:gd name="connsiteY1" fmla="*/ 0 h 1504223"/>
              <a:gd name="connsiteX2" fmla="*/ 2927285 w 2936090"/>
              <a:gd name="connsiteY2" fmla="*/ 1448815 h 1504223"/>
              <a:gd name="connsiteX3" fmla="*/ 2928511 w 2936090"/>
              <a:gd name="connsiteY3" fmla="*/ 1449086 h 1504223"/>
              <a:gd name="connsiteX4" fmla="*/ 2936090 w 2936090"/>
              <a:gd name="connsiteY4" fmla="*/ 1454150 h 1504223"/>
              <a:gd name="connsiteX5" fmla="*/ 2928511 w 2936090"/>
              <a:gd name="connsiteY5" fmla="*/ 1459214 h 1504223"/>
              <a:gd name="connsiteX6" fmla="*/ 2927285 w 2936090"/>
              <a:gd name="connsiteY6" fmla="*/ 1459485 h 1504223"/>
              <a:gd name="connsiteX7" fmla="*/ 2927285 w 2936090"/>
              <a:gd name="connsiteY7" fmla="*/ 1463040 h 1504223"/>
              <a:gd name="connsiteX8" fmla="*/ 2911205 w 2936090"/>
              <a:gd name="connsiteY8" fmla="*/ 1463040 h 1504223"/>
              <a:gd name="connsiteX9" fmla="*/ 2906265 w 2936090"/>
              <a:gd name="connsiteY9" fmla="*/ 1464132 h 1504223"/>
              <a:gd name="connsiteX10" fmla="*/ 1468045 w 2936090"/>
              <a:gd name="connsiteY10" fmla="*/ 1503681 h 1504223"/>
              <a:gd name="connsiteX11" fmla="*/ 57766 w 2936090"/>
              <a:gd name="connsiteY11" fmla="*/ 1438732 h 1504223"/>
              <a:gd name="connsiteX12" fmla="*/ 24885 w 2936090"/>
              <a:gd name="connsiteY12" fmla="*/ 1438275 h 1504223"/>
              <a:gd name="connsiteX13" fmla="*/ 0 w 2936090"/>
              <a:gd name="connsiteY13" fmla="*/ 1426845 h 1504223"/>
              <a:gd name="connsiteX14" fmla="*/ 1905 w 2936090"/>
              <a:gd name="connsiteY14" fmla="*/ 1419860 h 1504223"/>
              <a:gd name="connsiteX15" fmla="*/ 0 w 2936090"/>
              <a:gd name="connsiteY15" fmla="*/ 0 h 150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36090" h="1504223">
                <a:moveTo>
                  <a:pt x="0" y="0"/>
                </a:moveTo>
                <a:lnTo>
                  <a:pt x="2927285" y="0"/>
                </a:lnTo>
                <a:lnTo>
                  <a:pt x="2927285" y="1448815"/>
                </a:lnTo>
                <a:lnTo>
                  <a:pt x="2928511" y="1449086"/>
                </a:lnTo>
                <a:cubicBezTo>
                  <a:pt x="2933523" y="1450751"/>
                  <a:pt x="2936090" y="1452440"/>
                  <a:pt x="2936090" y="1454150"/>
                </a:cubicBezTo>
                <a:cubicBezTo>
                  <a:pt x="2936090" y="1455860"/>
                  <a:pt x="2933523" y="1457549"/>
                  <a:pt x="2928511" y="1459214"/>
                </a:cubicBezTo>
                <a:lnTo>
                  <a:pt x="2927285" y="1459485"/>
                </a:lnTo>
                <a:lnTo>
                  <a:pt x="2927285" y="1463040"/>
                </a:lnTo>
                <a:lnTo>
                  <a:pt x="2911205" y="1463040"/>
                </a:lnTo>
                <a:lnTo>
                  <a:pt x="2906265" y="1464132"/>
                </a:lnTo>
                <a:cubicBezTo>
                  <a:pt x="2769375" y="1486703"/>
                  <a:pt x="1942795" y="1507914"/>
                  <a:pt x="1468045" y="1503681"/>
                </a:cubicBezTo>
                <a:cubicBezTo>
                  <a:pt x="993295" y="1499448"/>
                  <a:pt x="194655" y="1461303"/>
                  <a:pt x="57766" y="1438732"/>
                </a:cubicBezTo>
                <a:lnTo>
                  <a:pt x="24885" y="1438275"/>
                </a:lnTo>
                <a:lnTo>
                  <a:pt x="0" y="1426845"/>
                </a:lnTo>
                <a:lnTo>
                  <a:pt x="1905" y="1419860"/>
                </a:lnTo>
                <a:cubicBezTo>
                  <a:pt x="1905" y="935143"/>
                  <a:pt x="0" y="484717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2DEDCB0-341C-0FE5-7AB4-407DDFA6D98D}"/>
              </a:ext>
            </a:extLst>
          </p:cNvPr>
          <p:cNvSpPr/>
          <p:nvPr/>
        </p:nvSpPr>
        <p:spPr>
          <a:xfrm>
            <a:off x="12235700" y="4226558"/>
            <a:ext cx="1399972" cy="2729812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54303"/>
              <a:gd name="connsiteY0" fmla="*/ 0 h 1364906"/>
              <a:gd name="connsiteX1" fmla="*/ 710285 w 754303"/>
              <a:gd name="connsiteY1" fmla="*/ 0 h 1364906"/>
              <a:gd name="connsiteX2" fmla="*/ 710285 w 754303"/>
              <a:gd name="connsiteY2" fmla="*/ 1192301 h 1364906"/>
              <a:gd name="connsiteX3" fmla="*/ 710285 w 754303"/>
              <a:gd name="connsiteY3" fmla="*/ 1279527 h 1364906"/>
              <a:gd name="connsiteX4" fmla="*/ 710285 w 754303"/>
              <a:gd name="connsiteY4" fmla="*/ 1355318 h 1364906"/>
              <a:gd name="connsiteX5" fmla="*/ 698536 w 754303"/>
              <a:gd name="connsiteY5" fmla="*/ 1361440 h 1364906"/>
              <a:gd name="connsiteX6" fmla="*/ 1011 w 754303"/>
              <a:gd name="connsiteY6" fmla="*/ 1304290 h 1364906"/>
              <a:gd name="connsiteX7" fmla="*/ 821 w 754303"/>
              <a:gd name="connsiteY7" fmla="*/ 1279527 h 1364906"/>
              <a:gd name="connsiteX8" fmla="*/ 0 w 754303"/>
              <a:gd name="connsiteY8" fmla="*/ 1279527 h 1364906"/>
              <a:gd name="connsiteX9" fmla="*/ 0 w 754303"/>
              <a:gd name="connsiteY9" fmla="*/ 0 h 1364906"/>
              <a:gd name="connsiteX0" fmla="*/ 0 w 710285"/>
              <a:gd name="connsiteY0" fmla="*/ 0 h 1364906"/>
              <a:gd name="connsiteX1" fmla="*/ 710285 w 710285"/>
              <a:gd name="connsiteY1" fmla="*/ 0 h 1364906"/>
              <a:gd name="connsiteX2" fmla="*/ 710285 w 710285"/>
              <a:gd name="connsiteY2" fmla="*/ 1192301 h 1364906"/>
              <a:gd name="connsiteX3" fmla="*/ 710285 w 710285"/>
              <a:gd name="connsiteY3" fmla="*/ 1279527 h 1364906"/>
              <a:gd name="connsiteX4" fmla="*/ 710285 w 710285"/>
              <a:gd name="connsiteY4" fmla="*/ 1355318 h 1364906"/>
              <a:gd name="connsiteX5" fmla="*/ 549693 w 710285"/>
              <a:gd name="connsiteY5" fmla="*/ 1361440 h 1364906"/>
              <a:gd name="connsiteX6" fmla="*/ 1011 w 710285"/>
              <a:gd name="connsiteY6" fmla="*/ 1304290 h 1364906"/>
              <a:gd name="connsiteX7" fmla="*/ 821 w 710285"/>
              <a:gd name="connsiteY7" fmla="*/ 1279527 h 1364906"/>
              <a:gd name="connsiteX8" fmla="*/ 0 w 710285"/>
              <a:gd name="connsiteY8" fmla="*/ 1279527 h 1364906"/>
              <a:gd name="connsiteX9" fmla="*/ 0 w 710285"/>
              <a:gd name="connsiteY9" fmla="*/ 0 h 136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364906">
                <a:moveTo>
                  <a:pt x="0" y="0"/>
                </a:moveTo>
                <a:lnTo>
                  <a:pt x="710285" y="0"/>
                </a:lnTo>
                <a:lnTo>
                  <a:pt x="710285" y="1192301"/>
                </a:lnTo>
                <a:lnTo>
                  <a:pt x="710285" y="1279527"/>
                </a:lnTo>
                <a:lnTo>
                  <a:pt x="710285" y="1355318"/>
                </a:lnTo>
                <a:cubicBezTo>
                  <a:pt x="710285" y="1360803"/>
                  <a:pt x="667905" y="1369945"/>
                  <a:pt x="549693" y="1361440"/>
                </a:cubicBezTo>
                <a:cubicBezTo>
                  <a:pt x="431481" y="1352935"/>
                  <a:pt x="234154" y="1363980"/>
                  <a:pt x="1011" y="1304290"/>
                </a:cubicBezTo>
                <a:cubicBezTo>
                  <a:pt x="948" y="1303021"/>
                  <a:pt x="884" y="1280796"/>
                  <a:pt x="821" y="1279527"/>
                </a:cubicBezTo>
                <a:lnTo>
                  <a:pt x="0" y="1279527"/>
                </a:lnTo>
                <a:lnTo>
                  <a:pt x="0" y="0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3E5266C-EFD6-B355-8F9F-14FE09B57E91}"/>
              </a:ext>
            </a:extLst>
          </p:cNvPr>
          <p:cNvSpPr/>
          <p:nvPr/>
        </p:nvSpPr>
        <p:spPr>
          <a:xfrm>
            <a:off x="13785424" y="4226556"/>
            <a:ext cx="1303404" cy="2760984"/>
          </a:xfrm>
          <a:custGeom>
            <a:avLst/>
            <a:gdLst>
              <a:gd name="connsiteX0" fmla="*/ 8855 w 676615"/>
              <a:gd name="connsiteY0" fmla="*/ 0 h 1370765"/>
              <a:gd name="connsiteX1" fmla="*/ 671795 w 676615"/>
              <a:gd name="connsiteY1" fmla="*/ 0 h 1370765"/>
              <a:gd name="connsiteX2" fmla="*/ 671795 w 676615"/>
              <a:gd name="connsiteY2" fmla="*/ 1335528 h 1370765"/>
              <a:gd name="connsiteX3" fmla="*/ 672082 w 676615"/>
              <a:gd name="connsiteY3" fmla="*/ 1336040 h 1370765"/>
              <a:gd name="connsiteX4" fmla="*/ 659371 w 676615"/>
              <a:gd name="connsiteY4" fmla="*/ 1368804 h 1370765"/>
              <a:gd name="connsiteX5" fmla="*/ 7320 w 676615"/>
              <a:gd name="connsiteY5" fmla="*/ 1349453 h 1370765"/>
              <a:gd name="connsiteX6" fmla="*/ 1003 w 676615"/>
              <a:gd name="connsiteY6" fmla="*/ 1347372 h 1370765"/>
              <a:gd name="connsiteX7" fmla="*/ 12930 w 676615"/>
              <a:gd name="connsiteY7" fmla="*/ 1346201 h 1370765"/>
              <a:gd name="connsiteX8" fmla="*/ 8855 w 676615"/>
              <a:gd name="connsiteY8" fmla="*/ 1346201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2082" h="1370765">
                <a:moveTo>
                  <a:pt x="8855" y="0"/>
                </a:moveTo>
                <a:lnTo>
                  <a:pt x="671795" y="0"/>
                </a:lnTo>
                <a:lnTo>
                  <a:pt x="671795" y="1335528"/>
                </a:lnTo>
                <a:lnTo>
                  <a:pt x="672082" y="1336040"/>
                </a:lnTo>
                <a:cubicBezTo>
                  <a:pt x="662992" y="1367583"/>
                  <a:pt x="678363" y="1367197"/>
                  <a:pt x="659371" y="1368804"/>
                </a:cubicBezTo>
                <a:cubicBezTo>
                  <a:pt x="558076" y="1377376"/>
                  <a:pt x="62703" y="1355442"/>
                  <a:pt x="7320" y="1349453"/>
                </a:cubicBezTo>
                <a:cubicBezTo>
                  <a:pt x="397" y="1348704"/>
                  <a:pt x="-1382" y="1348017"/>
                  <a:pt x="1003" y="1347372"/>
                </a:cubicBezTo>
                <a:lnTo>
                  <a:pt x="12930" y="1346201"/>
                </a:lnTo>
                <a:lnTo>
                  <a:pt x="8855" y="1346201"/>
                </a:lnTo>
                <a:lnTo>
                  <a:pt x="8855" y="0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398C3FC-9F81-8BAF-E9EF-7DDFFAD8D90A}"/>
              </a:ext>
            </a:extLst>
          </p:cNvPr>
          <p:cNvSpPr/>
          <p:nvPr/>
        </p:nvSpPr>
        <p:spPr>
          <a:xfrm>
            <a:off x="15238582" y="4226557"/>
            <a:ext cx="2876484" cy="2760982"/>
          </a:xfrm>
          <a:custGeom>
            <a:avLst/>
            <a:gdLst>
              <a:gd name="connsiteX0" fmla="*/ 2846 w 1472677"/>
              <a:gd name="connsiteY0" fmla="*/ 0 h 1365250"/>
              <a:gd name="connsiteX1" fmla="*/ 1469099 w 1472677"/>
              <a:gd name="connsiteY1" fmla="*/ 0 h 1365250"/>
              <a:gd name="connsiteX2" fmla="*/ 1469099 w 1472677"/>
              <a:gd name="connsiteY2" fmla="*/ 1181844 h 1365250"/>
              <a:gd name="connsiteX3" fmla="*/ 1469308 w 1472677"/>
              <a:gd name="connsiteY3" fmla="*/ 1181930 h 1365250"/>
              <a:gd name="connsiteX4" fmla="*/ 1472677 w 1472677"/>
              <a:gd name="connsiteY4" fmla="*/ 1190063 h 1365250"/>
              <a:gd name="connsiteX5" fmla="*/ 1472677 w 1472677"/>
              <a:gd name="connsiteY5" fmla="*/ 1241353 h 1365250"/>
              <a:gd name="connsiteX6" fmla="*/ 1464985 w 1472677"/>
              <a:gd name="connsiteY6" fmla="*/ 1296670 h 1365250"/>
              <a:gd name="connsiteX7" fmla="*/ 11502 w 1472677"/>
              <a:gd name="connsiteY7" fmla="*/ 1365250 h 1365250"/>
              <a:gd name="connsiteX8" fmla="*/ 0 w 1472677"/>
              <a:gd name="connsiteY8" fmla="*/ 1353748 h 1365250"/>
              <a:gd name="connsiteX9" fmla="*/ 0 w 1472677"/>
              <a:gd name="connsiteY9" fmla="*/ 1190063 h 1365250"/>
              <a:gd name="connsiteX10" fmla="*/ 2846 w 1472677"/>
              <a:gd name="connsiteY10" fmla="*/ 1183193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2677" h="1365250">
                <a:moveTo>
                  <a:pt x="2846" y="0"/>
                </a:moveTo>
                <a:lnTo>
                  <a:pt x="1469099" y="0"/>
                </a:lnTo>
                <a:lnTo>
                  <a:pt x="1469099" y="1181844"/>
                </a:lnTo>
                <a:lnTo>
                  <a:pt x="1469308" y="1181930"/>
                </a:lnTo>
                <a:cubicBezTo>
                  <a:pt x="1471390" y="1184012"/>
                  <a:pt x="1472677" y="1186887"/>
                  <a:pt x="1472677" y="1190063"/>
                </a:cubicBezTo>
                <a:lnTo>
                  <a:pt x="1472677" y="1241353"/>
                </a:lnTo>
                <a:cubicBezTo>
                  <a:pt x="1472677" y="1247705"/>
                  <a:pt x="1471337" y="1296670"/>
                  <a:pt x="1464985" y="1296670"/>
                </a:cubicBezTo>
                <a:cubicBezTo>
                  <a:pt x="963346" y="1370965"/>
                  <a:pt x="495996" y="1342390"/>
                  <a:pt x="11502" y="1365250"/>
                </a:cubicBezTo>
                <a:cubicBezTo>
                  <a:pt x="5150" y="1365250"/>
                  <a:pt x="0" y="1360100"/>
                  <a:pt x="0" y="1353748"/>
                </a:cubicBezTo>
                <a:lnTo>
                  <a:pt x="0" y="1190063"/>
                </a:lnTo>
                <a:lnTo>
                  <a:pt x="2846" y="1183193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27AF897-29D0-2332-27F7-AE82ABF61720}"/>
              </a:ext>
            </a:extLst>
          </p:cNvPr>
          <p:cNvSpPr/>
          <p:nvPr/>
        </p:nvSpPr>
        <p:spPr>
          <a:xfrm>
            <a:off x="12235701" y="4301809"/>
            <a:ext cx="1339330" cy="2497758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57882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3515 w 710285"/>
              <a:gd name="connsiteY7" fmla="*/ 1233531 h 1361448"/>
              <a:gd name="connsiteX8" fmla="*/ 0 w 710285"/>
              <a:gd name="connsiteY8" fmla="*/ 1257882 h 1361448"/>
              <a:gd name="connsiteX9" fmla="*/ 0 w 710285"/>
              <a:gd name="connsiteY9" fmla="*/ 0 h 136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361448">
                <a:moveTo>
                  <a:pt x="0" y="0"/>
                </a:moveTo>
                <a:lnTo>
                  <a:pt x="710285" y="0"/>
                </a:lnTo>
                <a:lnTo>
                  <a:pt x="710285" y="1192301"/>
                </a:lnTo>
                <a:lnTo>
                  <a:pt x="710285" y="1279527"/>
                </a:lnTo>
                <a:lnTo>
                  <a:pt x="710285" y="1355318"/>
                </a:lnTo>
                <a:cubicBezTo>
                  <a:pt x="710285" y="1360803"/>
                  <a:pt x="703971" y="1361542"/>
                  <a:pt x="698536" y="1361440"/>
                </a:cubicBezTo>
                <a:cubicBezTo>
                  <a:pt x="461583" y="1356995"/>
                  <a:pt x="234154" y="1343025"/>
                  <a:pt x="1011" y="1283335"/>
                </a:cubicBezTo>
                <a:cubicBezTo>
                  <a:pt x="948" y="1282066"/>
                  <a:pt x="3578" y="1234800"/>
                  <a:pt x="3515" y="1233531"/>
                </a:cubicBezTo>
                <a:cubicBezTo>
                  <a:pt x="3241" y="1226316"/>
                  <a:pt x="274" y="1265097"/>
                  <a:pt x="0" y="125788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035A803-28D5-CF21-13F6-CEBF4D9F3AC3}"/>
              </a:ext>
            </a:extLst>
          </p:cNvPr>
          <p:cNvSpPr/>
          <p:nvPr/>
        </p:nvSpPr>
        <p:spPr>
          <a:xfrm>
            <a:off x="13868801" y="4301808"/>
            <a:ext cx="1168486" cy="2601912"/>
          </a:xfrm>
          <a:custGeom>
            <a:avLst/>
            <a:gdLst>
              <a:gd name="connsiteX0" fmla="*/ 8855 w 676615"/>
              <a:gd name="connsiteY0" fmla="*/ 0 h 1370765"/>
              <a:gd name="connsiteX1" fmla="*/ 671795 w 676615"/>
              <a:gd name="connsiteY1" fmla="*/ 0 h 1370765"/>
              <a:gd name="connsiteX2" fmla="*/ 671795 w 676615"/>
              <a:gd name="connsiteY2" fmla="*/ 1335528 h 1370765"/>
              <a:gd name="connsiteX3" fmla="*/ 672082 w 676615"/>
              <a:gd name="connsiteY3" fmla="*/ 1336040 h 1370765"/>
              <a:gd name="connsiteX4" fmla="*/ 659371 w 676615"/>
              <a:gd name="connsiteY4" fmla="*/ 1368804 h 1370765"/>
              <a:gd name="connsiteX5" fmla="*/ 7320 w 676615"/>
              <a:gd name="connsiteY5" fmla="*/ 1349453 h 1370765"/>
              <a:gd name="connsiteX6" fmla="*/ 1003 w 676615"/>
              <a:gd name="connsiteY6" fmla="*/ 1347372 h 1370765"/>
              <a:gd name="connsiteX7" fmla="*/ 12930 w 676615"/>
              <a:gd name="connsiteY7" fmla="*/ 1346201 h 1370765"/>
              <a:gd name="connsiteX8" fmla="*/ 8855 w 676615"/>
              <a:gd name="connsiteY8" fmla="*/ 1346201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2082" h="1370765">
                <a:moveTo>
                  <a:pt x="8855" y="0"/>
                </a:moveTo>
                <a:lnTo>
                  <a:pt x="671795" y="0"/>
                </a:lnTo>
                <a:lnTo>
                  <a:pt x="671795" y="1335528"/>
                </a:lnTo>
                <a:lnTo>
                  <a:pt x="672082" y="1336040"/>
                </a:lnTo>
                <a:cubicBezTo>
                  <a:pt x="662992" y="1367583"/>
                  <a:pt x="678363" y="1367197"/>
                  <a:pt x="659371" y="1368804"/>
                </a:cubicBezTo>
                <a:cubicBezTo>
                  <a:pt x="558076" y="1377376"/>
                  <a:pt x="62703" y="1355442"/>
                  <a:pt x="7320" y="1349453"/>
                </a:cubicBezTo>
                <a:cubicBezTo>
                  <a:pt x="397" y="1348704"/>
                  <a:pt x="-1382" y="1348017"/>
                  <a:pt x="1003" y="1347372"/>
                </a:cubicBezTo>
                <a:lnTo>
                  <a:pt x="12930" y="1346201"/>
                </a:lnTo>
                <a:lnTo>
                  <a:pt x="8855" y="1346201"/>
                </a:lnTo>
                <a:lnTo>
                  <a:pt x="8855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3CA0873-3495-987F-F1EA-0B7E0B11A94F}"/>
              </a:ext>
            </a:extLst>
          </p:cNvPr>
          <p:cNvSpPr/>
          <p:nvPr/>
        </p:nvSpPr>
        <p:spPr>
          <a:xfrm>
            <a:off x="15300961" y="4301807"/>
            <a:ext cx="2814106" cy="2601914"/>
          </a:xfrm>
          <a:custGeom>
            <a:avLst/>
            <a:gdLst>
              <a:gd name="connsiteX0" fmla="*/ 2846 w 1472677"/>
              <a:gd name="connsiteY0" fmla="*/ 0 h 1365250"/>
              <a:gd name="connsiteX1" fmla="*/ 1469099 w 1472677"/>
              <a:gd name="connsiteY1" fmla="*/ 0 h 1365250"/>
              <a:gd name="connsiteX2" fmla="*/ 1469099 w 1472677"/>
              <a:gd name="connsiteY2" fmla="*/ 1181844 h 1365250"/>
              <a:gd name="connsiteX3" fmla="*/ 1469308 w 1472677"/>
              <a:gd name="connsiteY3" fmla="*/ 1181930 h 1365250"/>
              <a:gd name="connsiteX4" fmla="*/ 1472677 w 1472677"/>
              <a:gd name="connsiteY4" fmla="*/ 1190063 h 1365250"/>
              <a:gd name="connsiteX5" fmla="*/ 1472677 w 1472677"/>
              <a:gd name="connsiteY5" fmla="*/ 1241353 h 1365250"/>
              <a:gd name="connsiteX6" fmla="*/ 1464985 w 1472677"/>
              <a:gd name="connsiteY6" fmla="*/ 1296670 h 1365250"/>
              <a:gd name="connsiteX7" fmla="*/ 11502 w 1472677"/>
              <a:gd name="connsiteY7" fmla="*/ 1365250 h 1365250"/>
              <a:gd name="connsiteX8" fmla="*/ 0 w 1472677"/>
              <a:gd name="connsiteY8" fmla="*/ 1353748 h 1365250"/>
              <a:gd name="connsiteX9" fmla="*/ 0 w 1472677"/>
              <a:gd name="connsiteY9" fmla="*/ 1190063 h 1365250"/>
              <a:gd name="connsiteX10" fmla="*/ 2846 w 1472677"/>
              <a:gd name="connsiteY10" fmla="*/ 1183193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2677" h="1365250">
                <a:moveTo>
                  <a:pt x="2846" y="0"/>
                </a:moveTo>
                <a:lnTo>
                  <a:pt x="1469099" y="0"/>
                </a:lnTo>
                <a:lnTo>
                  <a:pt x="1469099" y="1181844"/>
                </a:lnTo>
                <a:lnTo>
                  <a:pt x="1469308" y="1181930"/>
                </a:lnTo>
                <a:cubicBezTo>
                  <a:pt x="1471390" y="1184012"/>
                  <a:pt x="1472677" y="1186887"/>
                  <a:pt x="1472677" y="1190063"/>
                </a:cubicBezTo>
                <a:lnTo>
                  <a:pt x="1472677" y="1241353"/>
                </a:lnTo>
                <a:cubicBezTo>
                  <a:pt x="1472677" y="1247705"/>
                  <a:pt x="1471337" y="1296670"/>
                  <a:pt x="1464985" y="1296670"/>
                </a:cubicBezTo>
                <a:cubicBezTo>
                  <a:pt x="963346" y="1370965"/>
                  <a:pt x="495996" y="1342390"/>
                  <a:pt x="11502" y="1365250"/>
                </a:cubicBezTo>
                <a:cubicBezTo>
                  <a:pt x="5150" y="1365250"/>
                  <a:pt x="0" y="1360100"/>
                  <a:pt x="0" y="1353748"/>
                </a:cubicBezTo>
                <a:lnTo>
                  <a:pt x="0" y="1190063"/>
                </a:lnTo>
                <a:lnTo>
                  <a:pt x="2846" y="1183193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2FF8F7-2D32-51CA-C74F-284EB5F83C6E}"/>
              </a:ext>
            </a:extLst>
          </p:cNvPr>
          <p:cNvSpPr/>
          <p:nvPr/>
        </p:nvSpPr>
        <p:spPr>
          <a:xfrm>
            <a:off x="12232286" y="4301809"/>
            <a:ext cx="1339328" cy="7693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5C4F45-70CA-EE4C-0082-4295D775AE8B}"/>
              </a:ext>
            </a:extLst>
          </p:cNvPr>
          <p:cNvSpPr/>
          <p:nvPr/>
        </p:nvSpPr>
        <p:spPr>
          <a:xfrm>
            <a:off x="14015719" y="5071111"/>
            <a:ext cx="878842" cy="1609090"/>
          </a:xfrm>
          <a:custGeom>
            <a:avLst/>
            <a:gdLst>
              <a:gd name="connsiteX0" fmla="*/ 0 w 439421"/>
              <a:gd name="connsiteY0" fmla="*/ 0 h 769463"/>
              <a:gd name="connsiteX1" fmla="*/ 439421 w 439421"/>
              <a:gd name="connsiteY1" fmla="*/ 0 h 769463"/>
              <a:gd name="connsiteX2" fmla="*/ 439421 w 439421"/>
              <a:gd name="connsiteY2" fmla="*/ 769463 h 769463"/>
              <a:gd name="connsiteX3" fmla="*/ 0 w 439421"/>
              <a:gd name="connsiteY3" fmla="*/ 769463 h 769463"/>
              <a:gd name="connsiteX4" fmla="*/ 0 w 439421"/>
              <a:gd name="connsiteY4" fmla="*/ 0 h 769463"/>
              <a:gd name="connsiteX0" fmla="*/ 0 w 439421"/>
              <a:gd name="connsiteY0" fmla="*/ 0 h 787243"/>
              <a:gd name="connsiteX1" fmla="*/ 439421 w 439421"/>
              <a:gd name="connsiteY1" fmla="*/ 0 h 787243"/>
              <a:gd name="connsiteX2" fmla="*/ 439421 w 439421"/>
              <a:gd name="connsiteY2" fmla="*/ 787243 h 787243"/>
              <a:gd name="connsiteX3" fmla="*/ 0 w 439421"/>
              <a:gd name="connsiteY3" fmla="*/ 769463 h 787243"/>
              <a:gd name="connsiteX4" fmla="*/ 0 w 439421"/>
              <a:gd name="connsiteY4" fmla="*/ 0 h 78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421" h="787243">
                <a:moveTo>
                  <a:pt x="0" y="0"/>
                </a:moveTo>
                <a:lnTo>
                  <a:pt x="439421" y="0"/>
                </a:lnTo>
                <a:lnTo>
                  <a:pt x="439421" y="787243"/>
                </a:lnTo>
                <a:lnTo>
                  <a:pt x="0" y="769463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129449-6DA5-8ADC-273A-2B01ADA612D9}"/>
              </a:ext>
            </a:extLst>
          </p:cNvPr>
          <p:cNvSpPr/>
          <p:nvPr/>
        </p:nvSpPr>
        <p:spPr>
          <a:xfrm>
            <a:off x="15300961" y="4301809"/>
            <a:ext cx="2802674" cy="7693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939E653-6B3D-BC8E-E34D-0737D02DCEF7}"/>
              </a:ext>
            </a:extLst>
          </p:cNvPr>
          <p:cNvSpPr/>
          <p:nvPr/>
        </p:nvSpPr>
        <p:spPr>
          <a:xfrm>
            <a:off x="12232285" y="6502401"/>
            <a:ext cx="1342746" cy="358146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06244 w 710285"/>
              <a:gd name="connsiteY1" fmla="*/ 123832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24405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69773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4862 w 710285"/>
              <a:gd name="connsiteY7" fmla="*/ 75546 h 178633"/>
              <a:gd name="connsiteX8" fmla="*/ 0 w 710285"/>
              <a:gd name="connsiteY8" fmla="*/ 69773 h 178633"/>
              <a:gd name="connsiteX9" fmla="*/ 1347 w 710285"/>
              <a:gd name="connsiteY9" fmla="*/ 0 h 178633"/>
              <a:gd name="connsiteX0" fmla="*/ 1347 w 754303"/>
              <a:gd name="connsiteY0" fmla="*/ 0 h 182358"/>
              <a:gd name="connsiteX1" fmla="*/ 710285 w 754303"/>
              <a:gd name="connsiteY1" fmla="*/ 65711 h 182358"/>
              <a:gd name="connsiteX2" fmla="*/ 708264 w 754303"/>
              <a:gd name="connsiteY2" fmla="*/ 133787 h 182358"/>
              <a:gd name="connsiteX3" fmla="*/ 707591 w 754303"/>
              <a:gd name="connsiteY3" fmla="*/ 153000 h 182358"/>
              <a:gd name="connsiteX4" fmla="*/ 710285 w 754303"/>
              <a:gd name="connsiteY4" fmla="*/ 172503 h 182358"/>
              <a:gd name="connsiteX5" fmla="*/ 698536 w 754303"/>
              <a:gd name="connsiteY5" fmla="*/ 178625 h 182358"/>
              <a:gd name="connsiteX6" fmla="*/ 1011 w 754303"/>
              <a:gd name="connsiteY6" fmla="*/ 117839 h 182358"/>
              <a:gd name="connsiteX7" fmla="*/ 4862 w 754303"/>
              <a:gd name="connsiteY7" fmla="*/ 75546 h 182358"/>
              <a:gd name="connsiteX8" fmla="*/ 0 w 754303"/>
              <a:gd name="connsiteY8" fmla="*/ 69773 h 182358"/>
              <a:gd name="connsiteX9" fmla="*/ 1347 w 754303"/>
              <a:gd name="connsiteY9" fmla="*/ 0 h 182358"/>
              <a:gd name="connsiteX0" fmla="*/ 1347 w 710285"/>
              <a:gd name="connsiteY0" fmla="*/ 0 h 180880"/>
              <a:gd name="connsiteX1" fmla="*/ 710285 w 710285"/>
              <a:gd name="connsiteY1" fmla="*/ 65711 h 180880"/>
              <a:gd name="connsiteX2" fmla="*/ 708264 w 710285"/>
              <a:gd name="connsiteY2" fmla="*/ 133787 h 180880"/>
              <a:gd name="connsiteX3" fmla="*/ 707591 w 710285"/>
              <a:gd name="connsiteY3" fmla="*/ 153000 h 180880"/>
              <a:gd name="connsiteX4" fmla="*/ 710285 w 710285"/>
              <a:gd name="connsiteY4" fmla="*/ 172503 h 180880"/>
              <a:gd name="connsiteX5" fmla="*/ 557097 w 710285"/>
              <a:gd name="connsiteY5" fmla="*/ 176700 h 180880"/>
              <a:gd name="connsiteX6" fmla="*/ 1011 w 710285"/>
              <a:gd name="connsiteY6" fmla="*/ 117839 h 180880"/>
              <a:gd name="connsiteX7" fmla="*/ 4862 w 710285"/>
              <a:gd name="connsiteY7" fmla="*/ 75546 h 180880"/>
              <a:gd name="connsiteX8" fmla="*/ 0 w 710285"/>
              <a:gd name="connsiteY8" fmla="*/ 69773 h 180880"/>
              <a:gd name="connsiteX9" fmla="*/ 1347 w 710285"/>
              <a:gd name="connsiteY9" fmla="*/ 0 h 1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80880">
                <a:moveTo>
                  <a:pt x="1347" y="0"/>
                </a:moveTo>
                <a:cubicBezTo>
                  <a:pt x="256293" y="63685"/>
                  <a:pt x="429744" y="44603"/>
                  <a:pt x="710285" y="65711"/>
                </a:cubicBezTo>
                <a:cubicBezTo>
                  <a:pt x="709611" y="82684"/>
                  <a:pt x="708938" y="116814"/>
                  <a:pt x="708264" y="133787"/>
                </a:cubicBezTo>
                <a:cubicBezTo>
                  <a:pt x="708040" y="140191"/>
                  <a:pt x="707815" y="146596"/>
                  <a:pt x="707591" y="153000"/>
                </a:cubicBezTo>
                <a:lnTo>
                  <a:pt x="710285" y="172503"/>
                </a:lnTo>
                <a:cubicBezTo>
                  <a:pt x="710285" y="177988"/>
                  <a:pt x="675309" y="185811"/>
                  <a:pt x="557097" y="176700"/>
                </a:cubicBezTo>
                <a:cubicBezTo>
                  <a:pt x="438885" y="167589"/>
                  <a:pt x="234154" y="177529"/>
                  <a:pt x="1011" y="117839"/>
                </a:cubicBezTo>
                <a:cubicBezTo>
                  <a:pt x="948" y="116570"/>
                  <a:pt x="4925" y="76815"/>
                  <a:pt x="4862" y="75546"/>
                </a:cubicBezTo>
                <a:cubicBezTo>
                  <a:pt x="4588" y="66566"/>
                  <a:pt x="274" y="78753"/>
                  <a:pt x="0" y="69773"/>
                </a:cubicBezTo>
                <a:lnTo>
                  <a:pt x="134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A6463F-8877-5F84-E80B-9EDFBCE922CE}"/>
              </a:ext>
            </a:extLst>
          </p:cNvPr>
          <p:cNvSpPr/>
          <p:nvPr/>
        </p:nvSpPr>
        <p:spPr>
          <a:xfrm>
            <a:off x="13480177" y="4830335"/>
            <a:ext cx="91438" cy="19202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3796B94-6435-ABC6-51F2-2FC41ED35E4F}"/>
              </a:ext>
            </a:extLst>
          </p:cNvPr>
          <p:cNvSpPr/>
          <p:nvPr/>
        </p:nvSpPr>
        <p:spPr>
          <a:xfrm flipH="1">
            <a:off x="15293345" y="6549824"/>
            <a:ext cx="2820222" cy="355984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06244 w 710285"/>
              <a:gd name="connsiteY1" fmla="*/ 123832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24405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54303"/>
              <a:gd name="connsiteY0" fmla="*/ 0 h 182640"/>
              <a:gd name="connsiteX1" fmla="*/ 710285 w 754303"/>
              <a:gd name="connsiteY1" fmla="*/ 65711 h 182640"/>
              <a:gd name="connsiteX2" fmla="*/ 708264 w 754303"/>
              <a:gd name="connsiteY2" fmla="*/ 133787 h 182640"/>
              <a:gd name="connsiteX3" fmla="*/ 707591 w 754303"/>
              <a:gd name="connsiteY3" fmla="*/ 153000 h 182640"/>
              <a:gd name="connsiteX4" fmla="*/ 710285 w 754303"/>
              <a:gd name="connsiteY4" fmla="*/ 172503 h 182640"/>
              <a:gd name="connsiteX5" fmla="*/ 698536 w 754303"/>
              <a:gd name="connsiteY5" fmla="*/ 178625 h 182640"/>
              <a:gd name="connsiteX6" fmla="*/ 1011 w 754303"/>
              <a:gd name="connsiteY6" fmla="*/ 113990 h 182640"/>
              <a:gd name="connsiteX7" fmla="*/ 821 w 754303"/>
              <a:gd name="connsiteY7" fmla="*/ 96712 h 182640"/>
              <a:gd name="connsiteX8" fmla="*/ 0 w 754303"/>
              <a:gd name="connsiteY8" fmla="*/ 96712 h 182640"/>
              <a:gd name="connsiteX9" fmla="*/ 1347 w 754303"/>
              <a:gd name="connsiteY9" fmla="*/ 0 h 182640"/>
              <a:gd name="connsiteX0" fmla="*/ 1347 w 710285"/>
              <a:gd name="connsiteY0" fmla="*/ 0 h 179787"/>
              <a:gd name="connsiteX1" fmla="*/ 710285 w 710285"/>
              <a:gd name="connsiteY1" fmla="*/ 65711 h 179787"/>
              <a:gd name="connsiteX2" fmla="*/ 708264 w 710285"/>
              <a:gd name="connsiteY2" fmla="*/ 133787 h 179787"/>
              <a:gd name="connsiteX3" fmla="*/ 707591 w 710285"/>
              <a:gd name="connsiteY3" fmla="*/ 153000 h 179787"/>
              <a:gd name="connsiteX4" fmla="*/ 710285 w 710285"/>
              <a:gd name="connsiteY4" fmla="*/ 172503 h 179787"/>
              <a:gd name="connsiteX5" fmla="*/ 566720 w 710285"/>
              <a:gd name="connsiteY5" fmla="*/ 174776 h 179787"/>
              <a:gd name="connsiteX6" fmla="*/ 1011 w 710285"/>
              <a:gd name="connsiteY6" fmla="*/ 113990 h 179787"/>
              <a:gd name="connsiteX7" fmla="*/ 821 w 710285"/>
              <a:gd name="connsiteY7" fmla="*/ 96712 h 179787"/>
              <a:gd name="connsiteX8" fmla="*/ 0 w 710285"/>
              <a:gd name="connsiteY8" fmla="*/ 96712 h 179787"/>
              <a:gd name="connsiteX9" fmla="*/ 1347 w 710285"/>
              <a:gd name="connsiteY9" fmla="*/ 0 h 179787"/>
              <a:gd name="connsiteX0" fmla="*/ 1347 w 711449"/>
              <a:gd name="connsiteY0" fmla="*/ 0 h 179788"/>
              <a:gd name="connsiteX1" fmla="*/ 710285 w 711449"/>
              <a:gd name="connsiteY1" fmla="*/ 65711 h 179788"/>
              <a:gd name="connsiteX2" fmla="*/ 708264 w 711449"/>
              <a:gd name="connsiteY2" fmla="*/ 133787 h 179788"/>
              <a:gd name="connsiteX3" fmla="*/ 711440 w 711449"/>
              <a:gd name="connsiteY3" fmla="*/ 154925 h 179788"/>
              <a:gd name="connsiteX4" fmla="*/ 710285 w 711449"/>
              <a:gd name="connsiteY4" fmla="*/ 172503 h 179788"/>
              <a:gd name="connsiteX5" fmla="*/ 566720 w 711449"/>
              <a:gd name="connsiteY5" fmla="*/ 174776 h 179788"/>
              <a:gd name="connsiteX6" fmla="*/ 1011 w 711449"/>
              <a:gd name="connsiteY6" fmla="*/ 113990 h 179788"/>
              <a:gd name="connsiteX7" fmla="*/ 821 w 711449"/>
              <a:gd name="connsiteY7" fmla="*/ 96712 h 179788"/>
              <a:gd name="connsiteX8" fmla="*/ 0 w 711449"/>
              <a:gd name="connsiteY8" fmla="*/ 96712 h 179788"/>
              <a:gd name="connsiteX9" fmla="*/ 1347 w 711449"/>
              <a:gd name="connsiteY9" fmla="*/ 0 h 179788"/>
              <a:gd name="connsiteX0" fmla="*/ 1347 w 712207"/>
              <a:gd name="connsiteY0" fmla="*/ 0 h 179788"/>
              <a:gd name="connsiteX1" fmla="*/ 710285 w 712207"/>
              <a:gd name="connsiteY1" fmla="*/ 65711 h 179788"/>
              <a:gd name="connsiteX2" fmla="*/ 712113 w 712207"/>
              <a:gd name="connsiteY2" fmla="*/ 133787 h 179788"/>
              <a:gd name="connsiteX3" fmla="*/ 711440 w 712207"/>
              <a:gd name="connsiteY3" fmla="*/ 154925 h 179788"/>
              <a:gd name="connsiteX4" fmla="*/ 710285 w 712207"/>
              <a:gd name="connsiteY4" fmla="*/ 172503 h 179788"/>
              <a:gd name="connsiteX5" fmla="*/ 566720 w 712207"/>
              <a:gd name="connsiteY5" fmla="*/ 174776 h 179788"/>
              <a:gd name="connsiteX6" fmla="*/ 1011 w 712207"/>
              <a:gd name="connsiteY6" fmla="*/ 113990 h 179788"/>
              <a:gd name="connsiteX7" fmla="*/ 821 w 712207"/>
              <a:gd name="connsiteY7" fmla="*/ 96712 h 179788"/>
              <a:gd name="connsiteX8" fmla="*/ 0 w 712207"/>
              <a:gd name="connsiteY8" fmla="*/ 96712 h 179788"/>
              <a:gd name="connsiteX9" fmla="*/ 1347 w 712207"/>
              <a:gd name="connsiteY9" fmla="*/ 0 h 17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2207" h="179788">
                <a:moveTo>
                  <a:pt x="1347" y="0"/>
                </a:moveTo>
                <a:cubicBezTo>
                  <a:pt x="256293" y="63685"/>
                  <a:pt x="429744" y="44603"/>
                  <a:pt x="710285" y="65711"/>
                </a:cubicBezTo>
                <a:cubicBezTo>
                  <a:pt x="709611" y="82684"/>
                  <a:pt x="712787" y="116814"/>
                  <a:pt x="712113" y="133787"/>
                </a:cubicBezTo>
                <a:cubicBezTo>
                  <a:pt x="711889" y="140191"/>
                  <a:pt x="711664" y="148521"/>
                  <a:pt x="711440" y="154925"/>
                </a:cubicBezTo>
                <a:lnTo>
                  <a:pt x="710285" y="172503"/>
                </a:lnTo>
                <a:cubicBezTo>
                  <a:pt x="710285" y="177988"/>
                  <a:pt x="684932" y="184528"/>
                  <a:pt x="566720" y="174776"/>
                </a:cubicBezTo>
                <a:cubicBezTo>
                  <a:pt x="448508" y="165024"/>
                  <a:pt x="234154" y="173680"/>
                  <a:pt x="1011" y="113990"/>
                </a:cubicBezTo>
                <a:cubicBezTo>
                  <a:pt x="948" y="112721"/>
                  <a:pt x="884" y="97981"/>
                  <a:pt x="821" y="96712"/>
                </a:cubicBezTo>
                <a:lnTo>
                  <a:pt x="0" y="96712"/>
                </a:lnTo>
                <a:lnTo>
                  <a:pt x="134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E131D1-30D6-127A-FBE7-224AEB9D2BBD}"/>
              </a:ext>
            </a:extLst>
          </p:cNvPr>
          <p:cNvSpPr/>
          <p:nvPr/>
        </p:nvSpPr>
        <p:spPr>
          <a:xfrm>
            <a:off x="15300533" y="4910771"/>
            <a:ext cx="91438" cy="19202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7E25F1-CD73-CBB7-C753-645527781AC3}"/>
              </a:ext>
            </a:extLst>
          </p:cNvPr>
          <p:cNvSpPr/>
          <p:nvPr/>
        </p:nvSpPr>
        <p:spPr>
          <a:xfrm>
            <a:off x="15460537" y="4437216"/>
            <a:ext cx="1852778" cy="49848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8722EA-ED22-EC15-ADF6-962B2848DB59}"/>
              </a:ext>
            </a:extLst>
          </p:cNvPr>
          <p:cNvSpPr/>
          <p:nvPr/>
        </p:nvSpPr>
        <p:spPr>
          <a:xfrm>
            <a:off x="13704240" y="4226556"/>
            <a:ext cx="1465776" cy="456906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561E15-CCBC-DBBB-3AD2-D93B1A4D4831}"/>
              </a:ext>
            </a:extLst>
          </p:cNvPr>
          <p:cNvSpPr/>
          <p:nvPr/>
        </p:nvSpPr>
        <p:spPr>
          <a:xfrm>
            <a:off x="12677915" y="4437216"/>
            <a:ext cx="712966" cy="49848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719FC3C-42CD-7353-3906-28C333187FF0}"/>
              </a:ext>
            </a:extLst>
          </p:cNvPr>
          <p:cNvSpPr/>
          <p:nvPr/>
        </p:nvSpPr>
        <p:spPr>
          <a:xfrm>
            <a:off x="12677915" y="9021895"/>
            <a:ext cx="5008106" cy="336094"/>
          </a:xfrm>
          <a:custGeom>
            <a:avLst/>
            <a:gdLst>
              <a:gd name="connsiteX0" fmla="*/ 0 w 2504053"/>
              <a:gd name="connsiteY0" fmla="*/ 0 h 151127"/>
              <a:gd name="connsiteX1" fmla="*/ 0 w 2504053"/>
              <a:gd name="connsiteY1" fmla="*/ 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0 w 2504053"/>
              <a:gd name="connsiteY8" fmla="*/ 0 h 151127"/>
              <a:gd name="connsiteX0" fmla="*/ 205740 w 2504053"/>
              <a:gd name="connsiteY0" fmla="*/ 7620 h 151127"/>
              <a:gd name="connsiteX1" fmla="*/ 0 w 2504053"/>
              <a:gd name="connsiteY1" fmla="*/ 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205740 w 2504053"/>
              <a:gd name="connsiteY0" fmla="*/ 7620 h 151127"/>
              <a:gd name="connsiteX1" fmla="*/ 476250 w 2504053"/>
              <a:gd name="connsiteY1" fmla="*/ 762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205740 w 2504053"/>
              <a:gd name="connsiteY0" fmla="*/ 762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114300 w 2504053"/>
              <a:gd name="connsiteY0" fmla="*/ 3429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114300 w 2504053"/>
              <a:gd name="connsiteY8" fmla="*/ 3429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252593 w 2504053"/>
              <a:gd name="connsiteY3" fmla="*/ 10279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47612 h 168259"/>
              <a:gd name="connsiteX1" fmla="*/ 293370 w 2504053"/>
              <a:gd name="connsiteY1" fmla="*/ 20942 h 168259"/>
              <a:gd name="connsiteX2" fmla="*/ 2260213 w 2504053"/>
              <a:gd name="connsiteY2" fmla="*/ 0 h 168259"/>
              <a:gd name="connsiteX3" fmla="*/ 2252593 w 2504053"/>
              <a:gd name="connsiteY3" fmla="*/ 27411 h 168259"/>
              <a:gd name="connsiteX4" fmla="*/ 2504053 w 2504053"/>
              <a:gd name="connsiteY4" fmla="*/ 168259 h 168259"/>
              <a:gd name="connsiteX5" fmla="*/ 2504053 w 2504053"/>
              <a:gd name="connsiteY5" fmla="*/ 168259 h 168259"/>
              <a:gd name="connsiteX6" fmla="*/ 0 w 2504053"/>
              <a:gd name="connsiteY6" fmla="*/ 168259 h 168259"/>
              <a:gd name="connsiteX7" fmla="*/ 0 w 2504053"/>
              <a:gd name="connsiteY7" fmla="*/ 168259 h 168259"/>
              <a:gd name="connsiteX8" fmla="*/ 64770 w 2504053"/>
              <a:gd name="connsiteY8" fmla="*/ 47612 h 168259"/>
              <a:gd name="connsiteX0" fmla="*/ 64770 w 2504053"/>
              <a:gd name="connsiteY0" fmla="*/ 47612 h 168259"/>
              <a:gd name="connsiteX1" fmla="*/ 293370 w 2504053"/>
              <a:gd name="connsiteY1" fmla="*/ 20942 h 168259"/>
              <a:gd name="connsiteX2" fmla="*/ 2260213 w 2504053"/>
              <a:gd name="connsiteY2" fmla="*/ 0 h 168259"/>
              <a:gd name="connsiteX3" fmla="*/ 2363083 w 2504053"/>
              <a:gd name="connsiteY3" fmla="*/ 27411 h 168259"/>
              <a:gd name="connsiteX4" fmla="*/ 2504053 w 2504053"/>
              <a:gd name="connsiteY4" fmla="*/ 168259 h 168259"/>
              <a:gd name="connsiteX5" fmla="*/ 2504053 w 2504053"/>
              <a:gd name="connsiteY5" fmla="*/ 168259 h 168259"/>
              <a:gd name="connsiteX6" fmla="*/ 0 w 2504053"/>
              <a:gd name="connsiteY6" fmla="*/ 168259 h 168259"/>
              <a:gd name="connsiteX7" fmla="*/ 0 w 2504053"/>
              <a:gd name="connsiteY7" fmla="*/ 168259 h 168259"/>
              <a:gd name="connsiteX8" fmla="*/ 64770 w 2504053"/>
              <a:gd name="connsiteY8" fmla="*/ 47612 h 168259"/>
              <a:gd name="connsiteX0" fmla="*/ 64770 w 2504053"/>
              <a:gd name="connsiteY0" fmla="*/ 26670 h 147317"/>
              <a:gd name="connsiteX1" fmla="*/ 293370 w 2504053"/>
              <a:gd name="connsiteY1" fmla="*/ 0 h 147317"/>
              <a:gd name="connsiteX2" fmla="*/ 2252593 w 2504053"/>
              <a:gd name="connsiteY2" fmla="*/ 3043 h 147317"/>
              <a:gd name="connsiteX3" fmla="*/ 2363083 w 2504053"/>
              <a:gd name="connsiteY3" fmla="*/ 6469 h 147317"/>
              <a:gd name="connsiteX4" fmla="*/ 2504053 w 2504053"/>
              <a:gd name="connsiteY4" fmla="*/ 147317 h 147317"/>
              <a:gd name="connsiteX5" fmla="*/ 2504053 w 2504053"/>
              <a:gd name="connsiteY5" fmla="*/ 147317 h 147317"/>
              <a:gd name="connsiteX6" fmla="*/ 0 w 2504053"/>
              <a:gd name="connsiteY6" fmla="*/ 147317 h 147317"/>
              <a:gd name="connsiteX7" fmla="*/ 0 w 2504053"/>
              <a:gd name="connsiteY7" fmla="*/ 147317 h 147317"/>
              <a:gd name="connsiteX8" fmla="*/ 64770 w 2504053"/>
              <a:gd name="connsiteY8" fmla="*/ 26670 h 147317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363083 w 2504053"/>
              <a:gd name="connsiteY3" fmla="*/ 20558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26670 h 147317"/>
              <a:gd name="connsiteX1" fmla="*/ 293370 w 2504053"/>
              <a:gd name="connsiteY1" fmla="*/ 0 h 147317"/>
              <a:gd name="connsiteX2" fmla="*/ 2241163 w 2504053"/>
              <a:gd name="connsiteY2" fmla="*/ 6469 h 147317"/>
              <a:gd name="connsiteX3" fmla="*/ 2435473 w 2504053"/>
              <a:gd name="connsiteY3" fmla="*/ 30454 h 147317"/>
              <a:gd name="connsiteX4" fmla="*/ 2504053 w 2504053"/>
              <a:gd name="connsiteY4" fmla="*/ 147317 h 147317"/>
              <a:gd name="connsiteX5" fmla="*/ 2504053 w 2504053"/>
              <a:gd name="connsiteY5" fmla="*/ 147317 h 147317"/>
              <a:gd name="connsiteX6" fmla="*/ 0 w 2504053"/>
              <a:gd name="connsiteY6" fmla="*/ 147317 h 147317"/>
              <a:gd name="connsiteX7" fmla="*/ 0 w 2504053"/>
              <a:gd name="connsiteY7" fmla="*/ 147317 h 147317"/>
              <a:gd name="connsiteX8" fmla="*/ 64770 w 2504053"/>
              <a:gd name="connsiteY8" fmla="*/ 26670 h 14731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241163 w 2504053"/>
              <a:gd name="connsiteY2" fmla="*/ 0 h 151127"/>
              <a:gd name="connsiteX3" fmla="*/ 2435473 w 2504053"/>
              <a:gd name="connsiteY3" fmla="*/ 34264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4053" h="151127">
                <a:moveTo>
                  <a:pt x="64770" y="30480"/>
                </a:moveTo>
                <a:cubicBezTo>
                  <a:pt x="137160" y="-1270"/>
                  <a:pt x="217170" y="12700"/>
                  <a:pt x="293370" y="3810"/>
                </a:cubicBezTo>
                <a:lnTo>
                  <a:pt x="2241163" y="0"/>
                </a:lnTo>
                <a:cubicBezTo>
                  <a:pt x="2302123" y="14848"/>
                  <a:pt x="2393563" y="-4569"/>
                  <a:pt x="2435473" y="34264"/>
                </a:cubicBezTo>
                <a:cubicBezTo>
                  <a:pt x="2496433" y="66365"/>
                  <a:pt x="2481193" y="112173"/>
                  <a:pt x="2504053" y="151127"/>
                </a:cubicBezTo>
                <a:lnTo>
                  <a:pt x="2504053" y="151127"/>
                </a:lnTo>
                <a:lnTo>
                  <a:pt x="0" y="151127"/>
                </a:lnTo>
                <a:lnTo>
                  <a:pt x="0" y="151127"/>
                </a:lnTo>
                <a:cubicBezTo>
                  <a:pt x="21590" y="110911"/>
                  <a:pt x="20320" y="66886"/>
                  <a:pt x="64770" y="3048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7D46165-78F8-A991-220F-32143F523C11}"/>
              </a:ext>
            </a:extLst>
          </p:cNvPr>
          <p:cNvSpPr/>
          <p:nvPr/>
        </p:nvSpPr>
        <p:spPr>
          <a:xfrm>
            <a:off x="13822689" y="8946416"/>
            <a:ext cx="2429194" cy="411572"/>
          </a:xfrm>
          <a:custGeom>
            <a:avLst/>
            <a:gdLst>
              <a:gd name="connsiteX0" fmla="*/ 0 w 1215390"/>
              <a:gd name="connsiteY0" fmla="*/ 34291 h 205741"/>
              <a:gd name="connsiteX1" fmla="*/ 34291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0 w 1215390"/>
              <a:gd name="connsiteY8" fmla="*/ 34291 h 205741"/>
              <a:gd name="connsiteX0" fmla="*/ 0 w 1215390"/>
              <a:gd name="connsiteY0" fmla="*/ 36196 h 207646"/>
              <a:gd name="connsiteX1" fmla="*/ 259081 w 1215390"/>
              <a:gd name="connsiteY1" fmla="*/ 0 h 207646"/>
              <a:gd name="connsiteX2" fmla="*/ 1181099 w 1215390"/>
              <a:gd name="connsiteY2" fmla="*/ 1905 h 207646"/>
              <a:gd name="connsiteX3" fmla="*/ 1215390 w 1215390"/>
              <a:gd name="connsiteY3" fmla="*/ 36196 h 207646"/>
              <a:gd name="connsiteX4" fmla="*/ 1215390 w 1215390"/>
              <a:gd name="connsiteY4" fmla="*/ 173355 h 207646"/>
              <a:gd name="connsiteX5" fmla="*/ 1181099 w 1215390"/>
              <a:gd name="connsiteY5" fmla="*/ 207646 h 207646"/>
              <a:gd name="connsiteX6" fmla="*/ 34291 w 1215390"/>
              <a:gd name="connsiteY6" fmla="*/ 207646 h 207646"/>
              <a:gd name="connsiteX7" fmla="*/ 0 w 1215390"/>
              <a:gd name="connsiteY7" fmla="*/ 173355 h 207646"/>
              <a:gd name="connsiteX8" fmla="*/ 0 w 1215390"/>
              <a:gd name="connsiteY8" fmla="*/ 36196 h 207646"/>
              <a:gd name="connsiteX0" fmla="*/ 0 w 1215390"/>
              <a:gd name="connsiteY0" fmla="*/ 34291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0 w 1215390"/>
              <a:gd name="connsiteY8" fmla="*/ 34291 h 205741"/>
              <a:gd name="connsiteX0" fmla="*/ 85725 w 1215390"/>
              <a:gd name="connsiteY0" fmla="*/ 47626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85725 w 1215390"/>
              <a:gd name="connsiteY8" fmla="*/ 47626 h 205741"/>
              <a:gd name="connsiteX0" fmla="*/ 78105 w 1215390"/>
              <a:gd name="connsiteY0" fmla="*/ 45721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78105 w 1215390"/>
              <a:gd name="connsiteY8" fmla="*/ 45721 h 205741"/>
              <a:gd name="connsiteX0" fmla="*/ 47126 w 1184411"/>
              <a:gd name="connsiteY0" fmla="*/ 45721 h 205741"/>
              <a:gd name="connsiteX1" fmla="*/ 119517 w 1184411"/>
              <a:gd name="connsiteY1" fmla="*/ 0 h 205741"/>
              <a:gd name="connsiteX2" fmla="*/ 1150120 w 1184411"/>
              <a:gd name="connsiteY2" fmla="*/ 0 h 205741"/>
              <a:gd name="connsiteX3" fmla="*/ 1184411 w 1184411"/>
              <a:gd name="connsiteY3" fmla="*/ 34291 h 205741"/>
              <a:gd name="connsiteX4" fmla="*/ 1184411 w 1184411"/>
              <a:gd name="connsiteY4" fmla="*/ 171450 h 205741"/>
              <a:gd name="connsiteX5" fmla="*/ 1150120 w 1184411"/>
              <a:gd name="connsiteY5" fmla="*/ 205741 h 205741"/>
              <a:gd name="connsiteX6" fmla="*/ 3312 w 1184411"/>
              <a:gd name="connsiteY6" fmla="*/ 205741 h 205741"/>
              <a:gd name="connsiteX7" fmla="*/ 52841 w 1184411"/>
              <a:gd name="connsiteY7" fmla="*/ 184785 h 205741"/>
              <a:gd name="connsiteX8" fmla="*/ 47126 w 1184411"/>
              <a:gd name="connsiteY8" fmla="*/ 45721 h 205741"/>
              <a:gd name="connsiteX0" fmla="*/ 50031 w 1187316"/>
              <a:gd name="connsiteY0" fmla="*/ 45721 h 205741"/>
              <a:gd name="connsiteX1" fmla="*/ 122422 w 1187316"/>
              <a:gd name="connsiteY1" fmla="*/ 0 h 205741"/>
              <a:gd name="connsiteX2" fmla="*/ 1153025 w 1187316"/>
              <a:gd name="connsiteY2" fmla="*/ 0 h 205741"/>
              <a:gd name="connsiteX3" fmla="*/ 1187316 w 1187316"/>
              <a:gd name="connsiteY3" fmla="*/ 34291 h 205741"/>
              <a:gd name="connsiteX4" fmla="*/ 1187316 w 1187316"/>
              <a:gd name="connsiteY4" fmla="*/ 171450 h 205741"/>
              <a:gd name="connsiteX5" fmla="*/ 1153025 w 1187316"/>
              <a:gd name="connsiteY5" fmla="*/ 205741 h 205741"/>
              <a:gd name="connsiteX6" fmla="*/ 6217 w 1187316"/>
              <a:gd name="connsiteY6" fmla="*/ 205741 h 205741"/>
              <a:gd name="connsiteX7" fmla="*/ 17646 w 1187316"/>
              <a:gd name="connsiteY7" fmla="*/ 144780 h 205741"/>
              <a:gd name="connsiteX8" fmla="*/ 50031 w 1187316"/>
              <a:gd name="connsiteY8" fmla="*/ 45721 h 205741"/>
              <a:gd name="connsiteX0" fmla="*/ 65418 w 1202703"/>
              <a:gd name="connsiteY0" fmla="*/ 45721 h 205741"/>
              <a:gd name="connsiteX1" fmla="*/ 137809 w 1202703"/>
              <a:gd name="connsiteY1" fmla="*/ 0 h 205741"/>
              <a:gd name="connsiteX2" fmla="*/ 1168412 w 1202703"/>
              <a:gd name="connsiteY2" fmla="*/ 0 h 205741"/>
              <a:gd name="connsiteX3" fmla="*/ 1202703 w 1202703"/>
              <a:gd name="connsiteY3" fmla="*/ 34291 h 205741"/>
              <a:gd name="connsiteX4" fmla="*/ 1202703 w 1202703"/>
              <a:gd name="connsiteY4" fmla="*/ 171450 h 205741"/>
              <a:gd name="connsiteX5" fmla="*/ 1168412 w 1202703"/>
              <a:gd name="connsiteY5" fmla="*/ 205741 h 205741"/>
              <a:gd name="connsiteX6" fmla="*/ 4459 w 1202703"/>
              <a:gd name="connsiteY6" fmla="*/ 205741 h 205741"/>
              <a:gd name="connsiteX7" fmla="*/ 33033 w 1202703"/>
              <a:gd name="connsiteY7" fmla="*/ 144780 h 205741"/>
              <a:gd name="connsiteX8" fmla="*/ 65418 w 1202703"/>
              <a:gd name="connsiteY8" fmla="*/ 45721 h 205741"/>
              <a:gd name="connsiteX0" fmla="*/ 65882 w 1203167"/>
              <a:gd name="connsiteY0" fmla="*/ 45721 h 205741"/>
              <a:gd name="connsiteX1" fmla="*/ 138273 w 1203167"/>
              <a:gd name="connsiteY1" fmla="*/ 0 h 205741"/>
              <a:gd name="connsiteX2" fmla="*/ 1168876 w 1203167"/>
              <a:gd name="connsiteY2" fmla="*/ 0 h 205741"/>
              <a:gd name="connsiteX3" fmla="*/ 1203167 w 1203167"/>
              <a:gd name="connsiteY3" fmla="*/ 34291 h 205741"/>
              <a:gd name="connsiteX4" fmla="*/ 1203167 w 1203167"/>
              <a:gd name="connsiteY4" fmla="*/ 171450 h 205741"/>
              <a:gd name="connsiteX5" fmla="*/ 1168876 w 1203167"/>
              <a:gd name="connsiteY5" fmla="*/ 205741 h 205741"/>
              <a:gd name="connsiteX6" fmla="*/ 4923 w 1203167"/>
              <a:gd name="connsiteY6" fmla="*/ 205741 h 205741"/>
              <a:gd name="connsiteX7" fmla="*/ 27782 w 1203167"/>
              <a:gd name="connsiteY7" fmla="*/ 139065 h 205741"/>
              <a:gd name="connsiteX8" fmla="*/ 65882 w 1203167"/>
              <a:gd name="connsiteY8" fmla="*/ 45721 h 205741"/>
              <a:gd name="connsiteX0" fmla="*/ 65882 w 1203167"/>
              <a:gd name="connsiteY0" fmla="*/ 45721 h 205741"/>
              <a:gd name="connsiteX1" fmla="*/ 138273 w 1203167"/>
              <a:gd name="connsiteY1" fmla="*/ 0 h 205741"/>
              <a:gd name="connsiteX2" fmla="*/ 1168876 w 1203167"/>
              <a:gd name="connsiteY2" fmla="*/ 0 h 205741"/>
              <a:gd name="connsiteX3" fmla="*/ 1203167 w 1203167"/>
              <a:gd name="connsiteY3" fmla="*/ 34291 h 205741"/>
              <a:gd name="connsiteX4" fmla="*/ 1203167 w 1203167"/>
              <a:gd name="connsiteY4" fmla="*/ 171450 h 205741"/>
              <a:gd name="connsiteX5" fmla="*/ 1168876 w 1203167"/>
              <a:gd name="connsiteY5" fmla="*/ 205741 h 205741"/>
              <a:gd name="connsiteX6" fmla="*/ 4923 w 1203167"/>
              <a:gd name="connsiteY6" fmla="*/ 205741 h 205741"/>
              <a:gd name="connsiteX7" fmla="*/ 27782 w 1203167"/>
              <a:gd name="connsiteY7" fmla="*/ 139065 h 205741"/>
              <a:gd name="connsiteX8" fmla="*/ 65882 w 1203167"/>
              <a:gd name="connsiteY8" fmla="*/ 45721 h 205741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168876 w 1214597"/>
              <a:gd name="connsiteY2" fmla="*/ 0 h 205786"/>
              <a:gd name="connsiteX3" fmla="*/ 1203167 w 1214597"/>
              <a:gd name="connsiteY3" fmla="*/ 3429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168876 w 1214597"/>
              <a:gd name="connsiteY2" fmla="*/ 0 h 205786"/>
              <a:gd name="connsiteX3" fmla="*/ 1165067 w 1214597"/>
              <a:gd name="connsiteY3" fmla="*/ 47626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7626 h 207691"/>
              <a:gd name="connsiteX1" fmla="*/ 138273 w 1214597"/>
              <a:gd name="connsiteY1" fmla="*/ 1905 h 207691"/>
              <a:gd name="connsiteX2" fmla="*/ 987901 w 1214597"/>
              <a:gd name="connsiteY2" fmla="*/ 0 h 207691"/>
              <a:gd name="connsiteX3" fmla="*/ 1165067 w 1214597"/>
              <a:gd name="connsiteY3" fmla="*/ 49531 h 207691"/>
              <a:gd name="connsiteX4" fmla="*/ 1214597 w 1214597"/>
              <a:gd name="connsiteY4" fmla="*/ 190500 h 207691"/>
              <a:gd name="connsiteX5" fmla="*/ 1168876 w 1214597"/>
              <a:gd name="connsiteY5" fmla="*/ 207646 h 207691"/>
              <a:gd name="connsiteX6" fmla="*/ 4923 w 1214597"/>
              <a:gd name="connsiteY6" fmla="*/ 207646 h 207691"/>
              <a:gd name="connsiteX7" fmla="*/ 27782 w 1214597"/>
              <a:gd name="connsiteY7" fmla="*/ 140970 h 207691"/>
              <a:gd name="connsiteX8" fmla="*/ 65882 w 1214597"/>
              <a:gd name="connsiteY8" fmla="*/ 47626 h 207691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65067 w 1214597"/>
              <a:gd name="connsiteY3" fmla="*/ 47626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46017 w 1214597"/>
              <a:gd name="connsiteY3" fmla="*/ 3810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46017 w 1214597"/>
              <a:gd name="connsiteY3" fmla="*/ 3810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597" h="205786">
                <a:moveTo>
                  <a:pt x="65882" y="45721"/>
                </a:moveTo>
                <a:cubicBezTo>
                  <a:pt x="71597" y="113"/>
                  <a:pt x="119335" y="0"/>
                  <a:pt x="138273" y="0"/>
                </a:cubicBezTo>
                <a:lnTo>
                  <a:pt x="1096486" y="1905"/>
                </a:lnTo>
                <a:cubicBezTo>
                  <a:pt x="1115424" y="1905"/>
                  <a:pt x="1142207" y="7733"/>
                  <a:pt x="1146017" y="38101"/>
                </a:cubicBezTo>
                <a:lnTo>
                  <a:pt x="1214597" y="188595"/>
                </a:lnTo>
                <a:cubicBezTo>
                  <a:pt x="1214597" y="207533"/>
                  <a:pt x="1187814" y="205741"/>
                  <a:pt x="1168876" y="205741"/>
                </a:cubicBezTo>
                <a:lnTo>
                  <a:pt x="4923" y="205741"/>
                </a:lnTo>
                <a:cubicBezTo>
                  <a:pt x="-14015" y="205741"/>
                  <a:pt x="27782" y="158003"/>
                  <a:pt x="27782" y="139065"/>
                </a:cubicBezTo>
                <a:lnTo>
                  <a:pt x="65882" y="45721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64D0748-572B-8302-4A0B-5287B389A527}"/>
              </a:ext>
            </a:extLst>
          </p:cNvPr>
          <p:cNvSpPr/>
          <p:nvPr/>
        </p:nvSpPr>
        <p:spPr>
          <a:xfrm>
            <a:off x="1182371" y="6133065"/>
            <a:ext cx="91438" cy="914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2" name="Picture 4" descr="東京メトロ、日比谷線の新型車両13000系を公開 2020年に向け、3扉と5扉が混在するすべてを4扉車両に更新 - トラベル Watch">
            <a:extLst>
              <a:ext uri="{FF2B5EF4-FFF2-40B4-BE49-F238E27FC236}">
                <a16:creationId xmlns:a16="http://schemas.microsoft.com/office/drawing/2014/main" id="{EFDE5958-C882-08E7-27A2-94331489B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1" t="58141" r="70473" b="40234"/>
          <a:stretch/>
        </p:blipFill>
        <p:spPr bwMode="auto">
          <a:xfrm>
            <a:off x="11343790" y="7756066"/>
            <a:ext cx="109758" cy="9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東京メトロ、日比谷線の新型車両13000系を公開 2020年に向け、3扉と5扉が混在するすべてを4扉車両に更新 - トラベル Watch">
            <a:extLst>
              <a:ext uri="{FF2B5EF4-FFF2-40B4-BE49-F238E27FC236}">
                <a16:creationId xmlns:a16="http://schemas.microsoft.com/office/drawing/2014/main" id="{16781052-B2FE-024A-F1D5-A1EE031FD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3" r="24167"/>
          <a:stretch/>
        </p:blipFill>
        <p:spPr bwMode="auto">
          <a:xfrm>
            <a:off x="3091526" y="3261990"/>
            <a:ext cx="484632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4489EE1-7026-D28B-E22E-E32BF0968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</a:extLst>
          </a:blip>
          <a:srcRect l="14531"/>
          <a:stretch/>
        </p:blipFill>
        <p:spPr>
          <a:xfrm>
            <a:off x="16672561" y="6871138"/>
            <a:ext cx="1431074" cy="192304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12006CA-312B-D229-A43F-3892CDEB4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</a:extLst>
          </a:blip>
          <a:srcRect l="14531"/>
          <a:stretch/>
        </p:blipFill>
        <p:spPr>
          <a:xfrm flipH="1">
            <a:off x="12223950" y="6799567"/>
            <a:ext cx="1373416" cy="199605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345E2C0-73DA-EBAC-8FDE-078FE230DDB9}"/>
              </a:ext>
            </a:extLst>
          </p:cNvPr>
          <p:cNvSpPr/>
          <p:nvPr/>
        </p:nvSpPr>
        <p:spPr>
          <a:xfrm>
            <a:off x="9277006" y="4564772"/>
            <a:ext cx="1528504" cy="1937628"/>
          </a:xfrm>
          <a:custGeom>
            <a:avLst/>
            <a:gdLst>
              <a:gd name="connsiteX0" fmla="*/ 679468 w 764252"/>
              <a:gd name="connsiteY0" fmla="*/ 733982 h 968814"/>
              <a:gd name="connsiteX1" fmla="*/ 745134 w 764252"/>
              <a:gd name="connsiteY1" fmla="*/ 733982 h 968814"/>
              <a:gd name="connsiteX2" fmla="*/ 679370 w 764252"/>
              <a:gd name="connsiteY2" fmla="*/ 735638 h 968814"/>
              <a:gd name="connsiteX3" fmla="*/ 764134 w 764252"/>
              <a:gd name="connsiteY3" fmla="*/ 0 h 968814"/>
              <a:gd name="connsiteX4" fmla="*/ 764252 w 764252"/>
              <a:gd name="connsiteY4" fmla="*/ 0 h 968814"/>
              <a:gd name="connsiteX5" fmla="*/ 764252 w 764252"/>
              <a:gd name="connsiteY5" fmla="*/ 968814 h 968814"/>
              <a:gd name="connsiteX6" fmla="*/ 748495 w 764252"/>
              <a:gd name="connsiteY6" fmla="*/ 968814 h 968814"/>
              <a:gd name="connsiteX7" fmla="*/ 758569 w 764252"/>
              <a:gd name="connsiteY7" fmla="*/ 964988 h 968814"/>
              <a:gd name="connsiteX8" fmla="*/ 764134 w 764252"/>
              <a:gd name="connsiteY8" fmla="*/ 952669 h 968814"/>
              <a:gd name="connsiteX9" fmla="*/ 764134 w 764252"/>
              <a:gd name="connsiteY9" fmla="*/ 751404 h 968814"/>
              <a:gd name="connsiteX10" fmla="*/ 745134 w 764252"/>
              <a:gd name="connsiteY10" fmla="*/ 733982 h 968814"/>
              <a:gd name="connsiteX11" fmla="*/ 764134 w 764252"/>
              <a:gd name="connsiteY11" fmla="*/ 733982 h 968814"/>
              <a:gd name="connsiteX12" fmla="*/ 0 w 764252"/>
              <a:gd name="connsiteY12" fmla="*/ 0 h 968814"/>
              <a:gd name="connsiteX13" fmla="*/ 241 w 764252"/>
              <a:gd name="connsiteY13" fmla="*/ 0 h 968814"/>
              <a:gd name="connsiteX14" fmla="*/ 35708 w 764252"/>
              <a:gd name="connsiteY14" fmla="*/ 683924 h 968814"/>
              <a:gd name="connsiteX15" fmla="*/ 41749 w 764252"/>
              <a:gd name="connsiteY15" fmla="*/ 683612 h 968814"/>
              <a:gd name="connsiteX16" fmla="*/ 47343 w 764252"/>
              <a:gd name="connsiteY16" fmla="*/ 696045 h 968814"/>
              <a:gd name="connsiteX17" fmla="*/ 121012 w 764252"/>
              <a:gd name="connsiteY17" fmla="*/ 729101 h 968814"/>
              <a:gd name="connsiteX18" fmla="*/ 128923 w 764252"/>
              <a:gd name="connsiteY18" fmla="*/ 729819 h 968814"/>
              <a:gd name="connsiteX19" fmla="*/ 128923 w 764252"/>
              <a:gd name="connsiteY19" fmla="*/ 733982 h 968814"/>
              <a:gd name="connsiteX20" fmla="*/ 148102 w 764252"/>
              <a:gd name="connsiteY20" fmla="*/ 733982 h 968814"/>
              <a:gd name="connsiteX21" fmla="*/ 475697 w 764252"/>
              <a:gd name="connsiteY21" fmla="*/ 753263 h 968814"/>
              <a:gd name="connsiteX22" fmla="*/ 499157 w 764252"/>
              <a:gd name="connsiteY22" fmla="*/ 761846 h 968814"/>
              <a:gd name="connsiteX23" fmla="*/ 511266 w 764252"/>
              <a:gd name="connsiteY23" fmla="*/ 770409 h 968814"/>
              <a:gd name="connsiteX24" fmla="*/ 635627 w 764252"/>
              <a:gd name="connsiteY24" fmla="*/ 964072 h 968814"/>
              <a:gd name="connsiteX25" fmla="*/ 639194 w 764252"/>
              <a:gd name="connsiteY25" fmla="*/ 968814 h 968814"/>
              <a:gd name="connsiteX26" fmla="*/ 0 w 764252"/>
              <a:gd name="connsiteY26" fmla="*/ 968814 h 96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4252" h="968814">
                <a:moveTo>
                  <a:pt x="679468" y="733982"/>
                </a:moveTo>
                <a:lnTo>
                  <a:pt x="745134" y="733982"/>
                </a:lnTo>
                <a:lnTo>
                  <a:pt x="679370" y="735638"/>
                </a:lnTo>
                <a:close/>
                <a:moveTo>
                  <a:pt x="764134" y="0"/>
                </a:moveTo>
                <a:lnTo>
                  <a:pt x="764252" y="0"/>
                </a:lnTo>
                <a:lnTo>
                  <a:pt x="764252" y="968814"/>
                </a:lnTo>
                <a:lnTo>
                  <a:pt x="748495" y="968814"/>
                </a:lnTo>
                <a:lnTo>
                  <a:pt x="758569" y="964988"/>
                </a:lnTo>
                <a:cubicBezTo>
                  <a:pt x="762008" y="961836"/>
                  <a:pt x="764134" y="957480"/>
                  <a:pt x="764134" y="952669"/>
                </a:cubicBezTo>
                <a:lnTo>
                  <a:pt x="764134" y="751404"/>
                </a:lnTo>
                <a:cubicBezTo>
                  <a:pt x="764134" y="741781"/>
                  <a:pt x="755628" y="733982"/>
                  <a:pt x="745134" y="733982"/>
                </a:cubicBezTo>
                <a:lnTo>
                  <a:pt x="764134" y="733982"/>
                </a:lnTo>
                <a:close/>
                <a:moveTo>
                  <a:pt x="0" y="0"/>
                </a:moveTo>
                <a:lnTo>
                  <a:pt x="241" y="0"/>
                </a:lnTo>
                <a:lnTo>
                  <a:pt x="35708" y="683924"/>
                </a:lnTo>
                <a:lnTo>
                  <a:pt x="41749" y="683612"/>
                </a:lnTo>
                <a:lnTo>
                  <a:pt x="47343" y="696045"/>
                </a:lnTo>
                <a:cubicBezTo>
                  <a:pt x="61353" y="710908"/>
                  <a:pt x="87888" y="722815"/>
                  <a:pt x="121012" y="729101"/>
                </a:cubicBezTo>
                <a:lnTo>
                  <a:pt x="128923" y="729819"/>
                </a:lnTo>
                <a:lnTo>
                  <a:pt x="128923" y="733982"/>
                </a:lnTo>
                <a:lnTo>
                  <a:pt x="148102" y="733982"/>
                </a:lnTo>
                <a:lnTo>
                  <a:pt x="475697" y="753263"/>
                </a:lnTo>
                <a:lnTo>
                  <a:pt x="499157" y="761846"/>
                </a:lnTo>
                <a:cubicBezTo>
                  <a:pt x="506357" y="764999"/>
                  <a:pt x="511266" y="768004"/>
                  <a:pt x="511266" y="770409"/>
                </a:cubicBezTo>
                <a:cubicBezTo>
                  <a:pt x="558938" y="812791"/>
                  <a:pt x="635627" y="896984"/>
                  <a:pt x="635627" y="964072"/>
                </a:cubicBezTo>
                <a:lnTo>
                  <a:pt x="639194" y="968814"/>
                </a:lnTo>
                <a:lnTo>
                  <a:pt x="0" y="968814"/>
                </a:lnTo>
                <a:close/>
              </a:path>
            </a:pathLst>
          </a:custGeom>
          <a:gradFill>
            <a:gsLst>
              <a:gs pos="49000">
                <a:srgbClr val="FEFEFE"/>
              </a:gs>
              <a:gs pos="71000">
                <a:srgbClr val="B0B1B1"/>
              </a:gs>
              <a:gs pos="100000">
                <a:srgbClr val="72787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4AD73E6-E30D-7C46-2957-19476FCCFD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57"/>
          <a:stretch/>
        </p:blipFill>
        <p:spPr>
          <a:xfrm>
            <a:off x="12221032" y="6916436"/>
            <a:ext cx="1339328" cy="187774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A7EB2F-9EC1-C404-0D14-FDC0B66B8D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57"/>
          <a:stretch/>
        </p:blipFill>
        <p:spPr>
          <a:xfrm flipH="1">
            <a:off x="16706850" y="6916436"/>
            <a:ext cx="1396784" cy="187918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80324CE-F246-86BB-79A1-280787993BAD}"/>
              </a:ext>
            </a:extLst>
          </p:cNvPr>
          <p:cNvSpPr/>
          <p:nvPr/>
        </p:nvSpPr>
        <p:spPr>
          <a:xfrm>
            <a:off x="13207732" y="7564896"/>
            <a:ext cx="62340" cy="61291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E911D3-EA26-4BD5-7383-33FD9ACF182B}"/>
              </a:ext>
            </a:extLst>
          </p:cNvPr>
          <p:cNvSpPr/>
          <p:nvPr/>
        </p:nvSpPr>
        <p:spPr>
          <a:xfrm>
            <a:off x="13074752" y="7553595"/>
            <a:ext cx="62340" cy="61291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8C55DD-F282-CBDE-4082-0B5DF2E9B9CA}"/>
              </a:ext>
            </a:extLst>
          </p:cNvPr>
          <p:cNvSpPr/>
          <p:nvPr/>
        </p:nvSpPr>
        <p:spPr>
          <a:xfrm>
            <a:off x="12953299" y="7540645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A42D20-3DCE-05DB-EE44-3B0D8EDB1EEF}"/>
              </a:ext>
            </a:extLst>
          </p:cNvPr>
          <p:cNvSpPr/>
          <p:nvPr/>
        </p:nvSpPr>
        <p:spPr>
          <a:xfrm>
            <a:off x="12824469" y="7532173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D80CC6-5F06-45EE-F090-E5FF5B5CF4E8}"/>
              </a:ext>
            </a:extLst>
          </p:cNvPr>
          <p:cNvSpPr/>
          <p:nvPr/>
        </p:nvSpPr>
        <p:spPr>
          <a:xfrm>
            <a:off x="12693563" y="7529313"/>
            <a:ext cx="62340" cy="61290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C0BA59-BE5C-C2B9-037E-EA06E60926FA}"/>
              </a:ext>
            </a:extLst>
          </p:cNvPr>
          <p:cNvSpPr/>
          <p:nvPr/>
        </p:nvSpPr>
        <p:spPr>
          <a:xfrm>
            <a:off x="12580000" y="751576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4107EF-A5CF-0374-4046-2735BF9CB4EE}"/>
              </a:ext>
            </a:extLst>
          </p:cNvPr>
          <p:cNvSpPr/>
          <p:nvPr/>
        </p:nvSpPr>
        <p:spPr>
          <a:xfrm>
            <a:off x="12590008" y="7614886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AE4E97-7DF5-5F8E-93B6-4A917DB07C88}"/>
              </a:ext>
            </a:extLst>
          </p:cNvPr>
          <p:cNvSpPr/>
          <p:nvPr/>
        </p:nvSpPr>
        <p:spPr>
          <a:xfrm>
            <a:off x="12613107" y="7725115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59B0D6-89E9-9904-758E-63E04D051F8A}"/>
              </a:ext>
            </a:extLst>
          </p:cNvPr>
          <p:cNvSpPr/>
          <p:nvPr/>
        </p:nvSpPr>
        <p:spPr>
          <a:xfrm>
            <a:off x="12639125" y="7814982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99548E1-EE35-017A-4ED6-90426078FA0D}"/>
              </a:ext>
            </a:extLst>
          </p:cNvPr>
          <p:cNvSpPr/>
          <p:nvPr/>
        </p:nvSpPr>
        <p:spPr>
          <a:xfrm>
            <a:off x="12662393" y="791776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EDCE3D-8D72-32E1-7762-8DE90A0912B6}"/>
              </a:ext>
            </a:extLst>
          </p:cNvPr>
          <p:cNvSpPr/>
          <p:nvPr/>
        </p:nvSpPr>
        <p:spPr>
          <a:xfrm>
            <a:off x="12717160" y="755540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CD456B-798E-DCBB-BBED-D4D735AD41FB}"/>
              </a:ext>
            </a:extLst>
          </p:cNvPr>
          <p:cNvSpPr/>
          <p:nvPr/>
        </p:nvSpPr>
        <p:spPr>
          <a:xfrm>
            <a:off x="12602911" y="754237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565FD-53E1-BAA7-BFE8-E10239C6B781}"/>
              </a:ext>
            </a:extLst>
          </p:cNvPr>
          <p:cNvSpPr/>
          <p:nvPr/>
        </p:nvSpPr>
        <p:spPr>
          <a:xfrm>
            <a:off x="12614888" y="763503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60A564-832F-98F4-527B-5B9CDFAA33EA}"/>
              </a:ext>
            </a:extLst>
          </p:cNvPr>
          <p:cNvSpPr/>
          <p:nvPr/>
        </p:nvSpPr>
        <p:spPr>
          <a:xfrm>
            <a:off x="12635680" y="774334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51D6FC-438F-C6A5-CB85-C460D268E956}"/>
              </a:ext>
            </a:extLst>
          </p:cNvPr>
          <p:cNvSpPr/>
          <p:nvPr/>
        </p:nvSpPr>
        <p:spPr>
          <a:xfrm>
            <a:off x="12662963" y="7835525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3FE1E29-8511-42CF-F544-1B77B3948286}"/>
              </a:ext>
            </a:extLst>
          </p:cNvPr>
          <p:cNvSpPr/>
          <p:nvPr/>
        </p:nvSpPr>
        <p:spPr>
          <a:xfrm>
            <a:off x="12686745" y="794096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0D3845A2-FD57-A149-4E9B-1EB33265EC22}"/>
              </a:ext>
            </a:extLst>
          </p:cNvPr>
          <p:cNvSpPr/>
          <p:nvPr/>
        </p:nvSpPr>
        <p:spPr>
          <a:xfrm>
            <a:off x="17058381" y="7553788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5B372FA5-B0BF-20A0-77CA-C956997AD125}"/>
              </a:ext>
            </a:extLst>
          </p:cNvPr>
          <p:cNvSpPr/>
          <p:nvPr/>
        </p:nvSpPr>
        <p:spPr>
          <a:xfrm>
            <a:off x="17187434" y="7539849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9A10A072-6374-DBE8-D4BE-0958E92FF866}"/>
              </a:ext>
            </a:extLst>
          </p:cNvPr>
          <p:cNvSpPr/>
          <p:nvPr/>
        </p:nvSpPr>
        <p:spPr>
          <a:xfrm>
            <a:off x="17307361" y="7529281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84E4F391-DD6A-5736-8FB2-A237E318CC86}"/>
              </a:ext>
            </a:extLst>
          </p:cNvPr>
          <p:cNvSpPr/>
          <p:nvPr/>
        </p:nvSpPr>
        <p:spPr>
          <a:xfrm>
            <a:off x="17427317" y="7515376"/>
            <a:ext cx="62340" cy="61290"/>
          </a:xfrm>
          <a:prstGeom prst="ellipse">
            <a:avLst/>
          </a:prstGeom>
          <a:solidFill>
            <a:srgbClr val="F8FAFC"/>
          </a:solidFill>
          <a:ln>
            <a:noFill/>
          </a:ln>
          <a:effectLst>
            <a:glow rad="63500">
              <a:srgbClr val="FDEBB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FA574685-4E32-E792-F99E-1BF31A7491DE}"/>
              </a:ext>
            </a:extLst>
          </p:cNvPr>
          <p:cNvSpPr/>
          <p:nvPr/>
        </p:nvSpPr>
        <p:spPr>
          <a:xfrm>
            <a:off x="17563378" y="751047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E0ECB0B2-1250-975E-F4D3-6908AA2FF08F}"/>
              </a:ext>
            </a:extLst>
          </p:cNvPr>
          <p:cNvSpPr/>
          <p:nvPr/>
        </p:nvSpPr>
        <p:spPr>
          <a:xfrm>
            <a:off x="17587730" y="753367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1102088C-6817-BE23-EC6A-2E96582CD561}"/>
              </a:ext>
            </a:extLst>
          </p:cNvPr>
          <p:cNvSpPr/>
          <p:nvPr/>
        </p:nvSpPr>
        <p:spPr>
          <a:xfrm>
            <a:off x="17678796" y="749302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DEC296F8-A4B1-E098-D27A-396FE4CC62F9}"/>
              </a:ext>
            </a:extLst>
          </p:cNvPr>
          <p:cNvSpPr/>
          <p:nvPr/>
        </p:nvSpPr>
        <p:spPr>
          <a:xfrm>
            <a:off x="17702076" y="751703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C6B78901-8BF6-91FC-6847-CC323482B938}"/>
              </a:ext>
            </a:extLst>
          </p:cNvPr>
          <p:cNvSpPr/>
          <p:nvPr/>
        </p:nvSpPr>
        <p:spPr>
          <a:xfrm>
            <a:off x="17661669" y="760327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46DE66D7-469B-904B-616B-51B47708CECF}"/>
              </a:ext>
            </a:extLst>
          </p:cNvPr>
          <p:cNvSpPr/>
          <p:nvPr/>
        </p:nvSpPr>
        <p:spPr>
          <a:xfrm>
            <a:off x="17684949" y="762728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0F6CFA4D-4960-5065-DA52-8FACD00AA3A0}"/>
              </a:ext>
            </a:extLst>
          </p:cNvPr>
          <p:cNvSpPr/>
          <p:nvPr/>
        </p:nvSpPr>
        <p:spPr>
          <a:xfrm>
            <a:off x="17640441" y="7705236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B0FE8860-99F3-FCB6-15A8-755C12ADD6B3}"/>
              </a:ext>
            </a:extLst>
          </p:cNvPr>
          <p:cNvSpPr/>
          <p:nvPr/>
        </p:nvSpPr>
        <p:spPr>
          <a:xfrm>
            <a:off x="17664793" y="772844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B7000459-E29B-AE65-F060-042973D4BD9C}"/>
              </a:ext>
            </a:extLst>
          </p:cNvPr>
          <p:cNvSpPr/>
          <p:nvPr/>
        </p:nvSpPr>
        <p:spPr>
          <a:xfrm>
            <a:off x="17612969" y="780238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7A55CC4E-E056-D10A-4D25-B1A7961BC6C1}"/>
              </a:ext>
            </a:extLst>
          </p:cNvPr>
          <p:cNvSpPr/>
          <p:nvPr/>
        </p:nvSpPr>
        <p:spPr>
          <a:xfrm>
            <a:off x="17637321" y="782559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10EFBA74-D389-69EA-20E5-53D4736080A8}"/>
              </a:ext>
            </a:extLst>
          </p:cNvPr>
          <p:cNvSpPr/>
          <p:nvPr/>
        </p:nvSpPr>
        <p:spPr>
          <a:xfrm>
            <a:off x="17582858" y="791056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E8A4A8F5-FE2A-7163-7D6A-7EB12E5E6895}"/>
              </a:ext>
            </a:extLst>
          </p:cNvPr>
          <p:cNvSpPr/>
          <p:nvPr/>
        </p:nvSpPr>
        <p:spPr>
          <a:xfrm>
            <a:off x="17607210" y="793376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D89D858-2857-DAD3-5DE6-D1946AD850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2168" y="6511090"/>
            <a:ext cx="579170" cy="2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277F-F1ED-0040-D08A-CAE5F8BA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18D6A-4439-C9C4-5937-8B0EDF0A2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23" y="325771"/>
            <a:ext cx="2544662" cy="25446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971E13-2612-277E-4C15-6C1F0FE03185}"/>
              </a:ext>
            </a:extLst>
          </p:cNvPr>
          <p:cNvSpPr/>
          <p:nvPr/>
        </p:nvSpPr>
        <p:spPr>
          <a:xfrm>
            <a:off x="12192000" y="3261990"/>
            <a:ext cx="5913120" cy="6096000"/>
          </a:xfrm>
          <a:prstGeom prst="rect">
            <a:avLst/>
          </a:prstGeom>
          <a:gradFill>
            <a:gsLst>
              <a:gs pos="40000">
                <a:srgbClr val="1C2D37"/>
              </a:gs>
              <a:gs pos="16000">
                <a:srgbClr val="FCFCFC"/>
              </a:gs>
              <a:gs pos="14000">
                <a:srgbClr val="343434"/>
              </a:gs>
              <a:gs pos="0">
                <a:srgbClr val="0D1115"/>
              </a:gs>
              <a:gs pos="67000">
                <a:srgbClr val="738189"/>
              </a:gs>
              <a:gs pos="87000">
                <a:srgbClr val="738088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FD1A06-61F4-14F3-AAEB-9E05C53F45E5}"/>
              </a:ext>
            </a:extLst>
          </p:cNvPr>
          <p:cNvSpPr/>
          <p:nvPr/>
        </p:nvSpPr>
        <p:spPr>
          <a:xfrm>
            <a:off x="1729167" y="8025635"/>
            <a:ext cx="1315410" cy="1881594"/>
          </a:xfrm>
          <a:custGeom>
            <a:avLst/>
            <a:gdLst>
              <a:gd name="connsiteX0" fmla="*/ 0 w 733713"/>
              <a:gd name="connsiteY0" fmla="*/ 15606 h 956310"/>
              <a:gd name="connsiteX1" fmla="*/ 15606 w 733713"/>
              <a:gd name="connsiteY1" fmla="*/ 0 h 956310"/>
              <a:gd name="connsiteX2" fmla="*/ 718107 w 733713"/>
              <a:gd name="connsiteY2" fmla="*/ 0 h 956310"/>
              <a:gd name="connsiteX3" fmla="*/ 733713 w 733713"/>
              <a:gd name="connsiteY3" fmla="*/ 15606 h 956310"/>
              <a:gd name="connsiteX4" fmla="*/ 733713 w 733713"/>
              <a:gd name="connsiteY4" fmla="*/ 940704 h 956310"/>
              <a:gd name="connsiteX5" fmla="*/ 718107 w 733713"/>
              <a:gd name="connsiteY5" fmla="*/ 956310 h 956310"/>
              <a:gd name="connsiteX6" fmla="*/ 15606 w 733713"/>
              <a:gd name="connsiteY6" fmla="*/ 956310 h 956310"/>
              <a:gd name="connsiteX7" fmla="*/ 0 w 733713"/>
              <a:gd name="connsiteY7" fmla="*/ 940704 h 956310"/>
              <a:gd name="connsiteX8" fmla="*/ 0 w 733713"/>
              <a:gd name="connsiteY8" fmla="*/ 15606 h 956310"/>
              <a:gd name="connsiteX0" fmla="*/ 0 w 733713"/>
              <a:gd name="connsiteY0" fmla="*/ 15606 h 956310"/>
              <a:gd name="connsiteX1" fmla="*/ 143241 w 733713"/>
              <a:gd name="connsiteY1" fmla="*/ 512445 h 956310"/>
              <a:gd name="connsiteX2" fmla="*/ 718107 w 733713"/>
              <a:gd name="connsiteY2" fmla="*/ 0 h 956310"/>
              <a:gd name="connsiteX3" fmla="*/ 733713 w 733713"/>
              <a:gd name="connsiteY3" fmla="*/ 15606 h 956310"/>
              <a:gd name="connsiteX4" fmla="*/ 733713 w 733713"/>
              <a:gd name="connsiteY4" fmla="*/ 940704 h 956310"/>
              <a:gd name="connsiteX5" fmla="*/ 718107 w 733713"/>
              <a:gd name="connsiteY5" fmla="*/ 956310 h 956310"/>
              <a:gd name="connsiteX6" fmla="*/ 15606 w 733713"/>
              <a:gd name="connsiteY6" fmla="*/ 956310 h 956310"/>
              <a:gd name="connsiteX7" fmla="*/ 0 w 733713"/>
              <a:gd name="connsiteY7" fmla="*/ 940704 h 956310"/>
              <a:gd name="connsiteX8" fmla="*/ 0 w 733713"/>
              <a:gd name="connsiteY8" fmla="*/ 15606 h 956310"/>
              <a:gd name="connsiteX0" fmla="*/ 0 w 971692"/>
              <a:gd name="connsiteY0" fmla="*/ 109 h 940813"/>
              <a:gd name="connsiteX1" fmla="*/ 143241 w 971692"/>
              <a:gd name="connsiteY1" fmla="*/ 496948 h 940813"/>
              <a:gd name="connsiteX2" fmla="*/ 971472 w 971692"/>
              <a:gd name="connsiteY2" fmla="*/ 616963 h 940813"/>
              <a:gd name="connsiteX3" fmla="*/ 733713 w 971692"/>
              <a:gd name="connsiteY3" fmla="*/ 109 h 940813"/>
              <a:gd name="connsiteX4" fmla="*/ 733713 w 971692"/>
              <a:gd name="connsiteY4" fmla="*/ 925207 h 940813"/>
              <a:gd name="connsiteX5" fmla="*/ 718107 w 971692"/>
              <a:gd name="connsiteY5" fmla="*/ 940813 h 940813"/>
              <a:gd name="connsiteX6" fmla="*/ 15606 w 971692"/>
              <a:gd name="connsiteY6" fmla="*/ 940813 h 940813"/>
              <a:gd name="connsiteX7" fmla="*/ 0 w 971692"/>
              <a:gd name="connsiteY7" fmla="*/ 925207 h 940813"/>
              <a:gd name="connsiteX8" fmla="*/ 0 w 971692"/>
              <a:gd name="connsiteY8" fmla="*/ 109 h 940813"/>
              <a:gd name="connsiteX0" fmla="*/ 0 w 979468"/>
              <a:gd name="connsiteY0" fmla="*/ 109 h 940813"/>
              <a:gd name="connsiteX1" fmla="*/ 143241 w 979468"/>
              <a:gd name="connsiteY1" fmla="*/ 496948 h 940813"/>
              <a:gd name="connsiteX2" fmla="*/ 971472 w 979468"/>
              <a:gd name="connsiteY2" fmla="*/ 616963 h 940813"/>
              <a:gd name="connsiteX3" fmla="*/ 979458 w 979468"/>
              <a:gd name="connsiteY3" fmla="*/ 762109 h 940813"/>
              <a:gd name="connsiteX4" fmla="*/ 733713 w 979468"/>
              <a:gd name="connsiteY4" fmla="*/ 925207 h 940813"/>
              <a:gd name="connsiteX5" fmla="*/ 718107 w 979468"/>
              <a:gd name="connsiteY5" fmla="*/ 940813 h 940813"/>
              <a:gd name="connsiteX6" fmla="*/ 15606 w 979468"/>
              <a:gd name="connsiteY6" fmla="*/ 940813 h 940813"/>
              <a:gd name="connsiteX7" fmla="*/ 0 w 979468"/>
              <a:gd name="connsiteY7" fmla="*/ 925207 h 940813"/>
              <a:gd name="connsiteX8" fmla="*/ 0 w 979468"/>
              <a:gd name="connsiteY8" fmla="*/ 109 h 940813"/>
              <a:gd name="connsiteX0" fmla="*/ 0 w 979468"/>
              <a:gd name="connsiteY0" fmla="*/ 75 h 940779"/>
              <a:gd name="connsiteX1" fmla="*/ 49896 w 979468"/>
              <a:gd name="connsiteY1" fmla="*/ 736944 h 940779"/>
              <a:gd name="connsiteX2" fmla="*/ 971472 w 979468"/>
              <a:gd name="connsiteY2" fmla="*/ 616929 h 940779"/>
              <a:gd name="connsiteX3" fmla="*/ 979458 w 979468"/>
              <a:gd name="connsiteY3" fmla="*/ 762075 h 940779"/>
              <a:gd name="connsiteX4" fmla="*/ 733713 w 979468"/>
              <a:gd name="connsiteY4" fmla="*/ 925173 h 940779"/>
              <a:gd name="connsiteX5" fmla="*/ 718107 w 979468"/>
              <a:gd name="connsiteY5" fmla="*/ 940779 h 940779"/>
              <a:gd name="connsiteX6" fmla="*/ 15606 w 979468"/>
              <a:gd name="connsiteY6" fmla="*/ 940779 h 940779"/>
              <a:gd name="connsiteX7" fmla="*/ 0 w 979468"/>
              <a:gd name="connsiteY7" fmla="*/ 925173 h 940779"/>
              <a:gd name="connsiteX8" fmla="*/ 0 w 979468"/>
              <a:gd name="connsiteY8" fmla="*/ 75 h 940779"/>
              <a:gd name="connsiteX0" fmla="*/ 0 w 979468"/>
              <a:gd name="connsiteY0" fmla="*/ 88 h 940792"/>
              <a:gd name="connsiteX1" fmla="*/ 42276 w 979468"/>
              <a:gd name="connsiteY1" fmla="*/ 616942 h 940792"/>
              <a:gd name="connsiteX2" fmla="*/ 971472 w 979468"/>
              <a:gd name="connsiteY2" fmla="*/ 616942 h 940792"/>
              <a:gd name="connsiteX3" fmla="*/ 979458 w 979468"/>
              <a:gd name="connsiteY3" fmla="*/ 762088 h 940792"/>
              <a:gd name="connsiteX4" fmla="*/ 733713 w 979468"/>
              <a:gd name="connsiteY4" fmla="*/ 925186 h 940792"/>
              <a:gd name="connsiteX5" fmla="*/ 718107 w 979468"/>
              <a:gd name="connsiteY5" fmla="*/ 940792 h 940792"/>
              <a:gd name="connsiteX6" fmla="*/ 15606 w 979468"/>
              <a:gd name="connsiteY6" fmla="*/ 940792 h 940792"/>
              <a:gd name="connsiteX7" fmla="*/ 0 w 979468"/>
              <a:gd name="connsiteY7" fmla="*/ 925186 h 940792"/>
              <a:gd name="connsiteX8" fmla="*/ 0 w 97946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180897 w 979458"/>
              <a:gd name="connsiteY2" fmla="*/ 73314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180897 w 979458"/>
              <a:gd name="connsiteY2" fmla="*/ 73314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476172 w 979458"/>
              <a:gd name="connsiteY2" fmla="*/ 72933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0 w 979458"/>
              <a:gd name="connsiteY0" fmla="*/ 88 h 940792"/>
              <a:gd name="connsiteX1" fmla="*/ 42276 w 979458"/>
              <a:gd name="connsiteY1" fmla="*/ 616942 h 940792"/>
              <a:gd name="connsiteX2" fmla="*/ 476172 w 979458"/>
              <a:gd name="connsiteY2" fmla="*/ 729337 h 940792"/>
              <a:gd name="connsiteX3" fmla="*/ 979458 w 979458"/>
              <a:gd name="connsiteY3" fmla="*/ 762088 h 940792"/>
              <a:gd name="connsiteX4" fmla="*/ 733713 w 979458"/>
              <a:gd name="connsiteY4" fmla="*/ 925186 h 940792"/>
              <a:gd name="connsiteX5" fmla="*/ 718107 w 979458"/>
              <a:gd name="connsiteY5" fmla="*/ 940792 h 940792"/>
              <a:gd name="connsiteX6" fmla="*/ 15606 w 979458"/>
              <a:gd name="connsiteY6" fmla="*/ 940792 h 940792"/>
              <a:gd name="connsiteX7" fmla="*/ 0 w 979458"/>
              <a:gd name="connsiteY7" fmla="*/ 925186 h 940792"/>
              <a:gd name="connsiteX8" fmla="*/ 0 w 979458"/>
              <a:gd name="connsiteY8" fmla="*/ 88 h 940792"/>
              <a:gd name="connsiteX0" fmla="*/ 42539 w 1021997"/>
              <a:gd name="connsiteY0" fmla="*/ 85 h 940789"/>
              <a:gd name="connsiteX1" fmla="*/ 995 w 1021997"/>
              <a:gd name="connsiteY1" fmla="*/ 647419 h 940789"/>
              <a:gd name="connsiteX2" fmla="*/ 518711 w 1021997"/>
              <a:gd name="connsiteY2" fmla="*/ 729334 h 940789"/>
              <a:gd name="connsiteX3" fmla="*/ 1021997 w 1021997"/>
              <a:gd name="connsiteY3" fmla="*/ 762085 h 940789"/>
              <a:gd name="connsiteX4" fmla="*/ 776252 w 1021997"/>
              <a:gd name="connsiteY4" fmla="*/ 925183 h 940789"/>
              <a:gd name="connsiteX5" fmla="*/ 760646 w 1021997"/>
              <a:gd name="connsiteY5" fmla="*/ 940789 h 940789"/>
              <a:gd name="connsiteX6" fmla="*/ 58145 w 1021997"/>
              <a:gd name="connsiteY6" fmla="*/ 940789 h 940789"/>
              <a:gd name="connsiteX7" fmla="*/ 42539 w 1021997"/>
              <a:gd name="connsiteY7" fmla="*/ 925183 h 940789"/>
              <a:gd name="connsiteX8" fmla="*/ 42539 w 1021997"/>
              <a:gd name="connsiteY8" fmla="*/ 85 h 940789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476172 w 979458"/>
              <a:gd name="connsiteY2" fmla="*/ 729342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28941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299007 w 979458"/>
              <a:gd name="connsiteY2" fmla="*/ 71981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319962 w 979458"/>
              <a:gd name="connsiteY2" fmla="*/ 71219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979458"/>
              <a:gd name="connsiteY0" fmla="*/ 93 h 940797"/>
              <a:gd name="connsiteX1" fmla="*/ 38466 w 979458"/>
              <a:gd name="connsiteY1" fmla="*/ 582657 h 940797"/>
              <a:gd name="connsiteX2" fmla="*/ 319962 w 979458"/>
              <a:gd name="connsiteY2" fmla="*/ 712197 h 940797"/>
              <a:gd name="connsiteX3" fmla="*/ 979458 w 979458"/>
              <a:gd name="connsiteY3" fmla="*/ 762093 h 940797"/>
              <a:gd name="connsiteX4" fmla="*/ 733713 w 979458"/>
              <a:gd name="connsiteY4" fmla="*/ 925191 h 940797"/>
              <a:gd name="connsiteX5" fmla="*/ 718107 w 979458"/>
              <a:gd name="connsiteY5" fmla="*/ 940797 h 940797"/>
              <a:gd name="connsiteX6" fmla="*/ 15606 w 979458"/>
              <a:gd name="connsiteY6" fmla="*/ 940797 h 940797"/>
              <a:gd name="connsiteX7" fmla="*/ 0 w 979458"/>
              <a:gd name="connsiteY7" fmla="*/ 925191 h 940797"/>
              <a:gd name="connsiteX8" fmla="*/ 0 w 979458"/>
              <a:gd name="connsiteY8" fmla="*/ 93 h 940797"/>
              <a:gd name="connsiteX0" fmla="*/ 0 w 733713"/>
              <a:gd name="connsiteY0" fmla="*/ 93 h 940797"/>
              <a:gd name="connsiteX1" fmla="*/ 38466 w 733713"/>
              <a:gd name="connsiteY1" fmla="*/ 582657 h 940797"/>
              <a:gd name="connsiteX2" fmla="*/ 319962 w 733713"/>
              <a:gd name="connsiteY2" fmla="*/ 712197 h 940797"/>
              <a:gd name="connsiteX3" fmla="*/ 587028 w 733713"/>
              <a:gd name="connsiteY3" fmla="*/ 722088 h 940797"/>
              <a:gd name="connsiteX4" fmla="*/ 733713 w 733713"/>
              <a:gd name="connsiteY4" fmla="*/ 925191 h 940797"/>
              <a:gd name="connsiteX5" fmla="*/ 718107 w 733713"/>
              <a:gd name="connsiteY5" fmla="*/ 940797 h 940797"/>
              <a:gd name="connsiteX6" fmla="*/ 15606 w 733713"/>
              <a:gd name="connsiteY6" fmla="*/ 940797 h 940797"/>
              <a:gd name="connsiteX7" fmla="*/ 0 w 733713"/>
              <a:gd name="connsiteY7" fmla="*/ 925191 h 940797"/>
              <a:gd name="connsiteX8" fmla="*/ 0 w 733713"/>
              <a:gd name="connsiteY8" fmla="*/ 93 h 940797"/>
              <a:gd name="connsiteX0" fmla="*/ 0 w 718319"/>
              <a:gd name="connsiteY0" fmla="*/ 93 h 940797"/>
              <a:gd name="connsiteX1" fmla="*/ 38466 w 718319"/>
              <a:gd name="connsiteY1" fmla="*/ 582657 h 940797"/>
              <a:gd name="connsiteX2" fmla="*/ 319962 w 718319"/>
              <a:gd name="connsiteY2" fmla="*/ 712197 h 940797"/>
              <a:gd name="connsiteX3" fmla="*/ 587028 w 718319"/>
              <a:gd name="connsiteY3" fmla="*/ 722088 h 940797"/>
              <a:gd name="connsiteX4" fmla="*/ 470823 w 718319"/>
              <a:gd name="connsiteY4" fmla="*/ 896616 h 940797"/>
              <a:gd name="connsiteX5" fmla="*/ 718107 w 718319"/>
              <a:gd name="connsiteY5" fmla="*/ 940797 h 940797"/>
              <a:gd name="connsiteX6" fmla="*/ 15606 w 718319"/>
              <a:gd name="connsiteY6" fmla="*/ 940797 h 940797"/>
              <a:gd name="connsiteX7" fmla="*/ 0 w 718319"/>
              <a:gd name="connsiteY7" fmla="*/ 925191 h 940797"/>
              <a:gd name="connsiteX8" fmla="*/ 0 w 718319"/>
              <a:gd name="connsiteY8" fmla="*/ 93 h 940797"/>
              <a:gd name="connsiteX0" fmla="*/ 0 w 606085"/>
              <a:gd name="connsiteY0" fmla="*/ 93 h 940797"/>
              <a:gd name="connsiteX1" fmla="*/ 38466 w 606085"/>
              <a:gd name="connsiteY1" fmla="*/ 582657 h 940797"/>
              <a:gd name="connsiteX2" fmla="*/ 319962 w 606085"/>
              <a:gd name="connsiteY2" fmla="*/ 712197 h 940797"/>
              <a:gd name="connsiteX3" fmla="*/ 587028 w 606085"/>
              <a:gd name="connsiteY3" fmla="*/ 722088 h 940797"/>
              <a:gd name="connsiteX4" fmla="*/ 470823 w 606085"/>
              <a:gd name="connsiteY4" fmla="*/ 896616 h 940797"/>
              <a:gd name="connsiteX5" fmla="*/ 605712 w 606085"/>
              <a:gd name="connsiteY5" fmla="*/ 940797 h 940797"/>
              <a:gd name="connsiteX6" fmla="*/ 15606 w 606085"/>
              <a:gd name="connsiteY6" fmla="*/ 940797 h 940797"/>
              <a:gd name="connsiteX7" fmla="*/ 0 w 606085"/>
              <a:gd name="connsiteY7" fmla="*/ 925191 h 940797"/>
              <a:gd name="connsiteX8" fmla="*/ 0 w 606085"/>
              <a:gd name="connsiteY8" fmla="*/ 93 h 940797"/>
              <a:gd name="connsiteX0" fmla="*/ 0 w 657424"/>
              <a:gd name="connsiteY0" fmla="*/ 93 h 940797"/>
              <a:gd name="connsiteX1" fmla="*/ 38466 w 657424"/>
              <a:gd name="connsiteY1" fmla="*/ 582657 h 940797"/>
              <a:gd name="connsiteX2" fmla="*/ 319962 w 657424"/>
              <a:gd name="connsiteY2" fmla="*/ 712197 h 940797"/>
              <a:gd name="connsiteX3" fmla="*/ 587028 w 657424"/>
              <a:gd name="connsiteY3" fmla="*/ 722088 h 940797"/>
              <a:gd name="connsiteX4" fmla="*/ 470823 w 657424"/>
              <a:gd name="connsiteY4" fmla="*/ 896616 h 940797"/>
              <a:gd name="connsiteX5" fmla="*/ 657147 w 657424"/>
              <a:gd name="connsiteY5" fmla="*/ 936987 h 940797"/>
              <a:gd name="connsiteX6" fmla="*/ 15606 w 657424"/>
              <a:gd name="connsiteY6" fmla="*/ 940797 h 940797"/>
              <a:gd name="connsiteX7" fmla="*/ 0 w 657424"/>
              <a:gd name="connsiteY7" fmla="*/ 925191 h 940797"/>
              <a:gd name="connsiteX8" fmla="*/ 0 w 657424"/>
              <a:gd name="connsiteY8" fmla="*/ 93 h 940797"/>
              <a:gd name="connsiteX0" fmla="*/ 0 w 657424"/>
              <a:gd name="connsiteY0" fmla="*/ 93 h 940797"/>
              <a:gd name="connsiteX1" fmla="*/ 38466 w 657424"/>
              <a:gd name="connsiteY1" fmla="*/ 582657 h 940797"/>
              <a:gd name="connsiteX2" fmla="*/ 319962 w 657424"/>
              <a:gd name="connsiteY2" fmla="*/ 712197 h 940797"/>
              <a:gd name="connsiteX3" fmla="*/ 474633 w 657424"/>
              <a:gd name="connsiteY3" fmla="*/ 727803 h 940797"/>
              <a:gd name="connsiteX4" fmla="*/ 470823 w 657424"/>
              <a:gd name="connsiteY4" fmla="*/ 896616 h 940797"/>
              <a:gd name="connsiteX5" fmla="*/ 657147 w 657424"/>
              <a:gd name="connsiteY5" fmla="*/ 936987 h 940797"/>
              <a:gd name="connsiteX6" fmla="*/ 15606 w 657424"/>
              <a:gd name="connsiteY6" fmla="*/ 940797 h 940797"/>
              <a:gd name="connsiteX7" fmla="*/ 0 w 657424"/>
              <a:gd name="connsiteY7" fmla="*/ 925191 h 940797"/>
              <a:gd name="connsiteX8" fmla="*/ 0 w 657424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  <a:gd name="connsiteX0" fmla="*/ 0 w 657705"/>
              <a:gd name="connsiteY0" fmla="*/ 93 h 940797"/>
              <a:gd name="connsiteX1" fmla="*/ 38466 w 657705"/>
              <a:gd name="connsiteY1" fmla="*/ 582657 h 940797"/>
              <a:gd name="connsiteX2" fmla="*/ 319962 w 657705"/>
              <a:gd name="connsiteY2" fmla="*/ 712197 h 940797"/>
              <a:gd name="connsiteX3" fmla="*/ 474633 w 657705"/>
              <a:gd name="connsiteY3" fmla="*/ 727803 h 940797"/>
              <a:gd name="connsiteX4" fmla="*/ 571788 w 657705"/>
              <a:gd name="connsiteY4" fmla="*/ 774696 h 940797"/>
              <a:gd name="connsiteX5" fmla="*/ 657147 w 657705"/>
              <a:gd name="connsiteY5" fmla="*/ 936987 h 940797"/>
              <a:gd name="connsiteX6" fmla="*/ 15606 w 657705"/>
              <a:gd name="connsiteY6" fmla="*/ 940797 h 940797"/>
              <a:gd name="connsiteX7" fmla="*/ 0 w 657705"/>
              <a:gd name="connsiteY7" fmla="*/ 925191 h 940797"/>
              <a:gd name="connsiteX8" fmla="*/ 0 w 657705"/>
              <a:gd name="connsiteY8" fmla="*/ 93 h 940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7705" h="940797">
                <a:moveTo>
                  <a:pt x="0" y="93"/>
                </a:moveTo>
                <a:cubicBezTo>
                  <a:pt x="0" y="-8526"/>
                  <a:pt x="18417" y="580752"/>
                  <a:pt x="38466" y="582657"/>
                </a:cubicBezTo>
                <a:cubicBezTo>
                  <a:pt x="61813" y="646157"/>
                  <a:pt x="-17710" y="681082"/>
                  <a:pt x="319962" y="712197"/>
                </a:cubicBezTo>
                <a:cubicBezTo>
                  <a:pt x="328581" y="712197"/>
                  <a:pt x="474633" y="719184"/>
                  <a:pt x="474633" y="727803"/>
                </a:cubicBezTo>
                <a:cubicBezTo>
                  <a:pt x="507018" y="743434"/>
                  <a:pt x="539403" y="738110"/>
                  <a:pt x="571788" y="774696"/>
                </a:cubicBezTo>
                <a:cubicBezTo>
                  <a:pt x="571788" y="783315"/>
                  <a:pt x="665766" y="936987"/>
                  <a:pt x="657147" y="936987"/>
                </a:cubicBezTo>
                <a:lnTo>
                  <a:pt x="15606" y="940797"/>
                </a:lnTo>
                <a:cubicBezTo>
                  <a:pt x="6987" y="940797"/>
                  <a:pt x="0" y="933810"/>
                  <a:pt x="0" y="925191"/>
                </a:cubicBezTo>
                <a:lnTo>
                  <a:pt x="0" y="9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E2B7FC-B550-89E5-C016-6576270CC740}"/>
              </a:ext>
            </a:extLst>
          </p:cNvPr>
          <p:cNvSpPr/>
          <p:nvPr/>
        </p:nvSpPr>
        <p:spPr>
          <a:xfrm>
            <a:off x="12192000" y="8795627"/>
            <a:ext cx="5913120" cy="562362"/>
          </a:xfrm>
          <a:prstGeom prst="rect">
            <a:avLst/>
          </a:prstGeom>
          <a:gradFill>
            <a:gsLst>
              <a:gs pos="0">
                <a:srgbClr val="858888"/>
              </a:gs>
              <a:gs pos="37080">
                <a:srgbClr val="B3B2B1"/>
              </a:gs>
              <a:gs pos="100000">
                <a:srgbClr val="858888"/>
              </a:gs>
              <a:gs pos="86713">
                <a:srgbClr val="EBE8E3"/>
              </a:gs>
              <a:gs pos="67000">
                <a:srgbClr val="B3B2B1"/>
              </a:gs>
              <a:gs pos="18000">
                <a:srgbClr val="EBE8E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00CC4F7-7734-C788-132B-0F0904BCC75A}"/>
              </a:ext>
            </a:extLst>
          </p:cNvPr>
          <p:cNvSpPr/>
          <p:nvPr/>
        </p:nvSpPr>
        <p:spPr>
          <a:xfrm>
            <a:off x="13037820" y="8378659"/>
            <a:ext cx="4221480" cy="416970"/>
          </a:xfrm>
          <a:custGeom>
            <a:avLst/>
            <a:gdLst>
              <a:gd name="connsiteX0" fmla="*/ 0 w 2110740"/>
              <a:gd name="connsiteY0" fmla="*/ 0 h 208485"/>
              <a:gd name="connsiteX1" fmla="*/ 9214 w 2110740"/>
              <a:gd name="connsiteY1" fmla="*/ 2221 h 208485"/>
              <a:gd name="connsiteX2" fmla="*/ 1055370 w 2110740"/>
              <a:gd name="connsiteY2" fmla="*/ 35962 h 208485"/>
              <a:gd name="connsiteX3" fmla="*/ 2101526 w 2110740"/>
              <a:gd name="connsiteY3" fmla="*/ 2221 h 208485"/>
              <a:gd name="connsiteX4" fmla="*/ 2110740 w 2110740"/>
              <a:gd name="connsiteY4" fmla="*/ 0 h 208485"/>
              <a:gd name="connsiteX5" fmla="*/ 2110740 w 2110740"/>
              <a:gd name="connsiteY5" fmla="*/ 208485 h 208485"/>
              <a:gd name="connsiteX6" fmla="*/ 0 w 2110740"/>
              <a:gd name="connsiteY6" fmla="*/ 208485 h 20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0740" h="208485">
                <a:moveTo>
                  <a:pt x="0" y="0"/>
                </a:moveTo>
                <a:lnTo>
                  <a:pt x="9214" y="2221"/>
                </a:lnTo>
                <a:cubicBezTo>
                  <a:pt x="181574" y="22049"/>
                  <a:pt x="585080" y="35962"/>
                  <a:pt x="1055370" y="35962"/>
                </a:cubicBezTo>
                <a:cubicBezTo>
                  <a:pt x="1525660" y="35962"/>
                  <a:pt x="1929166" y="22049"/>
                  <a:pt x="2101526" y="2221"/>
                </a:cubicBezTo>
                <a:lnTo>
                  <a:pt x="2110740" y="0"/>
                </a:lnTo>
                <a:lnTo>
                  <a:pt x="2110740" y="208485"/>
                </a:lnTo>
                <a:lnTo>
                  <a:pt x="0" y="208485"/>
                </a:lnTo>
                <a:close/>
              </a:path>
            </a:pathLst>
          </a:custGeom>
          <a:gradFill>
            <a:gsLst>
              <a:gs pos="81000">
                <a:srgbClr val="919DA4"/>
              </a:gs>
              <a:gs pos="39000">
                <a:srgbClr val="717677"/>
              </a:gs>
              <a:gs pos="100000">
                <a:srgbClr val="C7C9CA"/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026" name="Picture 2" descr="東京メトロ 13000系　正面　イラスト　日比谷線　アルミ車　ATC　東武伊勢崎線乗入れ　Tokyo　Underground　Subway　hibiya line　Tokyo metro　illustration  front view">
            <a:extLst>
              <a:ext uri="{FF2B5EF4-FFF2-40B4-BE49-F238E27FC236}">
                <a16:creationId xmlns:a16="http://schemas.microsoft.com/office/drawing/2014/main" id="{ADA622B5-FE01-68A7-DC39-928C72F97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26"/>
          <a:stretch/>
        </p:blipFill>
        <p:spPr bwMode="auto">
          <a:xfrm>
            <a:off x="4945344" y="2426310"/>
            <a:ext cx="5924522" cy="633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F561ED0-67B8-A966-445C-C7C846FA0DC0}"/>
              </a:ext>
            </a:extLst>
          </p:cNvPr>
          <p:cNvSpPr/>
          <p:nvPr/>
        </p:nvSpPr>
        <p:spPr>
          <a:xfrm>
            <a:off x="13037820" y="7735028"/>
            <a:ext cx="4217604" cy="416968"/>
          </a:xfrm>
          <a:custGeom>
            <a:avLst/>
            <a:gdLst>
              <a:gd name="connsiteX0" fmla="*/ 0 w 2078355"/>
              <a:gd name="connsiteY0" fmla="*/ 22860 h 45719"/>
              <a:gd name="connsiteX1" fmla="*/ 1039178 w 2078355"/>
              <a:gd name="connsiteY1" fmla="*/ 0 h 45719"/>
              <a:gd name="connsiteX2" fmla="*/ 2078356 w 2078355"/>
              <a:gd name="connsiteY2" fmla="*/ 22860 h 45719"/>
              <a:gd name="connsiteX3" fmla="*/ 1039178 w 2078355"/>
              <a:gd name="connsiteY3" fmla="*/ 45720 h 45719"/>
              <a:gd name="connsiteX4" fmla="*/ 0 w 2078355"/>
              <a:gd name="connsiteY4" fmla="*/ 22860 h 45719"/>
              <a:gd name="connsiteX0" fmla="*/ 2 w 2078358"/>
              <a:gd name="connsiteY0" fmla="*/ 22860 h 93345"/>
              <a:gd name="connsiteX1" fmla="*/ 1039180 w 2078358"/>
              <a:gd name="connsiteY1" fmla="*/ 0 h 93345"/>
              <a:gd name="connsiteX2" fmla="*/ 2078358 w 2078358"/>
              <a:gd name="connsiteY2" fmla="*/ 22860 h 93345"/>
              <a:gd name="connsiteX3" fmla="*/ 1031560 w 2078358"/>
              <a:gd name="connsiteY3" fmla="*/ 93345 h 93345"/>
              <a:gd name="connsiteX4" fmla="*/ 2 w 2078358"/>
              <a:gd name="connsiteY4" fmla="*/ 22860 h 93345"/>
              <a:gd name="connsiteX0" fmla="*/ 1 w 2112647"/>
              <a:gd name="connsiteY0" fmla="*/ 42382 h 93999"/>
              <a:gd name="connsiteX1" fmla="*/ 1073469 w 2112647"/>
              <a:gd name="connsiteY1" fmla="*/ 472 h 93999"/>
              <a:gd name="connsiteX2" fmla="*/ 2112647 w 2112647"/>
              <a:gd name="connsiteY2" fmla="*/ 23332 h 93999"/>
              <a:gd name="connsiteX3" fmla="*/ 1065849 w 2112647"/>
              <a:gd name="connsiteY3" fmla="*/ 93817 h 93999"/>
              <a:gd name="connsiteX4" fmla="*/ 1 w 2112647"/>
              <a:gd name="connsiteY4" fmla="*/ 42382 h 93999"/>
              <a:gd name="connsiteX0" fmla="*/ 2 w 2112648"/>
              <a:gd name="connsiteY0" fmla="*/ 133420 h 185139"/>
              <a:gd name="connsiteX1" fmla="*/ 1075375 w 2112648"/>
              <a:gd name="connsiteY1" fmla="*/ 70 h 185139"/>
              <a:gd name="connsiteX2" fmla="*/ 2112648 w 2112648"/>
              <a:gd name="connsiteY2" fmla="*/ 114370 h 185139"/>
              <a:gd name="connsiteX3" fmla="*/ 1065850 w 2112648"/>
              <a:gd name="connsiteY3" fmla="*/ 184855 h 185139"/>
              <a:gd name="connsiteX4" fmla="*/ 2 w 2112648"/>
              <a:gd name="connsiteY4" fmla="*/ 133420 h 185139"/>
              <a:gd name="connsiteX0" fmla="*/ 2 w 2112648"/>
              <a:gd name="connsiteY0" fmla="*/ 133385 h 184946"/>
              <a:gd name="connsiteX1" fmla="*/ 1075375 w 2112648"/>
              <a:gd name="connsiteY1" fmla="*/ 35 h 184946"/>
              <a:gd name="connsiteX2" fmla="*/ 2112648 w 2112648"/>
              <a:gd name="connsiteY2" fmla="*/ 146720 h 184946"/>
              <a:gd name="connsiteX3" fmla="*/ 1065850 w 2112648"/>
              <a:gd name="connsiteY3" fmla="*/ 184820 h 184946"/>
              <a:gd name="connsiteX4" fmla="*/ 2 w 2112648"/>
              <a:gd name="connsiteY4" fmla="*/ 133385 h 184946"/>
              <a:gd name="connsiteX0" fmla="*/ 17 w 2112663"/>
              <a:gd name="connsiteY0" fmla="*/ 133385 h 184946"/>
              <a:gd name="connsiteX1" fmla="*/ 1090630 w 2112663"/>
              <a:gd name="connsiteY1" fmla="*/ 35 h 184946"/>
              <a:gd name="connsiteX2" fmla="*/ 2112663 w 2112663"/>
              <a:gd name="connsiteY2" fmla="*/ 146720 h 184946"/>
              <a:gd name="connsiteX3" fmla="*/ 1065865 w 2112663"/>
              <a:gd name="connsiteY3" fmla="*/ 184820 h 184946"/>
              <a:gd name="connsiteX4" fmla="*/ 17 w 2112663"/>
              <a:gd name="connsiteY4" fmla="*/ 133385 h 184946"/>
              <a:gd name="connsiteX0" fmla="*/ 17 w 2106948"/>
              <a:gd name="connsiteY0" fmla="*/ 133353 h 184801"/>
              <a:gd name="connsiteX1" fmla="*/ 1090630 w 2106948"/>
              <a:gd name="connsiteY1" fmla="*/ 3 h 184801"/>
              <a:gd name="connsiteX2" fmla="*/ 2106948 w 2106948"/>
              <a:gd name="connsiteY2" fmla="*/ 129543 h 184801"/>
              <a:gd name="connsiteX3" fmla="*/ 1065865 w 2106948"/>
              <a:gd name="connsiteY3" fmla="*/ 184788 h 184801"/>
              <a:gd name="connsiteX4" fmla="*/ 17 w 2106948"/>
              <a:gd name="connsiteY4" fmla="*/ 133353 h 184801"/>
              <a:gd name="connsiteX0" fmla="*/ 17 w 2108853"/>
              <a:gd name="connsiteY0" fmla="*/ 133454 h 185281"/>
              <a:gd name="connsiteX1" fmla="*/ 1090630 w 2108853"/>
              <a:gd name="connsiteY1" fmla="*/ 104 h 185281"/>
              <a:gd name="connsiteX2" fmla="*/ 2108853 w 2108853"/>
              <a:gd name="connsiteY2" fmla="*/ 110594 h 185281"/>
              <a:gd name="connsiteX3" fmla="*/ 1065865 w 2108853"/>
              <a:gd name="connsiteY3" fmla="*/ 184889 h 185281"/>
              <a:gd name="connsiteX4" fmla="*/ 17 w 2108853"/>
              <a:gd name="connsiteY4" fmla="*/ 133454 h 185281"/>
              <a:gd name="connsiteX0" fmla="*/ 17 w 2108857"/>
              <a:gd name="connsiteY0" fmla="*/ 133629 h 185456"/>
              <a:gd name="connsiteX1" fmla="*/ 1090630 w 2108857"/>
              <a:gd name="connsiteY1" fmla="*/ 279 h 185456"/>
              <a:gd name="connsiteX2" fmla="*/ 2108853 w 2108857"/>
              <a:gd name="connsiteY2" fmla="*/ 110769 h 185456"/>
              <a:gd name="connsiteX3" fmla="*/ 1065865 w 2108857"/>
              <a:gd name="connsiteY3" fmla="*/ 185064 h 185456"/>
              <a:gd name="connsiteX4" fmla="*/ 17 w 2108857"/>
              <a:gd name="connsiteY4" fmla="*/ 133629 h 185456"/>
              <a:gd name="connsiteX0" fmla="*/ 17 w 2097427"/>
              <a:gd name="connsiteY0" fmla="*/ 133396 h 185003"/>
              <a:gd name="connsiteX1" fmla="*/ 1090630 w 2097427"/>
              <a:gd name="connsiteY1" fmla="*/ 46 h 185003"/>
              <a:gd name="connsiteX2" fmla="*/ 2097423 w 2097427"/>
              <a:gd name="connsiteY2" fmla="*/ 148636 h 185003"/>
              <a:gd name="connsiteX3" fmla="*/ 1065865 w 2097427"/>
              <a:gd name="connsiteY3" fmla="*/ 184831 h 185003"/>
              <a:gd name="connsiteX4" fmla="*/ 17 w 2097427"/>
              <a:gd name="connsiteY4" fmla="*/ 133396 h 185003"/>
              <a:gd name="connsiteX0" fmla="*/ 1885 w 2099295"/>
              <a:gd name="connsiteY0" fmla="*/ 133413 h 185020"/>
              <a:gd name="connsiteX1" fmla="*/ 1092498 w 2099295"/>
              <a:gd name="connsiteY1" fmla="*/ 63 h 185020"/>
              <a:gd name="connsiteX2" fmla="*/ 2099291 w 2099295"/>
              <a:gd name="connsiteY2" fmla="*/ 148653 h 185020"/>
              <a:gd name="connsiteX3" fmla="*/ 1067733 w 2099295"/>
              <a:gd name="connsiteY3" fmla="*/ 184848 h 185020"/>
              <a:gd name="connsiteX4" fmla="*/ 1885 w 2099295"/>
              <a:gd name="connsiteY4" fmla="*/ 133413 h 185020"/>
              <a:gd name="connsiteX0" fmla="*/ 1867 w 2108802"/>
              <a:gd name="connsiteY0" fmla="*/ 120256 h 185571"/>
              <a:gd name="connsiteX1" fmla="*/ 1102005 w 2108802"/>
              <a:gd name="connsiteY1" fmla="*/ 252 h 185571"/>
              <a:gd name="connsiteX2" fmla="*/ 2108798 w 2108802"/>
              <a:gd name="connsiteY2" fmla="*/ 148842 h 185571"/>
              <a:gd name="connsiteX3" fmla="*/ 1077240 w 2108802"/>
              <a:gd name="connsiteY3" fmla="*/ 185037 h 185571"/>
              <a:gd name="connsiteX4" fmla="*/ 1867 w 2108802"/>
              <a:gd name="connsiteY4" fmla="*/ 120256 h 185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802" h="185571">
                <a:moveTo>
                  <a:pt x="1867" y="120256"/>
                </a:moveTo>
                <a:cubicBezTo>
                  <a:pt x="-43535" y="58954"/>
                  <a:pt x="750850" y="-4512"/>
                  <a:pt x="1102005" y="252"/>
                </a:cubicBezTo>
                <a:cubicBezTo>
                  <a:pt x="1453160" y="5016"/>
                  <a:pt x="2110703" y="69542"/>
                  <a:pt x="2108798" y="148842"/>
                </a:cubicBezTo>
                <a:cubicBezTo>
                  <a:pt x="2108798" y="161467"/>
                  <a:pt x="1428395" y="189801"/>
                  <a:pt x="1077240" y="185037"/>
                </a:cubicBezTo>
                <a:cubicBezTo>
                  <a:pt x="726085" y="180273"/>
                  <a:pt x="47269" y="181558"/>
                  <a:pt x="1867" y="120256"/>
                </a:cubicBezTo>
                <a:close/>
              </a:path>
            </a:pathLst>
          </a:custGeom>
          <a:solidFill>
            <a:srgbClr val="434C53"/>
          </a:solidFill>
          <a:ln w="19050">
            <a:solidFill>
              <a:srgbClr val="AFC4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88D4C3-906B-AD19-BEA5-B727CA8D46A7}"/>
              </a:ext>
            </a:extLst>
          </p:cNvPr>
          <p:cNvSpPr/>
          <p:nvPr/>
        </p:nvSpPr>
        <p:spPr>
          <a:xfrm>
            <a:off x="12523473" y="7420663"/>
            <a:ext cx="915434" cy="704850"/>
          </a:xfrm>
          <a:custGeom>
            <a:avLst/>
            <a:gdLst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9525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74297 w 451485"/>
              <a:gd name="connsiteY6" fmla="*/ 318135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419098 w 454416"/>
              <a:gd name="connsiteY2" fmla="*/ 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2903 w 454416"/>
              <a:gd name="connsiteY2" fmla="*/ 19050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77188 w 454416"/>
              <a:gd name="connsiteY2" fmla="*/ 34290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7717"/>
              <a:gd name="connsiteY0" fmla="*/ 32387 h 352425"/>
              <a:gd name="connsiteX1" fmla="*/ 32387 w 457717"/>
              <a:gd name="connsiteY1" fmla="*/ 0 h 352425"/>
              <a:gd name="connsiteX2" fmla="*/ 377188 w 457717"/>
              <a:gd name="connsiteY2" fmla="*/ 34290 h 352425"/>
              <a:gd name="connsiteX3" fmla="*/ 398145 w 457717"/>
              <a:gd name="connsiteY3" fmla="*/ 68582 h 352425"/>
              <a:gd name="connsiteX4" fmla="*/ 457200 w 457717"/>
              <a:gd name="connsiteY4" fmla="*/ 331468 h 352425"/>
              <a:gd name="connsiteX5" fmla="*/ 443863 w 457717"/>
              <a:gd name="connsiteY5" fmla="*/ 352425 h 352425"/>
              <a:gd name="connsiteX6" fmla="*/ 74297 w 457717"/>
              <a:gd name="connsiteY6" fmla="*/ 318135 h 352425"/>
              <a:gd name="connsiteX7" fmla="*/ 24765 w 457717"/>
              <a:gd name="connsiteY7" fmla="*/ 266698 h 352425"/>
              <a:gd name="connsiteX8" fmla="*/ 0 w 457717"/>
              <a:gd name="connsiteY8" fmla="*/ 32387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7717" h="352425">
                <a:moveTo>
                  <a:pt x="0" y="32387"/>
                </a:moveTo>
                <a:cubicBezTo>
                  <a:pt x="0" y="14500"/>
                  <a:pt x="14500" y="0"/>
                  <a:pt x="32387" y="0"/>
                </a:cubicBezTo>
                <a:lnTo>
                  <a:pt x="377188" y="34290"/>
                </a:lnTo>
                <a:cubicBezTo>
                  <a:pt x="395075" y="34290"/>
                  <a:pt x="398145" y="50695"/>
                  <a:pt x="398145" y="68582"/>
                </a:cubicBezTo>
                <a:lnTo>
                  <a:pt x="457200" y="331468"/>
                </a:lnTo>
                <a:cubicBezTo>
                  <a:pt x="457200" y="349355"/>
                  <a:pt x="461750" y="352425"/>
                  <a:pt x="443863" y="352425"/>
                </a:cubicBezTo>
                <a:lnTo>
                  <a:pt x="74297" y="318135"/>
                </a:lnTo>
                <a:cubicBezTo>
                  <a:pt x="56410" y="318135"/>
                  <a:pt x="24765" y="284585"/>
                  <a:pt x="24765" y="266698"/>
                </a:cubicBezTo>
                <a:cubicBezTo>
                  <a:pt x="9525" y="168274"/>
                  <a:pt x="0" y="125096"/>
                  <a:pt x="0" y="32387"/>
                </a:cubicBezTo>
                <a:close/>
              </a:path>
            </a:pathLst>
          </a:custGeom>
          <a:solidFill>
            <a:srgbClr val="1713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24" name="Rectangle: Rounded Corners 21">
            <a:extLst>
              <a:ext uri="{FF2B5EF4-FFF2-40B4-BE49-F238E27FC236}">
                <a16:creationId xmlns:a16="http://schemas.microsoft.com/office/drawing/2014/main" id="{4A90DFBB-5D95-09FE-A044-1BFD7FB645E0}"/>
              </a:ext>
            </a:extLst>
          </p:cNvPr>
          <p:cNvSpPr/>
          <p:nvPr/>
        </p:nvSpPr>
        <p:spPr>
          <a:xfrm flipH="1">
            <a:off x="16880838" y="7420661"/>
            <a:ext cx="899160" cy="704850"/>
          </a:xfrm>
          <a:custGeom>
            <a:avLst/>
            <a:gdLst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95250 w 451485"/>
              <a:gd name="connsiteY7" fmla="*/ 310513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32387 w 451485"/>
              <a:gd name="connsiteY6" fmla="*/ 3429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100967 w 451485"/>
              <a:gd name="connsiteY6" fmla="*/ 304800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1485"/>
              <a:gd name="connsiteY0" fmla="*/ 32387 h 342900"/>
              <a:gd name="connsiteX1" fmla="*/ 32387 w 451485"/>
              <a:gd name="connsiteY1" fmla="*/ 0 h 342900"/>
              <a:gd name="connsiteX2" fmla="*/ 419098 w 451485"/>
              <a:gd name="connsiteY2" fmla="*/ 0 h 342900"/>
              <a:gd name="connsiteX3" fmla="*/ 451485 w 451485"/>
              <a:gd name="connsiteY3" fmla="*/ 32387 h 342900"/>
              <a:gd name="connsiteX4" fmla="*/ 451485 w 451485"/>
              <a:gd name="connsiteY4" fmla="*/ 310513 h 342900"/>
              <a:gd name="connsiteX5" fmla="*/ 419098 w 451485"/>
              <a:gd name="connsiteY5" fmla="*/ 342900 h 342900"/>
              <a:gd name="connsiteX6" fmla="*/ 74297 w 451485"/>
              <a:gd name="connsiteY6" fmla="*/ 318135 h 342900"/>
              <a:gd name="connsiteX7" fmla="*/ 24765 w 451485"/>
              <a:gd name="connsiteY7" fmla="*/ 266698 h 342900"/>
              <a:gd name="connsiteX8" fmla="*/ 0 w 451485"/>
              <a:gd name="connsiteY8" fmla="*/ 32387 h 342900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419098 w 454416"/>
              <a:gd name="connsiteY2" fmla="*/ 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2903 w 454416"/>
              <a:gd name="connsiteY2" fmla="*/ 190500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451485 w 454416"/>
              <a:gd name="connsiteY3" fmla="*/ 32387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80998 w 454416"/>
              <a:gd name="connsiteY2" fmla="*/ 40005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4416"/>
              <a:gd name="connsiteY0" fmla="*/ 32387 h 352425"/>
              <a:gd name="connsiteX1" fmla="*/ 32387 w 454416"/>
              <a:gd name="connsiteY1" fmla="*/ 0 h 352425"/>
              <a:gd name="connsiteX2" fmla="*/ 377188 w 454416"/>
              <a:gd name="connsiteY2" fmla="*/ 34290 h 352425"/>
              <a:gd name="connsiteX3" fmla="*/ 398145 w 454416"/>
              <a:gd name="connsiteY3" fmla="*/ 68582 h 352425"/>
              <a:gd name="connsiteX4" fmla="*/ 451485 w 454416"/>
              <a:gd name="connsiteY4" fmla="*/ 310513 h 352425"/>
              <a:gd name="connsiteX5" fmla="*/ 443863 w 454416"/>
              <a:gd name="connsiteY5" fmla="*/ 352425 h 352425"/>
              <a:gd name="connsiteX6" fmla="*/ 74297 w 454416"/>
              <a:gd name="connsiteY6" fmla="*/ 318135 h 352425"/>
              <a:gd name="connsiteX7" fmla="*/ 24765 w 454416"/>
              <a:gd name="connsiteY7" fmla="*/ 266698 h 352425"/>
              <a:gd name="connsiteX8" fmla="*/ 0 w 454416"/>
              <a:gd name="connsiteY8" fmla="*/ 32387 h 352425"/>
              <a:gd name="connsiteX0" fmla="*/ 0 w 457717"/>
              <a:gd name="connsiteY0" fmla="*/ 32387 h 352425"/>
              <a:gd name="connsiteX1" fmla="*/ 32387 w 457717"/>
              <a:gd name="connsiteY1" fmla="*/ 0 h 352425"/>
              <a:gd name="connsiteX2" fmla="*/ 377188 w 457717"/>
              <a:gd name="connsiteY2" fmla="*/ 34290 h 352425"/>
              <a:gd name="connsiteX3" fmla="*/ 398145 w 457717"/>
              <a:gd name="connsiteY3" fmla="*/ 68582 h 352425"/>
              <a:gd name="connsiteX4" fmla="*/ 457200 w 457717"/>
              <a:gd name="connsiteY4" fmla="*/ 331468 h 352425"/>
              <a:gd name="connsiteX5" fmla="*/ 443863 w 457717"/>
              <a:gd name="connsiteY5" fmla="*/ 352425 h 352425"/>
              <a:gd name="connsiteX6" fmla="*/ 74297 w 457717"/>
              <a:gd name="connsiteY6" fmla="*/ 318135 h 352425"/>
              <a:gd name="connsiteX7" fmla="*/ 24765 w 457717"/>
              <a:gd name="connsiteY7" fmla="*/ 266698 h 352425"/>
              <a:gd name="connsiteX8" fmla="*/ 0 w 457717"/>
              <a:gd name="connsiteY8" fmla="*/ 32387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7717" h="352425">
                <a:moveTo>
                  <a:pt x="0" y="32387"/>
                </a:moveTo>
                <a:cubicBezTo>
                  <a:pt x="0" y="14500"/>
                  <a:pt x="14500" y="0"/>
                  <a:pt x="32387" y="0"/>
                </a:cubicBezTo>
                <a:lnTo>
                  <a:pt x="377188" y="34290"/>
                </a:lnTo>
                <a:cubicBezTo>
                  <a:pt x="395075" y="34290"/>
                  <a:pt x="398145" y="50695"/>
                  <a:pt x="398145" y="68582"/>
                </a:cubicBezTo>
                <a:lnTo>
                  <a:pt x="457200" y="331468"/>
                </a:lnTo>
                <a:cubicBezTo>
                  <a:pt x="457200" y="349355"/>
                  <a:pt x="461750" y="352425"/>
                  <a:pt x="443863" y="352425"/>
                </a:cubicBezTo>
                <a:lnTo>
                  <a:pt x="74297" y="318135"/>
                </a:lnTo>
                <a:cubicBezTo>
                  <a:pt x="56410" y="318135"/>
                  <a:pt x="24765" y="284585"/>
                  <a:pt x="24765" y="266698"/>
                </a:cubicBezTo>
                <a:cubicBezTo>
                  <a:pt x="9525" y="168274"/>
                  <a:pt x="0" y="125096"/>
                  <a:pt x="0" y="32387"/>
                </a:cubicBezTo>
                <a:close/>
              </a:path>
            </a:pathLst>
          </a:custGeom>
          <a:solidFill>
            <a:srgbClr val="1713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7708133-E8AB-1503-6C9A-D7B1370BFA15}"/>
              </a:ext>
            </a:extLst>
          </p:cNvPr>
          <p:cNvSpPr/>
          <p:nvPr/>
        </p:nvSpPr>
        <p:spPr>
          <a:xfrm>
            <a:off x="12744552" y="7693821"/>
            <a:ext cx="4831598" cy="303386"/>
          </a:xfrm>
          <a:custGeom>
            <a:avLst/>
            <a:gdLst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6960 w 2369820"/>
              <a:gd name="connsiteY2" fmla="*/ 94534 h 151693"/>
              <a:gd name="connsiteX3" fmla="*/ 2339374 w 2369820"/>
              <a:gd name="connsiteY3" fmla="*/ 94553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6960 w 2369820"/>
              <a:gd name="connsiteY2" fmla="*/ 94534 h 151693"/>
              <a:gd name="connsiteX3" fmla="*/ 2320605 w 2369820"/>
              <a:gd name="connsiteY3" fmla="*/ 93601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9" fmla="*/ 0 w 2369820"/>
              <a:gd name="connsiteY9" fmla="*/ 0 h 151693"/>
              <a:gd name="connsiteX0" fmla="*/ 0 w 2369820"/>
              <a:gd name="connsiteY0" fmla="*/ 0 h 151693"/>
              <a:gd name="connsiteX1" fmla="*/ 2369820 w 2369820"/>
              <a:gd name="connsiteY1" fmla="*/ 0 h 151693"/>
              <a:gd name="connsiteX2" fmla="*/ 2340391 w 2369820"/>
              <a:gd name="connsiteY2" fmla="*/ 88819 h 151693"/>
              <a:gd name="connsiteX3" fmla="*/ 2320605 w 2369820"/>
              <a:gd name="connsiteY3" fmla="*/ 93601 h 151693"/>
              <a:gd name="connsiteX4" fmla="*/ 2219984 w 2369820"/>
              <a:gd name="connsiteY4" fmla="*/ 111227 h 151693"/>
              <a:gd name="connsiteX5" fmla="*/ 1189989 w 2369820"/>
              <a:gd name="connsiteY5" fmla="*/ 151685 h 151693"/>
              <a:gd name="connsiteX6" fmla="*/ 155172 w 2369820"/>
              <a:gd name="connsiteY6" fmla="*/ 114620 h 151693"/>
              <a:gd name="connsiteX7" fmla="*/ 48541 w 2369820"/>
              <a:gd name="connsiteY7" fmla="*/ 100182 h 151693"/>
              <a:gd name="connsiteX8" fmla="*/ 21091 w 2369820"/>
              <a:gd name="connsiteY8" fmla="*/ 100249 h 151693"/>
              <a:gd name="connsiteX9" fmla="*/ 0 w 2369820"/>
              <a:gd name="connsiteY9" fmla="*/ 0 h 151693"/>
              <a:gd name="connsiteX0" fmla="*/ 0 w 2380143"/>
              <a:gd name="connsiteY0" fmla="*/ 0 h 151693"/>
              <a:gd name="connsiteX1" fmla="*/ 2380143 w 2380143"/>
              <a:gd name="connsiteY1" fmla="*/ 4763 h 151693"/>
              <a:gd name="connsiteX2" fmla="*/ 2340391 w 2380143"/>
              <a:gd name="connsiteY2" fmla="*/ 88819 h 151693"/>
              <a:gd name="connsiteX3" fmla="*/ 2320605 w 2380143"/>
              <a:gd name="connsiteY3" fmla="*/ 93601 h 151693"/>
              <a:gd name="connsiteX4" fmla="*/ 2219984 w 2380143"/>
              <a:gd name="connsiteY4" fmla="*/ 111227 h 151693"/>
              <a:gd name="connsiteX5" fmla="*/ 1189989 w 2380143"/>
              <a:gd name="connsiteY5" fmla="*/ 151685 h 151693"/>
              <a:gd name="connsiteX6" fmla="*/ 155172 w 2380143"/>
              <a:gd name="connsiteY6" fmla="*/ 114620 h 151693"/>
              <a:gd name="connsiteX7" fmla="*/ 48541 w 2380143"/>
              <a:gd name="connsiteY7" fmla="*/ 100182 h 151693"/>
              <a:gd name="connsiteX8" fmla="*/ 21091 w 2380143"/>
              <a:gd name="connsiteY8" fmla="*/ 100249 h 151693"/>
              <a:gd name="connsiteX9" fmla="*/ 0 w 2380143"/>
              <a:gd name="connsiteY9" fmla="*/ 0 h 151693"/>
              <a:gd name="connsiteX0" fmla="*/ 0 w 2380143"/>
              <a:gd name="connsiteY0" fmla="*/ 0 h 151693"/>
              <a:gd name="connsiteX1" fmla="*/ 2380143 w 2380143"/>
              <a:gd name="connsiteY1" fmla="*/ 4763 h 151693"/>
              <a:gd name="connsiteX2" fmla="*/ 2340391 w 2380143"/>
              <a:gd name="connsiteY2" fmla="*/ 88819 h 151693"/>
              <a:gd name="connsiteX3" fmla="*/ 2320605 w 2380143"/>
              <a:gd name="connsiteY3" fmla="*/ 93601 h 151693"/>
              <a:gd name="connsiteX4" fmla="*/ 2219984 w 2380143"/>
              <a:gd name="connsiteY4" fmla="*/ 111227 h 151693"/>
              <a:gd name="connsiteX5" fmla="*/ 1189989 w 2380143"/>
              <a:gd name="connsiteY5" fmla="*/ 151685 h 151693"/>
              <a:gd name="connsiteX6" fmla="*/ 155172 w 2380143"/>
              <a:gd name="connsiteY6" fmla="*/ 114620 h 151693"/>
              <a:gd name="connsiteX7" fmla="*/ 48541 w 2380143"/>
              <a:gd name="connsiteY7" fmla="*/ 107802 h 151693"/>
              <a:gd name="connsiteX8" fmla="*/ 21091 w 2380143"/>
              <a:gd name="connsiteY8" fmla="*/ 100249 h 151693"/>
              <a:gd name="connsiteX9" fmla="*/ 0 w 2380143"/>
              <a:gd name="connsiteY9" fmla="*/ 0 h 151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0143" h="151693">
                <a:moveTo>
                  <a:pt x="0" y="0"/>
                </a:moveTo>
                <a:lnTo>
                  <a:pt x="2380143" y="4763"/>
                </a:lnTo>
                <a:lnTo>
                  <a:pt x="2340391" y="88819"/>
                </a:lnTo>
                <a:lnTo>
                  <a:pt x="2320605" y="93601"/>
                </a:lnTo>
                <a:cubicBezTo>
                  <a:pt x="2280808" y="99159"/>
                  <a:pt x="2259781" y="105669"/>
                  <a:pt x="2219984" y="111227"/>
                </a:cubicBezTo>
                <a:cubicBezTo>
                  <a:pt x="1985327" y="130304"/>
                  <a:pt x="1479787" y="151209"/>
                  <a:pt x="1189989" y="151685"/>
                </a:cubicBezTo>
                <a:cubicBezTo>
                  <a:pt x="900192" y="152161"/>
                  <a:pt x="391437" y="132924"/>
                  <a:pt x="155172" y="114620"/>
                </a:cubicBezTo>
                <a:lnTo>
                  <a:pt x="48541" y="107802"/>
                </a:lnTo>
                <a:lnTo>
                  <a:pt x="21091" y="1002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DE53FF2-3552-F87E-CE33-1655DE1EAE62}"/>
              </a:ext>
            </a:extLst>
          </p:cNvPr>
          <p:cNvSpPr/>
          <p:nvPr/>
        </p:nvSpPr>
        <p:spPr>
          <a:xfrm>
            <a:off x="12735755" y="7638575"/>
            <a:ext cx="4873898" cy="300198"/>
          </a:xfrm>
          <a:custGeom>
            <a:avLst/>
            <a:gdLst>
              <a:gd name="connsiteX0" fmla="*/ 0 w 2348047"/>
              <a:gd name="connsiteY0" fmla="*/ 0 h 122476"/>
              <a:gd name="connsiteX1" fmla="*/ 2347503 w 2348047"/>
              <a:gd name="connsiteY1" fmla="*/ 0 h 122476"/>
              <a:gd name="connsiteX2" fmla="*/ 2347503 w 2348047"/>
              <a:gd name="connsiteY2" fmla="*/ 55128 h 122476"/>
              <a:gd name="connsiteX3" fmla="*/ 2348047 w 2348047"/>
              <a:gd name="connsiteY3" fmla="*/ 55152 h 122476"/>
              <a:gd name="connsiteX4" fmla="*/ 2347503 w 2348047"/>
              <a:gd name="connsiteY4" fmla="*/ 55253 h 122476"/>
              <a:gd name="connsiteX5" fmla="*/ 2347503 w 2348047"/>
              <a:gd name="connsiteY5" fmla="*/ 55797 h 122476"/>
              <a:gd name="connsiteX6" fmla="*/ 2344556 w 2348047"/>
              <a:gd name="connsiteY6" fmla="*/ 55797 h 122476"/>
              <a:gd name="connsiteX7" fmla="*/ 2176508 w 2348047"/>
              <a:gd name="connsiteY7" fmla="*/ 86844 h 122476"/>
              <a:gd name="connsiteX8" fmla="*/ 1139734 w 2348047"/>
              <a:gd name="connsiteY8" fmla="*/ 122475 h 122476"/>
              <a:gd name="connsiteX9" fmla="*/ 1 w 2348047"/>
              <a:gd name="connsiteY9" fmla="*/ 57057 h 122476"/>
              <a:gd name="connsiteX10" fmla="*/ 13924 w 2348047"/>
              <a:gd name="connsiteY10" fmla="*/ 55797 h 122476"/>
              <a:gd name="connsiteX11" fmla="*/ 0 w 2348047"/>
              <a:gd name="connsiteY11" fmla="*/ 55797 h 122476"/>
              <a:gd name="connsiteX0" fmla="*/ 0 w 2362743"/>
              <a:gd name="connsiteY0" fmla="*/ 0 h 122476"/>
              <a:gd name="connsiteX1" fmla="*/ 2362743 w 2362743"/>
              <a:gd name="connsiteY1" fmla="*/ 0 h 122476"/>
              <a:gd name="connsiteX2" fmla="*/ 2347503 w 2362743"/>
              <a:gd name="connsiteY2" fmla="*/ 55128 h 122476"/>
              <a:gd name="connsiteX3" fmla="*/ 2348047 w 2362743"/>
              <a:gd name="connsiteY3" fmla="*/ 55152 h 122476"/>
              <a:gd name="connsiteX4" fmla="*/ 2347503 w 2362743"/>
              <a:gd name="connsiteY4" fmla="*/ 55253 h 122476"/>
              <a:gd name="connsiteX5" fmla="*/ 2347503 w 2362743"/>
              <a:gd name="connsiteY5" fmla="*/ 55797 h 122476"/>
              <a:gd name="connsiteX6" fmla="*/ 2344556 w 2362743"/>
              <a:gd name="connsiteY6" fmla="*/ 55797 h 122476"/>
              <a:gd name="connsiteX7" fmla="*/ 2176508 w 2362743"/>
              <a:gd name="connsiteY7" fmla="*/ 86844 h 122476"/>
              <a:gd name="connsiteX8" fmla="*/ 1139734 w 2362743"/>
              <a:gd name="connsiteY8" fmla="*/ 122475 h 122476"/>
              <a:gd name="connsiteX9" fmla="*/ 1 w 2362743"/>
              <a:gd name="connsiteY9" fmla="*/ 57057 h 122476"/>
              <a:gd name="connsiteX10" fmla="*/ 13924 w 2362743"/>
              <a:gd name="connsiteY10" fmla="*/ 55797 h 122476"/>
              <a:gd name="connsiteX11" fmla="*/ 0 w 2362743"/>
              <a:gd name="connsiteY11" fmla="*/ 55797 h 122476"/>
              <a:gd name="connsiteX12" fmla="*/ 0 w 2362743"/>
              <a:gd name="connsiteY12" fmla="*/ 0 h 122476"/>
              <a:gd name="connsiteX0" fmla="*/ 0 w 2372268"/>
              <a:gd name="connsiteY0" fmla="*/ 0 h 124381"/>
              <a:gd name="connsiteX1" fmla="*/ 2372268 w 2372268"/>
              <a:gd name="connsiteY1" fmla="*/ 1905 h 124381"/>
              <a:gd name="connsiteX2" fmla="*/ 2357028 w 2372268"/>
              <a:gd name="connsiteY2" fmla="*/ 57033 h 124381"/>
              <a:gd name="connsiteX3" fmla="*/ 2357572 w 2372268"/>
              <a:gd name="connsiteY3" fmla="*/ 57057 h 124381"/>
              <a:gd name="connsiteX4" fmla="*/ 2357028 w 2372268"/>
              <a:gd name="connsiteY4" fmla="*/ 57158 h 124381"/>
              <a:gd name="connsiteX5" fmla="*/ 2357028 w 2372268"/>
              <a:gd name="connsiteY5" fmla="*/ 57702 h 124381"/>
              <a:gd name="connsiteX6" fmla="*/ 2354081 w 2372268"/>
              <a:gd name="connsiteY6" fmla="*/ 57702 h 124381"/>
              <a:gd name="connsiteX7" fmla="*/ 2186033 w 2372268"/>
              <a:gd name="connsiteY7" fmla="*/ 88749 h 124381"/>
              <a:gd name="connsiteX8" fmla="*/ 1149259 w 2372268"/>
              <a:gd name="connsiteY8" fmla="*/ 124380 h 124381"/>
              <a:gd name="connsiteX9" fmla="*/ 9526 w 2372268"/>
              <a:gd name="connsiteY9" fmla="*/ 58962 h 124381"/>
              <a:gd name="connsiteX10" fmla="*/ 23449 w 2372268"/>
              <a:gd name="connsiteY10" fmla="*/ 57702 h 124381"/>
              <a:gd name="connsiteX11" fmla="*/ 9525 w 2372268"/>
              <a:gd name="connsiteY11" fmla="*/ 57702 h 124381"/>
              <a:gd name="connsiteX12" fmla="*/ 0 w 2372268"/>
              <a:gd name="connsiteY12" fmla="*/ 0 h 124381"/>
              <a:gd name="connsiteX0" fmla="*/ 0 w 2377983"/>
              <a:gd name="connsiteY0" fmla="*/ 0 h 124381"/>
              <a:gd name="connsiteX1" fmla="*/ 2377983 w 2377983"/>
              <a:gd name="connsiteY1" fmla="*/ 1905 h 124381"/>
              <a:gd name="connsiteX2" fmla="*/ 2362743 w 2377983"/>
              <a:gd name="connsiteY2" fmla="*/ 57033 h 124381"/>
              <a:gd name="connsiteX3" fmla="*/ 2363287 w 2377983"/>
              <a:gd name="connsiteY3" fmla="*/ 57057 h 124381"/>
              <a:gd name="connsiteX4" fmla="*/ 2362743 w 2377983"/>
              <a:gd name="connsiteY4" fmla="*/ 57158 h 124381"/>
              <a:gd name="connsiteX5" fmla="*/ 2362743 w 2377983"/>
              <a:gd name="connsiteY5" fmla="*/ 57702 h 124381"/>
              <a:gd name="connsiteX6" fmla="*/ 2359796 w 2377983"/>
              <a:gd name="connsiteY6" fmla="*/ 57702 h 124381"/>
              <a:gd name="connsiteX7" fmla="*/ 2191748 w 2377983"/>
              <a:gd name="connsiteY7" fmla="*/ 88749 h 124381"/>
              <a:gd name="connsiteX8" fmla="*/ 1154974 w 2377983"/>
              <a:gd name="connsiteY8" fmla="*/ 124380 h 124381"/>
              <a:gd name="connsiteX9" fmla="*/ 15241 w 2377983"/>
              <a:gd name="connsiteY9" fmla="*/ 58962 h 124381"/>
              <a:gd name="connsiteX10" fmla="*/ 29164 w 2377983"/>
              <a:gd name="connsiteY10" fmla="*/ 57702 h 124381"/>
              <a:gd name="connsiteX11" fmla="*/ 15240 w 2377983"/>
              <a:gd name="connsiteY11" fmla="*/ 57702 h 124381"/>
              <a:gd name="connsiteX12" fmla="*/ 0 w 2377983"/>
              <a:gd name="connsiteY12" fmla="*/ 0 h 124381"/>
              <a:gd name="connsiteX0" fmla="*/ 0 w 2377983"/>
              <a:gd name="connsiteY0" fmla="*/ 0 h 133906"/>
              <a:gd name="connsiteX1" fmla="*/ 2377983 w 2377983"/>
              <a:gd name="connsiteY1" fmla="*/ 11430 h 133906"/>
              <a:gd name="connsiteX2" fmla="*/ 2362743 w 2377983"/>
              <a:gd name="connsiteY2" fmla="*/ 66558 h 133906"/>
              <a:gd name="connsiteX3" fmla="*/ 2363287 w 2377983"/>
              <a:gd name="connsiteY3" fmla="*/ 66582 h 133906"/>
              <a:gd name="connsiteX4" fmla="*/ 2362743 w 2377983"/>
              <a:gd name="connsiteY4" fmla="*/ 66683 h 133906"/>
              <a:gd name="connsiteX5" fmla="*/ 2362743 w 2377983"/>
              <a:gd name="connsiteY5" fmla="*/ 67227 h 133906"/>
              <a:gd name="connsiteX6" fmla="*/ 2359796 w 2377983"/>
              <a:gd name="connsiteY6" fmla="*/ 67227 h 133906"/>
              <a:gd name="connsiteX7" fmla="*/ 2191748 w 2377983"/>
              <a:gd name="connsiteY7" fmla="*/ 98274 h 133906"/>
              <a:gd name="connsiteX8" fmla="*/ 1154974 w 2377983"/>
              <a:gd name="connsiteY8" fmla="*/ 133905 h 133906"/>
              <a:gd name="connsiteX9" fmla="*/ 15241 w 2377983"/>
              <a:gd name="connsiteY9" fmla="*/ 68487 h 133906"/>
              <a:gd name="connsiteX10" fmla="*/ 29164 w 2377983"/>
              <a:gd name="connsiteY10" fmla="*/ 67227 h 133906"/>
              <a:gd name="connsiteX11" fmla="*/ 15240 w 2377983"/>
              <a:gd name="connsiteY11" fmla="*/ 67227 h 133906"/>
              <a:gd name="connsiteX12" fmla="*/ 0 w 2377983"/>
              <a:gd name="connsiteY12" fmla="*/ 0 h 133906"/>
              <a:gd name="connsiteX0" fmla="*/ 0 w 2376078"/>
              <a:gd name="connsiteY0" fmla="*/ 6668 h 140574"/>
              <a:gd name="connsiteX1" fmla="*/ 2376078 w 2376078"/>
              <a:gd name="connsiteY1" fmla="*/ 0 h 140574"/>
              <a:gd name="connsiteX2" fmla="*/ 2362743 w 2376078"/>
              <a:gd name="connsiteY2" fmla="*/ 73226 h 140574"/>
              <a:gd name="connsiteX3" fmla="*/ 2363287 w 2376078"/>
              <a:gd name="connsiteY3" fmla="*/ 73250 h 140574"/>
              <a:gd name="connsiteX4" fmla="*/ 2362743 w 2376078"/>
              <a:gd name="connsiteY4" fmla="*/ 73351 h 140574"/>
              <a:gd name="connsiteX5" fmla="*/ 2362743 w 2376078"/>
              <a:gd name="connsiteY5" fmla="*/ 73895 h 140574"/>
              <a:gd name="connsiteX6" fmla="*/ 2359796 w 2376078"/>
              <a:gd name="connsiteY6" fmla="*/ 73895 h 140574"/>
              <a:gd name="connsiteX7" fmla="*/ 2191748 w 2376078"/>
              <a:gd name="connsiteY7" fmla="*/ 104942 h 140574"/>
              <a:gd name="connsiteX8" fmla="*/ 1154974 w 2376078"/>
              <a:gd name="connsiteY8" fmla="*/ 140573 h 140574"/>
              <a:gd name="connsiteX9" fmla="*/ 15241 w 2376078"/>
              <a:gd name="connsiteY9" fmla="*/ 75155 h 140574"/>
              <a:gd name="connsiteX10" fmla="*/ 29164 w 2376078"/>
              <a:gd name="connsiteY10" fmla="*/ 73895 h 140574"/>
              <a:gd name="connsiteX11" fmla="*/ 15240 w 2376078"/>
              <a:gd name="connsiteY11" fmla="*/ 73895 h 140574"/>
              <a:gd name="connsiteX12" fmla="*/ 0 w 2376078"/>
              <a:gd name="connsiteY12" fmla="*/ 6668 h 140574"/>
              <a:gd name="connsiteX0" fmla="*/ 0 w 2376078"/>
              <a:gd name="connsiteY0" fmla="*/ 0 h 142796"/>
              <a:gd name="connsiteX1" fmla="*/ 2376078 w 2376078"/>
              <a:gd name="connsiteY1" fmla="*/ 2222 h 142796"/>
              <a:gd name="connsiteX2" fmla="*/ 2362743 w 2376078"/>
              <a:gd name="connsiteY2" fmla="*/ 75448 h 142796"/>
              <a:gd name="connsiteX3" fmla="*/ 2363287 w 2376078"/>
              <a:gd name="connsiteY3" fmla="*/ 75472 h 142796"/>
              <a:gd name="connsiteX4" fmla="*/ 2362743 w 2376078"/>
              <a:gd name="connsiteY4" fmla="*/ 75573 h 142796"/>
              <a:gd name="connsiteX5" fmla="*/ 2362743 w 2376078"/>
              <a:gd name="connsiteY5" fmla="*/ 76117 h 142796"/>
              <a:gd name="connsiteX6" fmla="*/ 2359796 w 2376078"/>
              <a:gd name="connsiteY6" fmla="*/ 76117 h 142796"/>
              <a:gd name="connsiteX7" fmla="*/ 2191748 w 2376078"/>
              <a:gd name="connsiteY7" fmla="*/ 107164 h 142796"/>
              <a:gd name="connsiteX8" fmla="*/ 1154974 w 2376078"/>
              <a:gd name="connsiteY8" fmla="*/ 142795 h 142796"/>
              <a:gd name="connsiteX9" fmla="*/ 15241 w 2376078"/>
              <a:gd name="connsiteY9" fmla="*/ 77377 h 142796"/>
              <a:gd name="connsiteX10" fmla="*/ 29164 w 2376078"/>
              <a:gd name="connsiteY10" fmla="*/ 76117 h 142796"/>
              <a:gd name="connsiteX11" fmla="*/ 15240 w 2376078"/>
              <a:gd name="connsiteY11" fmla="*/ 76117 h 142796"/>
              <a:gd name="connsiteX12" fmla="*/ 0 w 2376078"/>
              <a:gd name="connsiteY12" fmla="*/ 0 h 142796"/>
              <a:gd name="connsiteX0" fmla="*/ 0 w 2376078"/>
              <a:gd name="connsiteY0" fmla="*/ 0 h 142796"/>
              <a:gd name="connsiteX1" fmla="*/ 2376078 w 2376078"/>
              <a:gd name="connsiteY1" fmla="*/ 2222 h 142796"/>
              <a:gd name="connsiteX2" fmla="*/ 2362743 w 2376078"/>
              <a:gd name="connsiteY2" fmla="*/ 75448 h 142796"/>
              <a:gd name="connsiteX3" fmla="*/ 2363287 w 2376078"/>
              <a:gd name="connsiteY3" fmla="*/ 75472 h 142796"/>
              <a:gd name="connsiteX4" fmla="*/ 2362743 w 2376078"/>
              <a:gd name="connsiteY4" fmla="*/ 75573 h 142796"/>
              <a:gd name="connsiteX5" fmla="*/ 2362743 w 2376078"/>
              <a:gd name="connsiteY5" fmla="*/ 76117 h 142796"/>
              <a:gd name="connsiteX6" fmla="*/ 2359796 w 2376078"/>
              <a:gd name="connsiteY6" fmla="*/ 76117 h 142796"/>
              <a:gd name="connsiteX7" fmla="*/ 2191748 w 2376078"/>
              <a:gd name="connsiteY7" fmla="*/ 107164 h 142796"/>
              <a:gd name="connsiteX8" fmla="*/ 1154974 w 2376078"/>
              <a:gd name="connsiteY8" fmla="*/ 142795 h 142796"/>
              <a:gd name="connsiteX9" fmla="*/ 15241 w 2376078"/>
              <a:gd name="connsiteY9" fmla="*/ 77377 h 142796"/>
              <a:gd name="connsiteX10" fmla="*/ 29164 w 2376078"/>
              <a:gd name="connsiteY10" fmla="*/ 76117 h 142796"/>
              <a:gd name="connsiteX11" fmla="*/ 15240 w 2376078"/>
              <a:gd name="connsiteY11" fmla="*/ 76117 h 142796"/>
              <a:gd name="connsiteX12" fmla="*/ 0 w 2376078"/>
              <a:gd name="connsiteY12" fmla="*/ 0 h 142796"/>
              <a:gd name="connsiteX0" fmla="*/ 0 w 2380806"/>
              <a:gd name="connsiteY0" fmla="*/ 25408 h 168204"/>
              <a:gd name="connsiteX1" fmla="*/ 2380806 w 2380806"/>
              <a:gd name="connsiteY1" fmla="*/ 7 h 168204"/>
              <a:gd name="connsiteX2" fmla="*/ 2362743 w 2380806"/>
              <a:gd name="connsiteY2" fmla="*/ 100856 h 168204"/>
              <a:gd name="connsiteX3" fmla="*/ 2363287 w 2380806"/>
              <a:gd name="connsiteY3" fmla="*/ 100880 h 168204"/>
              <a:gd name="connsiteX4" fmla="*/ 2362743 w 2380806"/>
              <a:gd name="connsiteY4" fmla="*/ 100981 h 168204"/>
              <a:gd name="connsiteX5" fmla="*/ 2362743 w 2380806"/>
              <a:gd name="connsiteY5" fmla="*/ 101525 h 168204"/>
              <a:gd name="connsiteX6" fmla="*/ 2359796 w 2380806"/>
              <a:gd name="connsiteY6" fmla="*/ 101525 h 168204"/>
              <a:gd name="connsiteX7" fmla="*/ 2191748 w 2380806"/>
              <a:gd name="connsiteY7" fmla="*/ 132572 h 168204"/>
              <a:gd name="connsiteX8" fmla="*/ 1154974 w 2380806"/>
              <a:gd name="connsiteY8" fmla="*/ 168203 h 168204"/>
              <a:gd name="connsiteX9" fmla="*/ 15241 w 2380806"/>
              <a:gd name="connsiteY9" fmla="*/ 102785 h 168204"/>
              <a:gd name="connsiteX10" fmla="*/ 29164 w 2380806"/>
              <a:gd name="connsiteY10" fmla="*/ 101525 h 168204"/>
              <a:gd name="connsiteX11" fmla="*/ 15240 w 2380806"/>
              <a:gd name="connsiteY11" fmla="*/ 101525 h 168204"/>
              <a:gd name="connsiteX12" fmla="*/ 0 w 2380806"/>
              <a:gd name="connsiteY12" fmla="*/ 25408 h 168204"/>
              <a:gd name="connsiteX0" fmla="*/ 0 w 2380806"/>
              <a:gd name="connsiteY0" fmla="*/ 25401 h 168197"/>
              <a:gd name="connsiteX1" fmla="*/ 2380806 w 2380806"/>
              <a:gd name="connsiteY1" fmla="*/ 0 h 168197"/>
              <a:gd name="connsiteX2" fmla="*/ 2362743 w 2380806"/>
              <a:gd name="connsiteY2" fmla="*/ 100849 h 168197"/>
              <a:gd name="connsiteX3" fmla="*/ 2363287 w 2380806"/>
              <a:gd name="connsiteY3" fmla="*/ 100873 h 168197"/>
              <a:gd name="connsiteX4" fmla="*/ 2362743 w 2380806"/>
              <a:gd name="connsiteY4" fmla="*/ 100974 h 168197"/>
              <a:gd name="connsiteX5" fmla="*/ 2362743 w 2380806"/>
              <a:gd name="connsiteY5" fmla="*/ 101518 h 168197"/>
              <a:gd name="connsiteX6" fmla="*/ 2359796 w 2380806"/>
              <a:gd name="connsiteY6" fmla="*/ 101518 h 168197"/>
              <a:gd name="connsiteX7" fmla="*/ 2191748 w 2380806"/>
              <a:gd name="connsiteY7" fmla="*/ 132565 h 168197"/>
              <a:gd name="connsiteX8" fmla="*/ 1154974 w 2380806"/>
              <a:gd name="connsiteY8" fmla="*/ 168196 h 168197"/>
              <a:gd name="connsiteX9" fmla="*/ 15241 w 2380806"/>
              <a:gd name="connsiteY9" fmla="*/ 102778 h 168197"/>
              <a:gd name="connsiteX10" fmla="*/ 29164 w 2380806"/>
              <a:gd name="connsiteY10" fmla="*/ 101518 h 168197"/>
              <a:gd name="connsiteX11" fmla="*/ 15240 w 2380806"/>
              <a:gd name="connsiteY11" fmla="*/ 101518 h 168197"/>
              <a:gd name="connsiteX12" fmla="*/ 0 w 2380806"/>
              <a:gd name="connsiteY12" fmla="*/ 25401 h 168197"/>
              <a:gd name="connsiteX0" fmla="*/ 0 w 2380806"/>
              <a:gd name="connsiteY0" fmla="*/ 25401 h 168197"/>
              <a:gd name="connsiteX1" fmla="*/ 2380806 w 2380806"/>
              <a:gd name="connsiteY1" fmla="*/ 0 h 168197"/>
              <a:gd name="connsiteX2" fmla="*/ 2362743 w 2380806"/>
              <a:gd name="connsiteY2" fmla="*/ 100849 h 168197"/>
              <a:gd name="connsiteX3" fmla="*/ 2363287 w 2380806"/>
              <a:gd name="connsiteY3" fmla="*/ 100873 h 168197"/>
              <a:gd name="connsiteX4" fmla="*/ 2362743 w 2380806"/>
              <a:gd name="connsiteY4" fmla="*/ 100974 h 168197"/>
              <a:gd name="connsiteX5" fmla="*/ 2362743 w 2380806"/>
              <a:gd name="connsiteY5" fmla="*/ 101518 h 168197"/>
              <a:gd name="connsiteX6" fmla="*/ 2359796 w 2380806"/>
              <a:gd name="connsiteY6" fmla="*/ 101518 h 168197"/>
              <a:gd name="connsiteX7" fmla="*/ 2191748 w 2380806"/>
              <a:gd name="connsiteY7" fmla="*/ 132565 h 168197"/>
              <a:gd name="connsiteX8" fmla="*/ 1154974 w 2380806"/>
              <a:gd name="connsiteY8" fmla="*/ 168196 h 168197"/>
              <a:gd name="connsiteX9" fmla="*/ 15241 w 2380806"/>
              <a:gd name="connsiteY9" fmla="*/ 102778 h 168197"/>
              <a:gd name="connsiteX10" fmla="*/ 29164 w 2380806"/>
              <a:gd name="connsiteY10" fmla="*/ 101518 h 168197"/>
              <a:gd name="connsiteX11" fmla="*/ 15240 w 2380806"/>
              <a:gd name="connsiteY11" fmla="*/ 101518 h 168197"/>
              <a:gd name="connsiteX12" fmla="*/ 0 w 2380806"/>
              <a:gd name="connsiteY12" fmla="*/ 25401 h 168197"/>
              <a:gd name="connsiteX0" fmla="*/ 0 w 2395937"/>
              <a:gd name="connsiteY0" fmla="*/ 22543 h 165339"/>
              <a:gd name="connsiteX1" fmla="*/ 2395937 w 2395937"/>
              <a:gd name="connsiteY1" fmla="*/ 0 h 165339"/>
              <a:gd name="connsiteX2" fmla="*/ 2362743 w 2395937"/>
              <a:gd name="connsiteY2" fmla="*/ 97991 h 165339"/>
              <a:gd name="connsiteX3" fmla="*/ 2363287 w 2395937"/>
              <a:gd name="connsiteY3" fmla="*/ 98015 h 165339"/>
              <a:gd name="connsiteX4" fmla="*/ 2362743 w 2395937"/>
              <a:gd name="connsiteY4" fmla="*/ 98116 h 165339"/>
              <a:gd name="connsiteX5" fmla="*/ 2362743 w 2395937"/>
              <a:gd name="connsiteY5" fmla="*/ 98660 h 165339"/>
              <a:gd name="connsiteX6" fmla="*/ 2359796 w 2395937"/>
              <a:gd name="connsiteY6" fmla="*/ 98660 h 165339"/>
              <a:gd name="connsiteX7" fmla="*/ 2191748 w 2395937"/>
              <a:gd name="connsiteY7" fmla="*/ 129707 h 165339"/>
              <a:gd name="connsiteX8" fmla="*/ 1154974 w 2395937"/>
              <a:gd name="connsiteY8" fmla="*/ 165338 h 165339"/>
              <a:gd name="connsiteX9" fmla="*/ 15241 w 2395937"/>
              <a:gd name="connsiteY9" fmla="*/ 99920 h 165339"/>
              <a:gd name="connsiteX10" fmla="*/ 29164 w 2395937"/>
              <a:gd name="connsiteY10" fmla="*/ 98660 h 165339"/>
              <a:gd name="connsiteX11" fmla="*/ 15240 w 2395937"/>
              <a:gd name="connsiteY11" fmla="*/ 98660 h 165339"/>
              <a:gd name="connsiteX12" fmla="*/ 0 w 2395937"/>
              <a:gd name="connsiteY12" fmla="*/ 22543 h 165339"/>
              <a:gd name="connsiteX0" fmla="*/ 0 w 2395937"/>
              <a:gd name="connsiteY0" fmla="*/ 22543 h 165339"/>
              <a:gd name="connsiteX1" fmla="*/ 2395937 w 2395937"/>
              <a:gd name="connsiteY1" fmla="*/ 0 h 165339"/>
              <a:gd name="connsiteX2" fmla="*/ 2362743 w 2395937"/>
              <a:gd name="connsiteY2" fmla="*/ 97991 h 165339"/>
              <a:gd name="connsiteX3" fmla="*/ 2363287 w 2395937"/>
              <a:gd name="connsiteY3" fmla="*/ 98015 h 165339"/>
              <a:gd name="connsiteX4" fmla="*/ 2362743 w 2395937"/>
              <a:gd name="connsiteY4" fmla="*/ 98116 h 165339"/>
              <a:gd name="connsiteX5" fmla="*/ 2362743 w 2395937"/>
              <a:gd name="connsiteY5" fmla="*/ 98660 h 165339"/>
              <a:gd name="connsiteX6" fmla="*/ 2359796 w 2395937"/>
              <a:gd name="connsiteY6" fmla="*/ 98660 h 165339"/>
              <a:gd name="connsiteX7" fmla="*/ 2191748 w 2395937"/>
              <a:gd name="connsiteY7" fmla="*/ 129707 h 165339"/>
              <a:gd name="connsiteX8" fmla="*/ 1154974 w 2395937"/>
              <a:gd name="connsiteY8" fmla="*/ 165338 h 165339"/>
              <a:gd name="connsiteX9" fmla="*/ 15241 w 2395937"/>
              <a:gd name="connsiteY9" fmla="*/ 99920 h 165339"/>
              <a:gd name="connsiteX10" fmla="*/ 29164 w 2395937"/>
              <a:gd name="connsiteY10" fmla="*/ 98660 h 165339"/>
              <a:gd name="connsiteX11" fmla="*/ 15240 w 2395937"/>
              <a:gd name="connsiteY11" fmla="*/ 98660 h 165339"/>
              <a:gd name="connsiteX12" fmla="*/ 0 w 2395937"/>
              <a:gd name="connsiteY12" fmla="*/ 22543 h 165339"/>
              <a:gd name="connsiteX0" fmla="*/ 0 w 2400981"/>
              <a:gd name="connsiteY0" fmla="*/ 7303 h 150099"/>
              <a:gd name="connsiteX1" fmla="*/ 2400981 w 2400981"/>
              <a:gd name="connsiteY1" fmla="*/ 0 h 150099"/>
              <a:gd name="connsiteX2" fmla="*/ 2362743 w 2400981"/>
              <a:gd name="connsiteY2" fmla="*/ 82751 h 150099"/>
              <a:gd name="connsiteX3" fmla="*/ 2363287 w 2400981"/>
              <a:gd name="connsiteY3" fmla="*/ 82775 h 150099"/>
              <a:gd name="connsiteX4" fmla="*/ 2362743 w 2400981"/>
              <a:gd name="connsiteY4" fmla="*/ 82876 h 150099"/>
              <a:gd name="connsiteX5" fmla="*/ 2362743 w 2400981"/>
              <a:gd name="connsiteY5" fmla="*/ 83420 h 150099"/>
              <a:gd name="connsiteX6" fmla="*/ 2359796 w 2400981"/>
              <a:gd name="connsiteY6" fmla="*/ 83420 h 150099"/>
              <a:gd name="connsiteX7" fmla="*/ 2191748 w 2400981"/>
              <a:gd name="connsiteY7" fmla="*/ 114467 h 150099"/>
              <a:gd name="connsiteX8" fmla="*/ 1154974 w 2400981"/>
              <a:gd name="connsiteY8" fmla="*/ 150098 h 150099"/>
              <a:gd name="connsiteX9" fmla="*/ 15241 w 2400981"/>
              <a:gd name="connsiteY9" fmla="*/ 84680 h 150099"/>
              <a:gd name="connsiteX10" fmla="*/ 29164 w 2400981"/>
              <a:gd name="connsiteY10" fmla="*/ 83420 h 150099"/>
              <a:gd name="connsiteX11" fmla="*/ 15240 w 2400981"/>
              <a:gd name="connsiteY11" fmla="*/ 83420 h 150099"/>
              <a:gd name="connsiteX12" fmla="*/ 0 w 2400981"/>
              <a:gd name="connsiteY12" fmla="*/ 7303 h 15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0981" h="150099">
                <a:moveTo>
                  <a:pt x="0" y="7303"/>
                </a:moveTo>
                <a:cubicBezTo>
                  <a:pt x="793296" y="38524"/>
                  <a:pt x="1610216" y="37995"/>
                  <a:pt x="2400981" y="0"/>
                </a:cubicBezTo>
                <a:lnTo>
                  <a:pt x="2362743" y="82751"/>
                </a:lnTo>
                <a:lnTo>
                  <a:pt x="2363287" y="82775"/>
                </a:lnTo>
                <a:lnTo>
                  <a:pt x="2362743" y="82876"/>
                </a:lnTo>
                <a:lnTo>
                  <a:pt x="2362743" y="83420"/>
                </a:lnTo>
                <a:lnTo>
                  <a:pt x="2359796" y="83420"/>
                </a:lnTo>
                <a:lnTo>
                  <a:pt x="2191748" y="114467"/>
                </a:lnTo>
                <a:cubicBezTo>
                  <a:pt x="1931040" y="140399"/>
                  <a:pt x="1448480" y="149860"/>
                  <a:pt x="1154974" y="150098"/>
                </a:cubicBezTo>
                <a:cubicBezTo>
                  <a:pt x="763633" y="150416"/>
                  <a:pt x="16088" y="100348"/>
                  <a:pt x="15241" y="84680"/>
                </a:cubicBezTo>
                <a:lnTo>
                  <a:pt x="29164" y="83420"/>
                </a:lnTo>
                <a:lnTo>
                  <a:pt x="15240" y="83420"/>
                </a:lnTo>
                <a:lnTo>
                  <a:pt x="0" y="7303"/>
                </a:lnTo>
                <a:close/>
              </a:path>
            </a:pathLst>
          </a:custGeom>
          <a:gradFill>
            <a:gsLst>
              <a:gs pos="0">
                <a:srgbClr val="B5BEC5"/>
              </a:gs>
              <a:gs pos="71000">
                <a:srgbClr val="DDE1E4"/>
              </a:gs>
              <a:gs pos="100000">
                <a:srgbClr val="FEFEF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41A69E6-DA54-F87E-0BD5-17398AD1ECA1}"/>
              </a:ext>
            </a:extLst>
          </p:cNvPr>
          <p:cNvSpPr/>
          <p:nvPr/>
        </p:nvSpPr>
        <p:spPr>
          <a:xfrm>
            <a:off x="12231456" y="4226561"/>
            <a:ext cx="5872180" cy="3008446"/>
          </a:xfrm>
          <a:custGeom>
            <a:avLst/>
            <a:gdLst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63040 h 1503681"/>
              <a:gd name="connsiteX14" fmla="*/ 0 w 2936090"/>
              <a:gd name="connsiteY14" fmla="*/ 145415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63040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63040 h 1503681"/>
              <a:gd name="connsiteX13" fmla="*/ 0 w 2936090"/>
              <a:gd name="connsiteY13" fmla="*/ 1426845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3681"/>
              <a:gd name="connsiteX1" fmla="*/ 2927285 w 2936090"/>
              <a:gd name="connsiteY1" fmla="*/ 0 h 1503681"/>
              <a:gd name="connsiteX2" fmla="*/ 2927285 w 2936090"/>
              <a:gd name="connsiteY2" fmla="*/ 1448815 h 1503681"/>
              <a:gd name="connsiteX3" fmla="*/ 2928511 w 2936090"/>
              <a:gd name="connsiteY3" fmla="*/ 1449086 h 1503681"/>
              <a:gd name="connsiteX4" fmla="*/ 2936090 w 2936090"/>
              <a:gd name="connsiteY4" fmla="*/ 1454150 h 1503681"/>
              <a:gd name="connsiteX5" fmla="*/ 2928511 w 2936090"/>
              <a:gd name="connsiteY5" fmla="*/ 1459214 h 1503681"/>
              <a:gd name="connsiteX6" fmla="*/ 2927285 w 2936090"/>
              <a:gd name="connsiteY6" fmla="*/ 1459485 h 1503681"/>
              <a:gd name="connsiteX7" fmla="*/ 2927285 w 2936090"/>
              <a:gd name="connsiteY7" fmla="*/ 1463040 h 1503681"/>
              <a:gd name="connsiteX8" fmla="*/ 2911205 w 2936090"/>
              <a:gd name="connsiteY8" fmla="*/ 1463040 h 1503681"/>
              <a:gd name="connsiteX9" fmla="*/ 2906265 w 2936090"/>
              <a:gd name="connsiteY9" fmla="*/ 1464132 h 1503681"/>
              <a:gd name="connsiteX10" fmla="*/ 1468045 w 2936090"/>
              <a:gd name="connsiteY10" fmla="*/ 1503681 h 1503681"/>
              <a:gd name="connsiteX11" fmla="*/ 29826 w 2936090"/>
              <a:gd name="connsiteY11" fmla="*/ 1464132 h 1503681"/>
              <a:gd name="connsiteX12" fmla="*/ 24885 w 2936090"/>
              <a:gd name="connsiteY12" fmla="*/ 1438275 h 1503681"/>
              <a:gd name="connsiteX13" fmla="*/ 0 w 2936090"/>
              <a:gd name="connsiteY13" fmla="*/ 1426845 h 1503681"/>
              <a:gd name="connsiteX14" fmla="*/ 1905 w 2936090"/>
              <a:gd name="connsiteY14" fmla="*/ 1419860 h 1503681"/>
              <a:gd name="connsiteX15" fmla="*/ 0 w 2936090"/>
              <a:gd name="connsiteY15" fmla="*/ 0 h 1503681"/>
              <a:gd name="connsiteX0" fmla="*/ 0 w 2936090"/>
              <a:gd name="connsiteY0" fmla="*/ 0 h 1504134"/>
              <a:gd name="connsiteX1" fmla="*/ 2927285 w 2936090"/>
              <a:gd name="connsiteY1" fmla="*/ 0 h 1504134"/>
              <a:gd name="connsiteX2" fmla="*/ 2927285 w 2936090"/>
              <a:gd name="connsiteY2" fmla="*/ 1448815 h 1504134"/>
              <a:gd name="connsiteX3" fmla="*/ 2928511 w 2936090"/>
              <a:gd name="connsiteY3" fmla="*/ 1449086 h 1504134"/>
              <a:gd name="connsiteX4" fmla="*/ 2936090 w 2936090"/>
              <a:gd name="connsiteY4" fmla="*/ 1454150 h 1504134"/>
              <a:gd name="connsiteX5" fmla="*/ 2928511 w 2936090"/>
              <a:gd name="connsiteY5" fmla="*/ 1459214 h 1504134"/>
              <a:gd name="connsiteX6" fmla="*/ 2927285 w 2936090"/>
              <a:gd name="connsiteY6" fmla="*/ 1459485 h 1504134"/>
              <a:gd name="connsiteX7" fmla="*/ 2927285 w 2936090"/>
              <a:gd name="connsiteY7" fmla="*/ 1463040 h 1504134"/>
              <a:gd name="connsiteX8" fmla="*/ 2911205 w 2936090"/>
              <a:gd name="connsiteY8" fmla="*/ 1463040 h 1504134"/>
              <a:gd name="connsiteX9" fmla="*/ 2906265 w 2936090"/>
              <a:gd name="connsiteY9" fmla="*/ 1464132 h 1504134"/>
              <a:gd name="connsiteX10" fmla="*/ 1468045 w 2936090"/>
              <a:gd name="connsiteY10" fmla="*/ 1503681 h 1504134"/>
              <a:gd name="connsiteX11" fmla="*/ 29826 w 2936090"/>
              <a:gd name="connsiteY11" fmla="*/ 1441272 h 1504134"/>
              <a:gd name="connsiteX12" fmla="*/ 24885 w 2936090"/>
              <a:gd name="connsiteY12" fmla="*/ 1438275 h 1504134"/>
              <a:gd name="connsiteX13" fmla="*/ 0 w 2936090"/>
              <a:gd name="connsiteY13" fmla="*/ 1426845 h 1504134"/>
              <a:gd name="connsiteX14" fmla="*/ 1905 w 2936090"/>
              <a:gd name="connsiteY14" fmla="*/ 1419860 h 1504134"/>
              <a:gd name="connsiteX15" fmla="*/ 0 w 2936090"/>
              <a:gd name="connsiteY15" fmla="*/ 0 h 1504134"/>
              <a:gd name="connsiteX0" fmla="*/ 0 w 2936090"/>
              <a:gd name="connsiteY0" fmla="*/ 0 h 1504134"/>
              <a:gd name="connsiteX1" fmla="*/ 2927285 w 2936090"/>
              <a:gd name="connsiteY1" fmla="*/ 0 h 1504134"/>
              <a:gd name="connsiteX2" fmla="*/ 2927285 w 2936090"/>
              <a:gd name="connsiteY2" fmla="*/ 1448815 h 1504134"/>
              <a:gd name="connsiteX3" fmla="*/ 2928511 w 2936090"/>
              <a:gd name="connsiteY3" fmla="*/ 1449086 h 1504134"/>
              <a:gd name="connsiteX4" fmla="*/ 2936090 w 2936090"/>
              <a:gd name="connsiteY4" fmla="*/ 1454150 h 1504134"/>
              <a:gd name="connsiteX5" fmla="*/ 2928511 w 2936090"/>
              <a:gd name="connsiteY5" fmla="*/ 1459214 h 1504134"/>
              <a:gd name="connsiteX6" fmla="*/ 2927285 w 2936090"/>
              <a:gd name="connsiteY6" fmla="*/ 1459485 h 1504134"/>
              <a:gd name="connsiteX7" fmla="*/ 2927285 w 2936090"/>
              <a:gd name="connsiteY7" fmla="*/ 1463040 h 1504134"/>
              <a:gd name="connsiteX8" fmla="*/ 2911205 w 2936090"/>
              <a:gd name="connsiteY8" fmla="*/ 1463040 h 1504134"/>
              <a:gd name="connsiteX9" fmla="*/ 2906265 w 2936090"/>
              <a:gd name="connsiteY9" fmla="*/ 1464132 h 1504134"/>
              <a:gd name="connsiteX10" fmla="*/ 1468045 w 2936090"/>
              <a:gd name="connsiteY10" fmla="*/ 1503681 h 1504134"/>
              <a:gd name="connsiteX11" fmla="*/ 29826 w 2936090"/>
              <a:gd name="connsiteY11" fmla="*/ 1441272 h 1504134"/>
              <a:gd name="connsiteX12" fmla="*/ 40125 w 2936090"/>
              <a:gd name="connsiteY12" fmla="*/ 1430655 h 1504134"/>
              <a:gd name="connsiteX13" fmla="*/ 0 w 2936090"/>
              <a:gd name="connsiteY13" fmla="*/ 1426845 h 1504134"/>
              <a:gd name="connsiteX14" fmla="*/ 1905 w 2936090"/>
              <a:gd name="connsiteY14" fmla="*/ 1419860 h 1504134"/>
              <a:gd name="connsiteX15" fmla="*/ 0 w 2936090"/>
              <a:gd name="connsiteY15" fmla="*/ 0 h 1504134"/>
              <a:gd name="connsiteX0" fmla="*/ 0 w 2936090"/>
              <a:gd name="connsiteY0" fmla="*/ 0 h 1504223"/>
              <a:gd name="connsiteX1" fmla="*/ 2927285 w 2936090"/>
              <a:gd name="connsiteY1" fmla="*/ 0 h 1504223"/>
              <a:gd name="connsiteX2" fmla="*/ 2927285 w 2936090"/>
              <a:gd name="connsiteY2" fmla="*/ 1448815 h 1504223"/>
              <a:gd name="connsiteX3" fmla="*/ 2928511 w 2936090"/>
              <a:gd name="connsiteY3" fmla="*/ 1449086 h 1504223"/>
              <a:gd name="connsiteX4" fmla="*/ 2936090 w 2936090"/>
              <a:gd name="connsiteY4" fmla="*/ 1454150 h 1504223"/>
              <a:gd name="connsiteX5" fmla="*/ 2928511 w 2936090"/>
              <a:gd name="connsiteY5" fmla="*/ 1459214 h 1504223"/>
              <a:gd name="connsiteX6" fmla="*/ 2927285 w 2936090"/>
              <a:gd name="connsiteY6" fmla="*/ 1459485 h 1504223"/>
              <a:gd name="connsiteX7" fmla="*/ 2927285 w 2936090"/>
              <a:gd name="connsiteY7" fmla="*/ 1463040 h 1504223"/>
              <a:gd name="connsiteX8" fmla="*/ 2911205 w 2936090"/>
              <a:gd name="connsiteY8" fmla="*/ 1463040 h 1504223"/>
              <a:gd name="connsiteX9" fmla="*/ 2906265 w 2936090"/>
              <a:gd name="connsiteY9" fmla="*/ 1464132 h 1504223"/>
              <a:gd name="connsiteX10" fmla="*/ 1468045 w 2936090"/>
              <a:gd name="connsiteY10" fmla="*/ 1503681 h 1504223"/>
              <a:gd name="connsiteX11" fmla="*/ 57766 w 2936090"/>
              <a:gd name="connsiteY11" fmla="*/ 1438732 h 1504223"/>
              <a:gd name="connsiteX12" fmla="*/ 40125 w 2936090"/>
              <a:gd name="connsiteY12" fmla="*/ 1430655 h 1504223"/>
              <a:gd name="connsiteX13" fmla="*/ 0 w 2936090"/>
              <a:gd name="connsiteY13" fmla="*/ 1426845 h 1504223"/>
              <a:gd name="connsiteX14" fmla="*/ 1905 w 2936090"/>
              <a:gd name="connsiteY14" fmla="*/ 1419860 h 1504223"/>
              <a:gd name="connsiteX15" fmla="*/ 0 w 2936090"/>
              <a:gd name="connsiteY15" fmla="*/ 0 h 1504223"/>
              <a:gd name="connsiteX0" fmla="*/ 0 w 2936090"/>
              <a:gd name="connsiteY0" fmla="*/ 0 h 1504223"/>
              <a:gd name="connsiteX1" fmla="*/ 2927285 w 2936090"/>
              <a:gd name="connsiteY1" fmla="*/ 0 h 1504223"/>
              <a:gd name="connsiteX2" fmla="*/ 2927285 w 2936090"/>
              <a:gd name="connsiteY2" fmla="*/ 1448815 h 1504223"/>
              <a:gd name="connsiteX3" fmla="*/ 2928511 w 2936090"/>
              <a:gd name="connsiteY3" fmla="*/ 1449086 h 1504223"/>
              <a:gd name="connsiteX4" fmla="*/ 2936090 w 2936090"/>
              <a:gd name="connsiteY4" fmla="*/ 1454150 h 1504223"/>
              <a:gd name="connsiteX5" fmla="*/ 2928511 w 2936090"/>
              <a:gd name="connsiteY5" fmla="*/ 1459214 h 1504223"/>
              <a:gd name="connsiteX6" fmla="*/ 2927285 w 2936090"/>
              <a:gd name="connsiteY6" fmla="*/ 1459485 h 1504223"/>
              <a:gd name="connsiteX7" fmla="*/ 2927285 w 2936090"/>
              <a:gd name="connsiteY7" fmla="*/ 1463040 h 1504223"/>
              <a:gd name="connsiteX8" fmla="*/ 2911205 w 2936090"/>
              <a:gd name="connsiteY8" fmla="*/ 1463040 h 1504223"/>
              <a:gd name="connsiteX9" fmla="*/ 2906265 w 2936090"/>
              <a:gd name="connsiteY9" fmla="*/ 1464132 h 1504223"/>
              <a:gd name="connsiteX10" fmla="*/ 1468045 w 2936090"/>
              <a:gd name="connsiteY10" fmla="*/ 1503681 h 1504223"/>
              <a:gd name="connsiteX11" fmla="*/ 57766 w 2936090"/>
              <a:gd name="connsiteY11" fmla="*/ 1438732 h 1504223"/>
              <a:gd name="connsiteX12" fmla="*/ 24885 w 2936090"/>
              <a:gd name="connsiteY12" fmla="*/ 1438275 h 1504223"/>
              <a:gd name="connsiteX13" fmla="*/ 0 w 2936090"/>
              <a:gd name="connsiteY13" fmla="*/ 1426845 h 1504223"/>
              <a:gd name="connsiteX14" fmla="*/ 1905 w 2936090"/>
              <a:gd name="connsiteY14" fmla="*/ 1419860 h 1504223"/>
              <a:gd name="connsiteX15" fmla="*/ 0 w 2936090"/>
              <a:gd name="connsiteY15" fmla="*/ 0 h 150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36090" h="1504223">
                <a:moveTo>
                  <a:pt x="0" y="0"/>
                </a:moveTo>
                <a:lnTo>
                  <a:pt x="2927285" y="0"/>
                </a:lnTo>
                <a:lnTo>
                  <a:pt x="2927285" y="1448815"/>
                </a:lnTo>
                <a:lnTo>
                  <a:pt x="2928511" y="1449086"/>
                </a:lnTo>
                <a:cubicBezTo>
                  <a:pt x="2933523" y="1450751"/>
                  <a:pt x="2936090" y="1452440"/>
                  <a:pt x="2936090" y="1454150"/>
                </a:cubicBezTo>
                <a:cubicBezTo>
                  <a:pt x="2936090" y="1455860"/>
                  <a:pt x="2933523" y="1457549"/>
                  <a:pt x="2928511" y="1459214"/>
                </a:cubicBezTo>
                <a:lnTo>
                  <a:pt x="2927285" y="1459485"/>
                </a:lnTo>
                <a:lnTo>
                  <a:pt x="2927285" y="1463040"/>
                </a:lnTo>
                <a:lnTo>
                  <a:pt x="2911205" y="1463040"/>
                </a:lnTo>
                <a:lnTo>
                  <a:pt x="2906265" y="1464132"/>
                </a:lnTo>
                <a:cubicBezTo>
                  <a:pt x="2769375" y="1486703"/>
                  <a:pt x="1942795" y="1507914"/>
                  <a:pt x="1468045" y="1503681"/>
                </a:cubicBezTo>
                <a:cubicBezTo>
                  <a:pt x="993295" y="1499448"/>
                  <a:pt x="194655" y="1461303"/>
                  <a:pt x="57766" y="1438732"/>
                </a:cubicBezTo>
                <a:lnTo>
                  <a:pt x="24885" y="1438275"/>
                </a:lnTo>
                <a:lnTo>
                  <a:pt x="0" y="1426845"/>
                </a:lnTo>
                <a:lnTo>
                  <a:pt x="1905" y="1419860"/>
                </a:lnTo>
                <a:cubicBezTo>
                  <a:pt x="1905" y="935143"/>
                  <a:pt x="0" y="484717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2DE0CFC-7ACD-09ED-AC28-708C751A026A}"/>
              </a:ext>
            </a:extLst>
          </p:cNvPr>
          <p:cNvSpPr/>
          <p:nvPr/>
        </p:nvSpPr>
        <p:spPr>
          <a:xfrm>
            <a:off x="12235700" y="4226558"/>
            <a:ext cx="1399972" cy="2729812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54303"/>
              <a:gd name="connsiteY0" fmla="*/ 0 h 1364906"/>
              <a:gd name="connsiteX1" fmla="*/ 710285 w 754303"/>
              <a:gd name="connsiteY1" fmla="*/ 0 h 1364906"/>
              <a:gd name="connsiteX2" fmla="*/ 710285 w 754303"/>
              <a:gd name="connsiteY2" fmla="*/ 1192301 h 1364906"/>
              <a:gd name="connsiteX3" fmla="*/ 710285 w 754303"/>
              <a:gd name="connsiteY3" fmla="*/ 1279527 h 1364906"/>
              <a:gd name="connsiteX4" fmla="*/ 710285 w 754303"/>
              <a:gd name="connsiteY4" fmla="*/ 1355318 h 1364906"/>
              <a:gd name="connsiteX5" fmla="*/ 698536 w 754303"/>
              <a:gd name="connsiteY5" fmla="*/ 1361440 h 1364906"/>
              <a:gd name="connsiteX6" fmla="*/ 1011 w 754303"/>
              <a:gd name="connsiteY6" fmla="*/ 1304290 h 1364906"/>
              <a:gd name="connsiteX7" fmla="*/ 821 w 754303"/>
              <a:gd name="connsiteY7" fmla="*/ 1279527 h 1364906"/>
              <a:gd name="connsiteX8" fmla="*/ 0 w 754303"/>
              <a:gd name="connsiteY8" fmla="*/ 1279527 h 1364906"/>
              <a:gd name="connsiteX9" fmla="*/ 0 w 754303"/>
              <a:gd name="connsiteY9" fmla="*/ 0 h 1364906"/>
              <a:gd name="connsiteX0" fmla="*/ 0 w 710285"/>
              <a:gd name="connsiteY0" fmla="*/ 0 h 1364906"/>
              <a:gd name="connsiteX1" fmla="*/ 710285 w 710285"/>
              <a:gd name="connsiteY1" fmla="*/ 0 h 1364906"/>
              <a:gd name="connsiteX2" fmla="*/ 710285 w 710285"/>
              <a:gd name="connsiteY2" fmla="*/ 1192301 h 1364906"/>
              <a:gd name="connsiteX3" fmla="*/ 710285 w 710285"/>
              <a:gd name="connsiteY3" fmla="*/ 1279527 h 1364906"/>
              <a:gd name="connsiteX4" fmla="*/ 710285 w 710285"/>
              <a:gd name="connsiteY4" fmla="*/ 1355318 h 1364906"/>
              <a:gd name="connsiteX5" fmla="*/ 549693 w 710285"/>
              <a:gd name="connsiteY5" fmla="*/ 1361440 h 1364906"/>
              <a:gd name="connsiteX6" fmla="*/ 1011 w 710285"/>
              <a:gd name="connsiteY6" fmla="*/ 1304290 h 1364906"/>
              <a:gd name="connsiteX7" fmla="*/ 821 w 710285"/>
              <a:gd name="connsiteY7" fmla="*/ 1279527 h 1364906"/>
              <a:gd name="connsiteX8" fmla="*/ 0 w 710285"/>
              <a:gd name="connsiteY8" fmla="*/ 1279527 h 1364906"/>
              <a:gd name="connsiteX9" fmla="*/ 0 w 710285"/>
              <a:gd name="connsiteY9" fmla="*/ 0 h 136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364906">
                <a:moveTo>
                  <a:pt x="0" y="0"/>
                </a:moveTo>
                <a:lnTo>
                  <a:pt x="710285" y="0"/>
                </a:lnTo>
                <a:lnTo>
                  <a:pt x="710285" y="1192301"/>
                </a:lnTo>
                <a:lnTo>
                  <a:pt x="710285" y="1279527"/>
                </a:lnTo>
                <a:lnTo>
                  <a:pt x="710285" y="1355318"/>
                </a:lnTo>
                <a:cubicBezTo>
                  <a:pt x="710285" y="1360803"/>
                  <a:pt x="667905" y="1369945"/>
                  <a:pt x="549693" y="1361440"/>
                </a:cubicBezTo>
                <a:cubicBezTo>
                  <a:pt x="431481" y="1352935"/>
                  <a:pt x="234154" y="1363980"/>
                  <a:pt x="1011" y="1304290"/>
                </a:cubicBezTo>
                <a:cubicBezTo>
                  <a:pt x="948" y="1303021"/>
                  <a:pt x="884" y="1280796"/>
                  <a:pt x="821" y="1279527"/>
                </a:cubicBezTo>
                <a:lnTo>
                  <a:pt x="0" y="1279527"/>
                </a:lnTo>
                <a:lnTo>
                  <a:pt x="0" y="0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E76D14-3CAF-EEC8-1746-79B317B55536}"/>
              </a:ext>
            </a:extLst>
          </p:cNvPr>
          <p:cNvSpPr/>
          <p:nvPr/>
        </p:nvSpPr>
        <p:spPr>
          <a:xfrm>
            <a:off x="13785424" y="4226556"/>
            <a:ext cx="1303404" cy="2760984"/>
          </a:xfrm>
          <a:custGeom>
            <a:avLst/>
            <a:gdLst>
              <a:gd name="connsiteX0" fmla="*/ 8855 w 676615"/>
              <a:gd name="connsiteY0" fmla="*/ 0 h 1370765"/>
              <a:gd name="connsiteX1" fmla="*/ 671795 w 676615"/>
              <a:gd name="connsiteY1" fmla="*/ 0 h 1370765"/>
              <a:gd name="connsiteX2" fmla="*/ 671795 w 676615"/>
              <a:gd name="connsiteY2" fmla="*/ 1335528 h 1370765"/>
              <a:gd name="connsiteX3" fmla="*/ 672082 w 676615"/>
              <a:gd name="connsiteY3" fmla="*/ 1336040 h 1370765"/>
              <a:gd name="connsiteX4" fmla="*/ 659371 w 676615"/>
              <a:gd name="connsiteY4" fmla="*/ 1368804 h 1370765"/>
              <a:gd name="connsiteX5" fmla="*/ 7320 w 676615"/>
              <a:gd name="connsiteY5" fmla="*/ 1349453 h 1370765"/>
              <a:gd name="connsiteX6" fmla="*/ 1003 w 676615"/>
              <a:gd name="connsiteY6" fmla="*/ 1347372 h 1370765"/>
              <a:gd name="connsiteX7" fmla="*/ 12930 w 676615"/>
              <a:gd name="connsiteY7" fmla="*/ 1346201 h 1370765"/>
              <a:gd name="connsiteX8" fmla="*/ 8855 w 676615"/>
              <a:gd name="connsiteY8" fmla="*/ 1346201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2082" h="1370765">
                <a:moveTo>
                  <a:pt x="8855" y="0"/>
                </a:moveTo>
                <a:lnTo>
                  <a:pt x="671795" y="0"/>
                </a:lnTo>
                <a:lnTo>
                  <a:pt x="671795" y="1335528"/>
                </a:lnTo>
                <a:lnTo>
                  <a:pt x="672082" y="1336040"/>
                </a:lnTo>
                <a:cubicBezTo>
                  <a:pt x="662992" y="1367583"/>
                  <a:pt x="678363" y="1367197"/>
                  <a:pt x="659371" y="1368804"/>
                </a:cubicBezTo>
                <a:cubicBezTo>
                  <a:pt x="558076" y="1377376"/>
                  <a:pt x="62703" y="1355442"/>
                  <a:pt x="7320" y="1349453"/>
                </a:cubicBezTo>
                <a:cubicBezTo>
                  <a:pt x="397" y="1348704"/>
                  <a:pt x="-1382" y="1348017"/>
                  <a:pt x="1003" y="1347372"/>
                </a:cubicBezTo>
                <a:lnTo>
                  <a:pt x="12930" y="1346201"/>
                </a:lnTo>
                <a:lnTo>
                  <a:pt x="8855" y="1346201"/>
                </a:lnTo>
                <a:lnTo>
                  <a:pt x="8855" y="0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F5DE4D6-1FF8-5289-6A4F-D3B7213EA516}"/>
              </a:ext>
            </a:extLst>
          </p:cNvPr>
          <p:cNvSpPr/>
          <p:nvPr/>
        </p:nvSpPr>
        <p:spPr>
          <a:xfrm>
            <a:off x="15238582" y="4226557"/>
            <a:ext cx="2876484" cy="2760982"/>
          </a:xfrm>
          <a:custGeom>
            <a:avLst/>
            <a:gdLst>
              <a:gd name="connsiteX0" fmla="*/ 2846 w 1472677"/>
              <a:gd name="connsiteY0" fmla="*/ 0 h 1365250"/>
              <a:gd name="connsiteX1" fmla="*/ 1469099 w 1472677"/>
              <a:gd name="connsiteY1" fmla="*/ 0 h 1365250"/>
              <a:gd name="connsiteX2" fmla="*/ 1469099 w 1472677"/>
              <a:gd name="connsiteY2" fmla="*/ 1181844 h 1365250"/>
              <a:gd name="connsiteX3" fmla="*/ 1469308 w 1472677"/>
              <a:gd name="connsiteY3" fmla="*/ 1181930 h 1365250"/>
              <a:gd name="connsiteX4" fmla="*/ 1472677 w 1472677"/>
              <a:gd name="connsiteY4" fmla="*/ 1190063 h 1365250"/>
              <a:gd name="connsiteX5" fmla="*/ 1472677 w 1472677"/>
              <a:gd name="connsiteY5" fmla="*/ 1241353 h 1365250"/>
              <a:gd name="connsiteX6" fmla="*/ 1464985 w 1472677"/>
              <a:gd name="connsiteY6" fmla="*/ 1296670 h 1365250"/>
              <a:gd name="connsiteX7" fmla="*/ 11502 w 1472677"/>
              <a:gd name="connsiteY7" fmla="*/ 1365250 h 1365250"/>
              <a:gd name="connsiteX8" fmla="*/ 0 w 1472677"/>
              <a:gd name="connsiteY8" fmla="*/ 1353748 h 1365250"/>
              <a:gd name="connsiteX9" fmla="*/ 0 w 1472677"/>
              <a:gd name="connsiteY9" fmla="*/ 1190063 h 1365250"/>
              <a:gd name="connsiteX10" fmla="*/ 2846 w 1472677"/>
              <a:gd name="connsiteY10" fmla="*/ 1183193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2677" h="1365250">
                <a:moveTo>
                  <a:pt x="2846" y="0"/>
                </a:moveTo>
                <a:lnTo>
                  <a:pt x="1469099" y="0"/>
                </a:lnTo>
                <a:lnTo>
                  <a:pt x="1469099" y="1181844"/>
                </a:lnTo>
                <a:lnTo>
                  <a:pt x="1469308" y="1181930"/>
                </a:lnTo>
                <a:cubicBezTo>
                  <a:pt x="1471390" y="1184012"/>
                  <a:pt x="1472677" y="1186887"/>
                  <a:pt x="1472677" y="1190063"/>
                </a:cubicBezTo>
                <a:lnTo>
                  <a:pt x="1472677" y="1241353"/>
                </a:lnTo>
                <a:cubicBezTo>
                  <a:pt x="1472677" y="1247705"/>
                  <a:pt x="1471337" y="1296670"/>
                  <a:pt x="1464985" y="1296670"/>
                </a:cubicBezTo>
                <a:cubicBezTo>
                  <a:pt x="963346" y="1370965"/>
                  <a:pt x="495996" y="1342390"/>
                  <a:pt x="11502" y="1365250"/>
                </a:cubicBezTo>
                <a:cubicBezTo>
                  <a:pt x="5150" y="1365250"/>
                  <a:pt x="0" y="1360100"/>
                  <a:pt x="0" y="1353748"/>
                </a:cubicBezTo>
                <a:lnTo>
                  <a:pt x="0" y="1190063"/>
                </a:lnTo>
                <a:lnTo>
                  <a:pt x="2846" y="1183193"/>
                </a:lnTo>
                <a:close/>
              </a:path>
            </a:pathLst>
          </a:custGeom>
          <a:solidFill>
            <a:srgbClr val="7581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9F65C88-A01D-8CDE-EF97-774F7D4A42A2}"/>
              </a:ext>
            </a:extLst>
          </p:cNvPr>
          <p:cNvSpPr/>
          <p:nvPr/>
        </p:nvSpPr>
        <p:spPr>
          <a:xfrm>
            <a:off x="12235701" y="4301809"/>
            <a:ext cx="1339330" cy="2497758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57882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3515 w 710285"/>
              <a:gd name="connsiteY7" fmla="*/ 1233531 h 1361448"/>
              <a:gd name="connsiteX8" fmla="*/ 0 w 710285"/>
              <a:gd name="connsiteY8" fmla="*/ 1257882 h 1361448"/>
              <a:gd name="connsiteX9" fmla="*/ 0 w 710285"/>
              <a:gd name="connsiteY9" fmla="*/ 0 h 136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361448">
                <a:moveTo>
                  <a:pt x="0" y="0"/>
                </a:moveTo>
                <a:lnTo>
                  <a:pt x="710285" y="0"/>
                </a:lnTo>
                <a:lnTo>
                  <a:pt x="710285" y="1192301"/>
                </a:lnTo>
                <a:lnTo>
                  <a:pt x="710285" y="1279527"/>
                </a:lnTo>
                <a:lnTo>
                  <a:pt x="710285" y="1355318"/>
                </a:lnTo>
                <a:cubicBezTo>
                  <a:pt x="710285" y="1360803"/>
                  <a:pt x="703971" y="1361542"/>
                  <a:pt x="698536" y="1361440"/>
                </a:cubicBezTo>
                <a:cubicBezTo>
                  <a:pt x="461583" y="1356995"/>
                  <a:pt x="234154" y="1343025"/>
                  <a:pt x="1011" y="1283335"/>
                </a:cubicBezTo>
                <a:cubicBezTo>
                  <a:pt x="948" y="1282066"/>
                  <a:pt x="3578" y="1234800"/>
                  <a:pt x="3515" y="1233531"/>
                </a:cubicBezTo>
                <a:cubicBezTo>
                  <a:pt x="3241" y="1226316"/>
                  <a:pt x="274" y="1265097"/>
                  <a:pt x="0" y="125788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386D37A-E941-4576-BE42-DC26DF162B6A}"/>
              </a:ext>
            </a:extLst>
          </p:cNvPr>
          <p:cNvSpPr/>
          <p:nvPr/>
        </p:nvSpPr>
        <p:spPr>
          <a:xfrm>
            <a:off x="13868801" y="4301808"/>
            <a:ext cx="1168486" cy="2601912"/>
          </a:xfrm>
          <a:custGeom>
            <a:avLst/>
            <a:gdLst>
              <a:gd name="connsiteX0" fmla="*/ 8855 w 676615"/>
              <a:gd name="connsiteY0" fmla="*/ 0 h 1370765"/>
              <a:gd name="connsiteX1" fmla="*/ 671795 w 676615"/>
              <a:gd name="connsiteY1" fmla="*/ 0 h 1370765"/>
              <a:gd name="connsiteX2" fmla="*/ 671795 w 676615"/>
              <a:gd name="connsiteY2" fmla="*/ 1335528 h 1370765"/>
              <a:gd name="connsiteX3" fmla="*/ 672082 w 676615"/>
              <a:gd name="connsiteY3" fmla="*/ 1336040 h 1370765"/>
              <a:gd name="connsiteX4" fmla="*/ 659371 w 676615"/>
              <a:gd name="connsiteY4" fmla="*/ 1368804 h 1370765"/>
              <a:gd name="connsiteX5" fmla="*/ 7320 w 676615"/>
              <a:gd name="connsiteY5" fmla="*/ 1349453 h 1370765"/>
              <a:gd name="connsiteX6" fmla="*/ 1003 w 676615"/>
              <a:gd name="connsiteY6" fmla="*/ 1347372 h 1370765"/>
              <a:gd name="connsiteX7" fmla="*/ 12930 w 676615"/>
              <a:gd name="connsiteY7" fmla="*/ 1346201 h 1370765"/>
              <a:gd name="connsiteX8" fmla="*/ 8855 w 676615"/>
              <a:gd name="connsiteY8" fmla="*/ 1346201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  <a:gd name="connsiteX0" fmla="*/ 8855 w 672082"/>
              <a:gd name="connsiteY0" fmla="*/ 0 h 1370765"/>
              <a:gd name="connsiteX1" fmla="*/ 671795 w 672082"/>
              <a:gd name="connsiteY1" fmla="*/ 0 h 1370765"/>
              <a:gd name="connsiteX2" fmla="*/ 671795 w 672082"/>
              <a:gd name="connsiteY2" fmla="*/ 1335528 h 1370765"/>
              <a:gd name="connsiteX3" fmla="*/ 672082 w 672082"/>
              <a:gd name="connsiteY3" fmla="*/ 1336040 h 1370765"/>
              <a:gd name="connsiteX4" fmla="*/ 659371 w 672082"/>
              <a:gd name="connsiteY4" fmla="*/ 1368804 h 1370765"/>
              <a:gd name="connsiteX5" fmla="*/ 7320 w 672082"/>
              <a:gd name="connsiteY5" fmla="*/ 1349453 h 1370765"/>
              <a:gd name="connsiteX6" fmla="*/ 1003 w 672082"/>
              <a:gd name="connsiteY6" fmla="*/ 1347372 h 1370765"/>
              <a:gd name="connsiteX7" fmla="*/ 12930 w 672082"/>
              <a:gd name="connsiteY7" fmla="*/ 1346201 h 1370765"/>
              <a:gd name="connsiteX8" fmla="*/ 8855 w 672082"/>
              <a:gd name="connsiteY8" fmla="*/ 1346201 h 1370765"/>
              <a:gd name="connsiteX9" fmla="*/ 8855 w 672082"/>
              <a:gd name="connsiteY9" fmla="*/ 0 h 137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2082" h="1370765">
                <a:moveTo>
                  <a:pt x="8855" y="0"/>
                </a:moveTo>
                <a:lnTo>
                  <a:pt x="671795" y="0"/>
                </a:lnTo>
                <a:lnTo>
                  <a:pt x="671795" y="1335528"/>
                </a:lnTo>
                <a:lnTo>
                  <a:pt x="672082" y="1336040"/>
                </a:lnTo>
                <a:cubicBezTo>
                  <a:pt x="662992" y="1367583"/>
                  <a:pt x="678363" y="1367197"/>
                  <a:pt x="659371" y="1368804"/>
                </a:cubicBezTo>
                <a:cubicBezTo>
                  <a:pt x="558076" y="1377376"/>
                  <a:pt x="62703" y="1355442"/>
                  <a:pt x="7320" y="1349453"/>
                </a:cubicBezTo>
                <a:cubicBezTo>
                  <a:pt x="397" y="1348704"/>
                  <a:pt x="-1382" y="1348017"/>
                  <a:pt x="1003" y="1347372"/>
                </a:cubicBezTo>
                <a:lnTo>
                  <a:pt x="12930" y="1346201"/>
                </a:lnTo>
                <a:lnTo>
                  <a:pt x="8855" y="1346201"/>
                </a:lnTo>
                <a:lnTo>
                  <a:pt x="8855" y="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1DC3885-9E3C-4FC8-A757-8BB52352C519}"/>
              </a:ext>
            </a:extLst>
          </p:cNvPr>
          <p:cNvSpPr/>
          <p:nvPr/>
        </p:nvSpPr>
        <p:spPr>
          <a:xfrm>
            <a:off x="15300961" y="4301807"/>
            <a:ext cx="2814106" cy="2601914"/>
          </a:xfrm>
          <a:custGeom>
            <a:avLst/>
            <a:gdLst>
              <a:gd name="connsiteX0" fmla="*/ 2846 w 1472677"/>
              <a:gd name="connsiteY0" fmla="*/ 0 h 1365250"/>
              <a:gd name="connsiteX1" fmla="*/ 1469099 w 1472677"/>
              <a:gd name="connsiteY1" fmla="*/ 0 h 1365250"/>
              <a:gd name="connsiteX2" fmla="*/ 1469099 w 1472677"/>
              <a:gd name="connsiteY2" fmla="*/ 1181844 h 1365250"/>
              <a:gd name="connsiteX3" fmla="*/ 1469308 w 1472677"/>
              <a:gd name="connsiteY3" fmla="*/ 1181930 h 1365250"/>
              <a:gd name="connsiteX4" fmla="*/ 1472677 w 1472677"/>
              <a:gd name="connsiteY4" fmla="*/ 1190063 h 1365250"/>
              <a:gd name="connsiteX5" fmla="*/ 1472677 w 1472677"/>
              <a:gd name="connsiteY5" fmla="*/ 1241353 h 1365250"/>
              <a:gd name="connsiteX6" fmla="*/ 1464985 w 1472677"/>
              <a:gd name="connsiteY6" fmla="*/ 1296670 h 1365250"/>
              <a:gd name="connsiteX7" fmla="*/ 11502 w 1472677"/>
              <a:gd name="connsiteY7" fmla="*/ 1365250 h 1365250"/>
              <a:gd name="connsiteX8" fmla="*/ 0 w 1472677"/>
              <a:gd name="connsiteY8" fmla="*/ 1353748 h 1365250"/>
              <a:gd name="connsiteX9" fmla="*/ 0 w 1472677"/>
              <a:gd name="connsiteY9" fmla="*/ 1190063 h 1365250"/>
              <a:gd name="connsiteX10" fmla="*/ 2846 w 1472677"/>
              <a:gd name="connsiteY10" fmla="*/ 1183193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2677" h="1365250">
                <a:moveTo>
                  <a:pt x="2846" y="0"/>
                </a:moveTo>
                <a:lnTo>
                  <a:pt x="1469099" y="0"/>
                </a:lnTo>
                <a:lnTo>
                  <a:pt x="1469099" y="1181844"/>
                </a:lnTo>
                <a:lnTo>
                  <a:pt x="1469308" y="1181930"/>
                </a:lnTo>
                <a:cubicBezTo>
                  <a:pt x="1471390" y="1184012"/>
                  <a:pt x="1472677" y="1186887"/>
                  <a:pt x="1472677" y="1190063"/>
                </a:cubicBezTo>
                <a:lnTo>
                  <a:pt x="1472677" y="1241353"/>
                </a:lnTo>
                <a:cubicBezTo>
                  <a:pt x="1472677" y="1247705"/>
                  <a:pt x="1471337" y="1296670"/>
                  <a:pt x="1464985" y="1296670"/>
                </a:cubicBezTo>
                <a:cubicBezTo>
                  <a:pt x="963346" y="1370965"/>
                  <a:pt x="495996" y="1342390"/>
                  <a:pt x="11502" y="1365250"/>
                </a:cubicBezTo>
                <a:cubicBezTo>
                  <a:pt x="5150" y="1365250"/>
                  <a:pt x="0" y="1360100"/>
                  <a:pt x="0" y="1353748"/>
                </a:cubicBezTo>
                <a:lnTo>
                  <a:pt x="0" y="1190063"/>
                </a:lnTo>
                <a:lnTo>
                  <a:pt x="2846" y="1183193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E0FA53-95BD-88E6-ADF9-2321AF7827FA}"/>
              </a:ext>
            </a:extLst>
          </p:cNvPr>
          <p:cNvSpPr/>
          <p:nvPr/>
        </p:nvSpPr>
        <p:spPr>
          <a:xfrm>
            <a:off x="12232286" y="4301809"/>
            <a:ext cx="1339328" cy="7693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B23848-6E76-9AA7-57DD-96A841018C3A}"/>
              </a:ext>
            </a:extLst>
          </p:cNvPr>
          <p:cNvSpPr/>
          <p:nvPr/>
        </p:nvSpPr>
        <p:spPr>
          <a:xfrm>
            <a:off x="14015719" y="5071111"/>
            <a:ext cx="878842" cy="1609090"/>
          </a:xfrm>
          <a:custGeom>
            <a:avLst/>
            <a:gdLst>
              <a:gd name="connsiteX0" fmla="*/ 0 w 439421"/>
              <a:gd name="connsiteY0" fmla="*/ 0 h 769463"/>
              <a:gd name="connsiteX1" fmla="*/ 439421 w 439421"/>
              <a:gd name="connsiteY1" fmla="*/ 0 h 769463"/>
              <a:gd name="connsiteX2" fmla="*/ 439421 w 439421"/>
              <a:gd name="connsiteY2" fmla="*/ 769463 h 769463"/>
              <a:gd name="connsiteX3" fmla="*/ 0 w 439421"/>
              <a:gd name="connsiteY3" fmla="*/ 769463 h 769463"/>
              <a:gd name="connsiteX4" fmla="*/ 0 w 439421"/>
              <a:gd name="connsiteY4" fmla="*/ 0 h 769463"/>
              <a:gd name="connsiteX0" fmla="*/ 0 w 439421"/>
              <a:gd name="connsiteY0" fmla="*/ 0 h 787243"/>
              <a:gd name="connsiteX1" fmla="*/ 439421 w 439421"/>
              <a:gd name="connsiteY1" fmla="*/ 0 h 787243"/>
              <a:gd name="connsiteX2" fmla="*/ 439421 w 439421"/>
              <a:gd name="connsiteY2" fmla="*/ 787243 h 787243"/>
              <a:gd name="connsiteX3" fmla="*/ 0 w 439421"/>
              <a:gd name="connsiteY3" fmla="*/ 769463 h 787243"/>
              <a:gd name="connsiteX4" fmla="*/ 0 w 439421"/>
              <a:gd name="connsiteY4" fmla="*/ 0 h 78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421" h="787243">
                <a:moveTo>
                  <a:pt x="0" y="0"/>
                </a:moveTo>
                <a:lnTo>
                  <a:pt x="439421" y="0"/>
                </a:lnTo>
                <a:lnTo>
                  <a:pt x="439421" y="787243"/>
                </a:lnTo>
                <a:lnTo>
                  <a:pt x="0" y="769463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181588-C154-1674-5C72-C773FBBD78B9}"/>
              </a:ext>
            </a:extLst>
          </p:cNvPr>
          <p:cNvSpPr/>
          <p:nvPr/>
        </p:nvSpPr>
        <p:spPr>
          <a:xfrm>
            <a:off x="15300961" y="4301809"/>
            <a:ext cx="2802674" cy="76930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BF8A778-009D-CDAC-7F11-D9DE3C9B1F30}"/>
              </a:ext>
            </a:extLst>
          </p:cNvPr>
          <p:cNvSpPr/>
          <p:nvPr/>
        </p:nvSpPr>
        <p:spPr>
          <a:xfrm>
            <a:off x="12232285" y="6502401"/>
            <a:ext cx="1342746" cy="358146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06244 w 710285"/>
              <a:gd name="connsiteY1" fmla="*/ 123832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24405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69773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4862 w 710285"/>
              <a:gd name="connsiteY7" fmla="*/ 75546 h 178633"/>
              <a:gd name="connsiteX8" fmla="*/ 0 w 710285"/>
              <a:gd name="connsiteY8" fmla="*/ 69773 h 178633"/>
              <a:gd name="connsiteX9" fmla="*/ 1347 w 710285"/>
              <a:gd name="connsiteY9" fmla="*/ 0 h 178633"/>
              <a:gd name="connsiteX0" fmla="*/ 1347 w 754303"/>
              <a:gd name="connsiteY0" fmla="*/ 0 h 182358"/>
              <a:gd name="connsiteX1" fmla="*/ 710285 w 754303"/>
              <a:gd name="connsiteY1" fmla="*/ 65711 h 182358"/>
              <a:gd name="connsiteX2" fmla="*/ 708264 w 754303"/>
              <a:gd name="connsiteY2" fmla="*/ 133787 h 182358"/>
              <a:gd name="connsiteX3" fmla="*/ 707591 w 754303"/>
              <a:gd name="connsiteY3" fmla="*/ 153000 h 182358"/>
              <a:gd name="connsiteX4" fmla="*/ 710285 w 754303"/>
              <a:gd name="connsiteY4" fmla="*/ 172503 h 182358"/>
              <a:gd name="connsiteX5" fmla="*/ 698536 w 754303"/>
              <a:gd name="connsiteY5" fmla="*/ 178625 h 182358"/>
              <a:gd name="connsiteX6" fmla="*/ 1011 w 754303"/>
              <a:gd name="connsiteY6" fmla="*/ 117839 h 182358"/>
              <a:gd name="connsiteX7" fmla="*/ 4862 w 754303"/>
              <a:gd name="connsiteY7" fmla="*/ 75546 h 182358"/>
              <a:gd name="connsiteX8" fmla="*/ 0 w 754303"/>
              <a:gd name="connsiteY8" fmla="*/ 69773 h 182358"/>
              <a:gd name="connsiteX9" fmla="*/ 1347 w 754303"/>
              <a:gd name="connsiteY9" fmla="*/ 0 h 182358"/>
              <a:gd name="connsiteX0" fmla="*/ 1347 w 710285"/>
              <a:gd name="connsiteY0" fmla="*/ 0 h 180880"/>
              <a:gd name="connsiteX1" fmla="*/ 710285 w 710285"/>
              <a:gd name="connsiteY1" fmla="*/ 65711 h 180880"/>
              <a:gd name="connsiteX2" fmla="*/ 708264 w 710285"/>
              <a:gd name="connsiteY2" fmla="*/ 133787 h 180880"/>
              <a:gd name="connsiteX3" fmla="*/ 707591 w 710285"/>
              <a:gd name="connsiteY3" fmla="*/ 153000 h 180880"/>
              <a:gd name="connsiteX4" fmla="*/ 710285 w 710285"/>
              <a:gd name="connsiteY4" fmla="*/ 172503 h 180880"/>
              <a:gd name="connsiteX5" fmla="*/ 557097 w 710285"/>
              <a:gd name="connsiteY5" fmla="*/ 176700 h 180880"/>
              <a:gd name="connsiteX6" fmla="*/ 1011 w 710285"/>
              <a:gd name="connsiteY6" fmla="*/ 117839 h 180880"/>
              <a:gd name="connsiteX7" fmla="*/ 4862 w 710285"/>
              <a:gd name="connsiteY7" fmla="*/ 75546 h 180880"/>
              <a:gd name="connsiteX8" fmla="*/ 0 w 710285"/>
              <a:gd name="connsiteY8" fmla="*/ 69773 h 180880"/>
              <a:gd name="connsiteX9" fmla="*/ 1347 w 710285"/>
              <a:gd name="connsiteY9" fmla="*/ 0 h 1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0285" h="180880">
                <a:moveTo>
                  <a:pt x="1347" y="0"/>
                </a:moveTo>
                <a:cubicBezTo>
                  <a:pt x="256293" y="63685"/>
                  <a:pt x="429744" y="44603"/>
                  <a:pt x="710285" y="65711"/>
                </a:cubicBezTo>
                <a:cubicBezTo>
                  <a:pt x="709611" y="82684"/>
                  <a:pt x="708938" y="116814"/>
                  <a:pt x="708264" y="133787"/>
                </a:cubicBezTo>
                <a:cubicBezTo>
                  <a:pt x="708040" y="140191"/>
                  <a:pt x="707815" y="146596"/>
                  <a:pt x="707591" y="153000"/>
                </a:cubicBezTo>
                <a:lnTo>
                  <a:pt x="710285" y="172503"/>
                </a:lnTo>
                <a:cubicBezTo>
                  <a:pt x="710285" y="177988"/>
                  <a:pt x="675309" y="185811"/>
                  <a:pt x="557097" y="176700"/>
                </a:cubicBezTo>
                <a:cubicBezTo>
                  <a:pt x="438885" y="167589"/>
                  <a:pt x="234154" y="177529"/>
                  <a:pt x="1011" y="117839"/>
                </a:cubicBezTo>
                <a:cubicBezTo>
                  <a:pt x="948" y="116570"/>
                  <a:pt x="4925" y="76815"/>
                  <a:pt x="4862" y="75546"/>
                </a:cubicBezTo>
                <a:cubicBezTo>
                  <a:pt x="4588" y="66566"/>
                  <a:pt x="274" y="78753"/>
                  <a:pt x="0" y="69773"/>
                </a:cubicBezTo>
                <a:lnTo>
                  <a:pt x="134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5F2426-FF0E-BE0D-FCD6-6A15F6B93A7E}"/>
              </a:ext>
            </a:extLst>
          </p:cNvPr>
          <p:cNvSpPr/>
          <p:nvPr/>
        </p:nvSpPr>
        <p:spPr>
          <a:xfrm>
            <a:off x="13480177" y="4830335"/>
            <a:ext cx="91438" cy="19202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14EC932-09D3-6C1C-4B5C-F08ED807EB84}"/>
              </a:ext>
            </a:extLst>
          </p:cNvPr>
          <p:cNvSpPr/>
          <p:nvPr/>
        </p:nvSpPr>
        <p:spPr>
          <a:xfrm flipH="1">
            <a:off x="15293345" y="6549824"/>
            <a:ext cx="2820222" cy="355984"/>
          </a:xfrm>
          <a:custGeom>
            <a:avLst/>
            <a:gdLst>
              <a:gd name="connsiteX0" fmla="*/ 0 w 710285"/>
              <a:gd name="connsiteY0" fmla="*/ 0 h 1365250"/>
              <a:gd name="connsiteX1" fmla="*/ 710285 w 710285"/>
              <a:gd name="connsiteY1" fmla="*/ 0 h 1365250"/>
              <a:gd name="connsiteX2" fmla="*/ 710285 w 710285"/>
              <a:gd name="connsiteY2" fmla="*/ 1192301 h 1365250"/>
              <a:gd name="connsiteX3" fmla="*/ 710285 w 710285"/>
              <a:gd name="connsiteY3" fmla="*/ 1279527 h 1365250"/>
              <a:gd name="connsiteX4" fmla="*/ 710285 w 710285"/>
              <a:gd name="connsiteY4" fmla="*/ 1355318 h 1365250"/>
              <a:gd name="connsiteX5" fmla="*/ 700441 w 710285"/>
              <a:gd name="connsiteY5" fmla="*/ 1365250 h 1365250"/>
              <a:gd name="connsiteX6" fmla="*/ 1011 w 710285"/>
              <a:gd name="connsiteY6" fmla="*/ 1283335 h 1365250"/>
              <a:gd name="connsiteX7" fmla="*/ 821 w 710285"/>
              <a:gd name="connsiteY7" fmla="*/ 1279527 h 1365250"/>
              <a:gd name="connsiteX8" fmla="*/ 0 w 710285"/>
              <a:gd name="connsiteY8" fmla="*/ 1279527 h 1365250"/>
              <a:gd name="connsiteX0" fmla="*/ 0 w 710285"/>
              <a:gd name="connsiteY0" fmla="*/ 0 h 1361440"/>
              <a:gd name="connsiteX1" fmla="*/ 710285 w 710285"/>
              <a:gd name="connsiteY1" fmla="*/ 0 h 1361440"/>
              <a:gd name="connsiteX2" fmla="*/ 710285 w 710285"/>
              <a:gd name="connsiteY2" fmla="*/ 1192301 h 1361440"/>
              <a:gd name="connsiteX3" fmla="*/ 710285 w 710285"/>
              <a:gd name="connsiteY3" fmla="*/ 1279527 h 1361440"/>
              <a:gd name="connsiteX4" fmla="*/ 710285 w 710285"/>
              <a:gd name="connsiteY4" fmla="*/ 1355318 h 1361440"/>
              <a:gd name="connsiteX5" fmla="*/ 698536 w 710285"/>
              <a:gd name="connsiteY5" fmla="*/ 1361440 h 1361440"/>
              <a:gd name="connsiteX6" fmla="*/ 1011 w 710285"/>
              <a:gd name="connsiteY6" fmla="*/ 1283335 h 1361440"/>
              <a:gd name="connsiteX7" fmla="*/ 821 w 710285"/>
              <a:gd name="connsiteY7" fmla="*/ 1279527 h 1361440"/>
              <a:gd name="connsiteX8" fmla="*/ 0 w 710285"/>
              <a:gd name="connsiteY8" fmla="*/ 1279527 h 1361440"/>
              <a:gd name="connsiteX9" fmla="*/ 0 w 710285"/>
              <a:gd name="connsiteY9" fmla="*/ 0 h 1361440"/>
              <a:gd name="connsiteX0" fmla="*/ 0 w 710285"/>
              <a:gd name="connsiteY0" fmla="*/ 0 h 1361448"/>
              <a:gd name="connsiteX1" fmla="*/ 710285 w 710285"/>
              <a:gd name="connsiteY1" fmla="*/ 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0285"/>
              <a:gd name="connsiteY0" fmla="*/ 0 h 1361448"/>
              <a:gd name="connsiteX1" fmla="*/ 706244 w 710285"/>
              <a:gd name="connsiteY1" fmla="*/ 1238320 h 1361448"/>
              <a:gd name="connsiteX2" fmla="*/ 710285 w 710285"/>
              <a:gd name="connsiteY2" fmla="*/ 1192301 h 1361448"/>
              <a:gd name="connsiteX3" fmla="*/ 710285 w 710285"/>
              <a:gd name="connsiteY3" fmla="*/ 1279527 h 1361448"/>
              <a:gd name="connsiteX4" fmla="*/ 710285 w 710285"/>
              <a:gd name="connsiteY4" fmla="*/ 1355318 h 1361448"/>
              <a:gd name="connsiteX5" fmla="*/ 698536 w 710285"/>
              <a:gd name="connsiteY5" fmla="*/ 1361440 h 1361448"/>
              <a:gd name="connsiteX6" fmla="*/ 1011 w 710285"/>
              <a:gd name="connsiteY6" fmla="*/ 1283335 h 1361448"/>
              <a:gd name="connsiteX7" fmla="*/ 821 w 710285"/>
              <a:gd name="connsiteY7" fmla="*/ 1279527 h 1361448"/>
              <a:gd name="connsiteX8" fmla="*/ 0 w 710285"/>
              <a:gd name="connsiteY8" fmla="*/ 1279527 h 1361448"/>
              <a:gd name="connsiteX9" fmla="*/ 0 w 710285"/>
              <a:gd name="connsiteY9" fmla="*/ 0 h 1361448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0285 w 714326"/>
              <a:gd name="connsiteY1" fmla="*/ 143063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4326 w 714326"/>
              <a:gd name="connsiteY2" fmla="*/ 97044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06244 w 714326"/>
              <a:gd name="connsiteY1" fmla="*/ 100848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0 w 714326"/>
              <a:gd name="connsiteY0" fmla="*/ 0 h 266191"/>
              <a:gd name="connsiteX1" fmla="*/ 714326 w 714326"/>
              <a:gd name="connsiteY1" fmla="*/ 154790 h 266191"/>
              <a:gd name="connsiteX2" fmla="*/ 712305 w 714326"/>
              <a:gd name="connsiteY2" fmla="*/ 165057 h 266191"/>
              <a:gd name="connsiteX3" fmla="*/ 714326 w 714326"/>
              <a:gd name="connsiteY3" fmla="*/ 184270 h 266191"/>
              <a:gd name="connsiteX4" fmla="*/ 714326 w 714326"/>
              <a:gd name="connsiteY4" fmla="*/ 260061 h 266191"/>
              <a:gd name="connsiteX5" fmla="*/ 702577 w 714326"/>
              <a:gd name="connsiteY5" fmla="*/ 266183 h 266191"/>
              <a:gd name="connsiteX6" fmla="*/ 5052 w 714326"/>
              <a:gd name="connsiteY6" fmla="*/ 188078 h 266191"/>
              <a:gd name="connsiteX7" fmla="*/ 4862 w 714326"/>
              <a:gd name="connsiteY7" fmla="*/ 184270 h 266191"/>
              <a:gd name="connsiteX8" fmla="*/ 4041 w 714326"/>
              <a:gd name="connsiteY8" fmla="*/ 184270 h 266191"/>
              <a:gd name="connsiteX9" fmla="*/ 0 w 714326"/>
              <a:gd name="connsiteY9" fmla="*/ 0 h 266191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83753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24405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10285 w 710285"/>
              <a:gd name="connsiteY3" fmla="*/ 102966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73486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4817 w 710285"/>
              <a:gd name="connsiteY0" fmla="*/ 0 h 184887"/>
              <a:gd name="connsiteX1" fmla="*/ 710285 w 710285"/>
              <a:gd name="connsiteY1" fmla="*/ 107884 h 184887"/>
              <a:gd name="connsiteX2" fmla="*/ 708264 w 710285"/>
              <a:gd name="connsiteY2" fmla="*/ 140041 h 184887"/>
              <a:gd name="connsiteX3" fmla="*/ 707591 w 710285"/>
              <a:gd name="connsiteY3" fmla="*/ 159254 h 184887"/>
              <a:gd name="connsiteX4" fmla="*/ 710285 w 710285"/>
              <a:gd name="connsiteY4" fmla="*/ 178757 h 184887"/>
              <a:gd name="connsiteX5" fmla="*/ 698536 w 710285"/>
              <a:gd name="connsiteY5" fmla="*/ 184879 h 184887"/>
              <a:gd name="connsiteX6" fmla="*/ 1011 w 710285"/>
              <a:gd name="connsiteY6" fmla="*/ 106774 h 184887"/>
              <a:gd name="connsiteX7" fmla="*/ 821 w 710285"/>
              <a:gd name="connsiteY7" fmla="*/ 102966 h 184887"/>
              <a:gd name="connsiteX8" fmla="*/ 0 w 710285"/>
              <a:gd name="connsiteY8" fmla="*/ 102966 h 184887"/>
              <a:gd name="connsiteX9" fmla="*/ 14817 w 710285"/>
              <a:gd name="connsiteY9" fmla="*/ 0 h 184887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101630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10285"/>
              <a:gd name="connsiteY0" fmla="*/ 0 h 178633"/>
              <a:gd name="connsiteX1" fmla="*/ 710285 w 710285"/>
              <a:gd name="connsiteY1" fmla="*/ 65711 h 178633"/>
              <a:gd name="connsiteX2" fmla="*/ 708264 w 710285"/>
              <a:gd name="connsiteY2" fmla="*/ 133787 h 178633"/>
              <a:gd name="connsiteX3" fmla="*/ 707591 w 710285"/>
              <a:gd name="connsiteY3" fmla="*/ 153000 h 178633"/>
              <a:gd name="connsiteX4" fmla="*/ 710285 w 710285"/>
              <a:gd name="connsiteY4" fmla="*/ 172503 h 178633"/>
              <a:gd name="connsiteX5" fmla="*/ 698536 w 710285"/>
              <a:gd name="connsiteY5" fmla="*/ 178625 h 178633"/>
              <a:gd name="connsiteX6" fmla="*/ 1011 w 710285"/>
              <a:gd name="connsiteY6" fmla="*/ 100520 h 178633"/>
              <a:gd name="connsiteX7" fmla="*/ 821 w 710285"/>
              <a:gd name="connsiteY7" fmla="*/ 96712 h 178633"/>
              <a:gd name="connsiteX8" fmla="*/ 0 w 710285"/>
              <a:gd name="connsiteY8" fmla="*/ 96712 h 178633"/>
              <a:gd name="connsiteX9" fmla="*/ 1347 w 710285"/>
              <a:gd name="connsiteY9" fmla="*/ 0 h 178633"/>
              <a:gd name="connsiteX0" fmla="*/ 1347 w 754303"/>
              <a:gd name="connsiteY0" fmla="*/ 0 h 182640"/>
              <a:gd name="connsiteX1" fmla="*/ 710285 w 754303"/>
              <a:gd name="connsiteY1" fmla="*/ 65711 h 182640"/>
              <a:gd name="connsiteX2" fmla="*/ 708264 w 754303"/>
              <a:gd name="connsiteY2" fmla="*/ 133787 h 182640"/>
              <a:gd name="connsiteX3" fmla="*/ 707591 w 754303"/>
              <a:gd name="connsiteY3" fmla="*/ 153000 h 182640"/>
              <a:gd name="connsiteX4" fmla="*/ 710285 w 754303"/>
              <a:gd name="connsiteY4" fmla="*/ 172503 h 182640"/>
              <a:gd name="connsiteX5" fmla="*/ 698536 w 754303"/>
              <a:gd name="connsiteY5" fmla="*/ 178625 h 182640"/>
              <a:gd name="connsiteX6" fmla="*/ 1011 w 754303"/>
              <a:gd name="connsiteY6" fmla="*/ 113990 h 182640"/>
              <a:gd name="connsiteX7" fmla="*/ 821 w 754303"/>
              <a:gd name="connsiteY7" fmla="*/ 96712 h 182640"/>
              <a:gd name="connsiteX8" fmla="*/ 0 w 754303"/>
              <a:gd name="connsiteY8" fmla="*/ 96712 h 182640"/>
              <a:gd name="connsiteX9" fmla="*/ 1347 w 754303"/>
              <a:gd name="connsiteY9" fmla="*/ 0 h 182640"/>
              <a:gd name="connsiteX0" fmla="*/ 1347 w 710285"/>
              <a:gd name="connsiteY0" fmla="*/ 0 h 179787"/>
              <a:gd name="connsiteX1" fmla="*/ 710285 w 710285"/>
              <a:gd name="connsiteY1" fmla="*/ 65711 h 179787"/>
              <a:gd name="connsiteX2" fmla="*/ 708264 w 710285"/>
              <a:gd name="connsiteY2" fmla="*/ 133787 h 179787"/>
              <a:gd name="connsiteX3" fmla="*/ 707591 w 710285"/>
              <a:gd name="connsiteY3" fmla="*/ 153000 h 179787"/>
              <a:gd name="connsiteX4" fmla="*/ 710285 w 710285"/>
              <a:gd name="connsiteY4" fmla="*/ 172503 h 179787"/>
              <a:gd name="connsiteX5" fmla="*/ 566720 w 710285"/>
              <a:gd name="connsiteY5" fmla="*/ 174776 h 179787"/>
              <a:gd name="connsiteX6" fmla="*/ 1011 w 710285"/>
              <a:gd name="connsiteY6" fmla="*/ 113990 h 179787"/>
              <a:gd name="connsiteX7" fmla="*/ 821 w 710285"/>
              <a:gd name="connsiteY7" fmla="*/ 96712 h 179787"/>
              <a:gd name="connsiteX8" fmla="*/ 0 w 710285"/>
              <a:gd name="connsiteY8" fmla="*/ 96712 h 179787"/>
              <a:gd name="connsiteX9" fmla="*/ 1347 w 710285"/>
              <a:gd name="connsiteY9" fmla="*/ 0 h 179787"/>
              <a:gd name="connsiteX0" fmla="*/ 1347 w 711449"/>
              <a:gd name="connsiteY0" fmla="*/ 0 h 179788"/>
              <a:gd name="connsiteX1" fmla="*/ 710285 w 711449"/>
              <a:gd name="connsiteY1" fmla="*/ 65711 h 179788"/>
              <a:gd name="connsiteX2" fmla="*/ 708264 w 711449"/>
              <a:gd name="connsiteY2" fmla="*/ 133787 h 179788"/>
              <a:gd name="connsiteX3" fmla="*/ 711440 w 711449"/>
              <a:gd name="connsiteY3" fmla="*/ 154925 h 179788"/>
              <a:gd name="connsiteX4" fmla="*/ 710285 w 711449"/>
              <a:gd name="connsiteY4" fmla="*/ 172503 h 179788"/>
              <a:gd name="connsiteX5" fmla="*/ 566720 w 711449"/>
              <a:gd name="connsiteY5" fmla="*/ 174776 h 179788"/>
              <a:gd name="connsiteX6" fmla="*/ 1011 w 711449"/>
              <a:gd name="connsiteY6" fmla="*/ 113990 h 179788"/>
              <a:gd name="connsiteX7" fmla="*/ 821 w 711449"/>
              <a:gd name="connsiteY7" fmla="*/ 96712 h 179788"/>
              <a:gd name="connsiteX8" fmla="*/ 0 w 711449"/>
              <a:gd name="connsiteY8" fmla="*/ 96712 h 179788"/>
              <a:gd name="connsiteX9" fmla="*/ 1347 w 711449"/>
              <a:gd name="connsiteY9" fmla="*/ 0 h 179788"/>
              <a:gd name="connsiteX0" fmla="*/ 1347 w 712207"/>
              <a:gd name="connsiteY0" fmla="*/ 0 h 179788"/>
              <a:gd name="connsiteX1" fmla="*/ 710285 w 712207"/>
              <a:gd name="connsiteY1" fmla="*/ 65711 h 179788"/>
              <a:gd name="connsiteX2" fmla="*/ 712113 w 712207"/>
              <a:gd name="connsiteY2" fmla="*/ 133787 h 179788"/>
              <a:gd name="connsiteX3" fmla="*/ 711440 w 712207"/>
              <a:gd name="connsiteY3" fmla="*/ 154925 h 179788"/>
              <a:gd name="connsiteX4" fmla="*/ 710285 w 712207"/>
              <a:gd name="connsiteY4" fmla="*/ 172503 h 179788"/>
              <a:gd name="connsiteX5" fmla="*/ 566720 w 712207"/>
              <a:gd name="connsiteY5" fmla="*/ 174776 h 179788"/>
              <a:gd name="connsiteX6" fmla="*/ 1011 w 712207"/>
              <a:gd name="connsiteY6" fmla="*/ 113990 h 179788"/>
              <a:gd name="connsiteX7" fmla="*/ 821 w 712207"/>
              <a:gd name="connsiteY7" fmla="*/ 96712 h 179788"/>
              <a:gd name="connsiteX8" fmla="*/ 0 w 712207"/>
              <a:gd name="connsiteY8" fmla="*/ 96712 h 179788"/>
              <a:gd name="connsiteX9" fmla="*/ 1347 w 712207"/>
              <a:gd name="connsiteY9" fmla="*/ 0 h 17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12207" h="179788">
                <a:moveTo>
                  <a:pt x="1347" y="0"/>
                </a:moveTo>
                <a:cubicBezTo>
                  <a:pt x="256293" y="63685"/>
                  <a:pt x="429744" y="44603"/>
                  <a:pt x="710285" y="65711"/>
                </a:cubicBezTo>
                <a:cubicBezTo>
                  <a:pt x="709611" y="82684"/>
                  <a:pt x="712787" y="116814"/>
                  <a:pt x="712113" y="133787"/>
                </a:cubicBezTo>
                <a:cubicBezTo>
                  <a:pt x="711889" y="140191"/>
                  <a:pt x="711664" y="148521"/>
                  <a:pt x="711440" y="154925"/>
                </a:cubicBezTo>
                <a:lnTo>
                  <a:pt x="710285" y="172503"/>
                </a:lnTo>
                <a:cubicBezTo>
                  <a:pt x="710285" y="177988"/>
                  <a:pt x="684932" y="184528"/>
                  <a:pt x="566720" y="174776"/>
                </a:cubicBezTo>
                <a:cubicBezTo>
                  <a:pt x="448508" y="165024"/>
                  <a:pt x="234154" y="173680"/>
                  <a:pt x="1011" y="113990"/>
                </a:cubicBezTo>
                <a:cubicBezTo>
                  <a:pt x="948" y="112721"/>
                  <a:pt x="884" y="97981"/>
                  <a:pt x="821" y="96712"/>
                </a:cubicBezTo>
                <a:lnTo>
                  <a:pt x="0" y="96712"/>
                </a:lnTo>
                <a:lnTo>
                  <a:pt x="134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E372AA-E214-EBFA-AE4C-1DA41E1ECE8B}"/>
              </a:ext>
            </a:extLst>
          </p:cNvPr>
          <p:cNvSpPr/>
          <p:nvPr/>
        </p:nvSpPr>
        <p:spPr>
          <a:xfrm>
            <a:off x="15300533" y="4910771"/>
            <a:ext cx="91438" cy="19202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62E1A4F-4159-E165-6C3D-F80E01CEC437}"/>
              </a:ext>
            </a:extLst>
          </p:cNvPr>
          <p:cNvSpPr/>
          <p:nvPr/>
        </p:nvSpPr>
        <p:spPr>
          <a:xfrm>
            <a:off x="15460537" y="4437216"/>
            <a:ext cx="1852778" cy="49848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578E19-B962-F779-6E30-C8511106248A}"/>
              </a:ext>
            </a:extLst>
          </p:cNvPr>
          <p:cNvSpPr/>
          <p:nvPr/>
        </p:nvSpPr>
        <p:spPr>
          <a:xfrm>
            <a:off x="13704240" y="4226556"/>
            <a:ext cx="1465776" cy="456906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17B689-B945-B85E-E166-5F1E2A4D05BA}"/>
              </a:ext>
            </a:extLst>
          </p:cNvPr>
          <p:cNvSpPr/>
          <p:nvPr/>
        </p:nvSpPr>
        <p:spPr>
          <a:xfrm>
            <a:off x="12677915" y="4437216"/>
            <a:ext cx="712966" cy="498484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A4480F8-2AF0-C3C3-96CE-4E1101D37365}"/>
              </a:ext>
            </a:extLst>
          </p:cNvPr>
          <p:cNvSpPr/>
          <p:nvPr/>
        </p:nvSpPr>
        <p:spPr>
          <a:xfrm>
            <a:off x="12677915" y="9021895"/>
            <a:ext cx="5008106" cy="336094"/>
          </a:xfrm>
          <a:custGeom>
            <a:avLst/>
            <a:gdLst>
              <a:gd name="connsiteX0" fmla="*/ 0 w 2504053"/>
              <a:gd name="connsiteY0" fmla="*/ 0 h 151127"/>
              <a:gd name="connsiteX1" fmla="*/ 0 w 2504053"/>
              <a:gd name="connsiteY1" fmla="*/ 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0 w 2504053"/>
              <a:gd name="connsiteY8" fmla="*/ 0 h 151127"/>
              <a:gd name="connsiteX0" fmla="*/ 205740 w 2504053"/>
              <a:gd name="connsiteY0" fmla="*/ 7620 h 151127"/>
              <a:gd name="connsiteX1" fmla="*/ 0 w 2504053"/>
              <a:gd name="connsiteY1" fmla="*/ 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205740 w 2504053"/>
              <a:gd name="connsiteY0" fmla="*/ 7620 h 151127"/>
              <a:gd name="connsiteX1" fmla="*/ 476250 w 2504053"/>
              <a:gd name="connsiteY1" fmla="*/ 762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205740 w 2504053"/>
              <a:gd name="connsiteY0" fmla="*/ 762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205740 w 2504053"/>
              <a:gd name="connsiteY8" fmla="*/ 7620 h 151127"/>
              <a:gd name="connsiteX0" fmla="*/ 114300 w 2504053"/>
              <a:gd name="connsiteY0" fmla="*/ 3429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114300 w 2504053"/>
              <a:gd name="connsiteY8" fmla="*/ 3429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504053 w 2504053"/>
              <a:gd name="connsiteY3" fmla="*/ 0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504053 w 2504053"/>
              <a:gd name="connsiteY2" fmla="*/ 0 h 151127"/>
              <a:gd name="connsiteX3" fmla="*/ 2252593 w 2504053"/>
              <a:gd name="connsiteY3" fmla="*/ 10279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  <a:gd name="connsiteX0" fmla="*/ 64770 w 2504053"/>
              <a:gd name="connsiteY0" fmla="*/ 47612 h 168259"/>
              <a:gd name="connsiteX1" fmla="*/ 293370 w 2504053"/>
              <a:gd name="connsiteY1" fmla="*/ 20942 h 168259"/>
              <a:gd name="connsiteX2" fmla="*/ 2260213 w 2504053"/>
              <a:gd name="connsiteY2" fmla="*/ 0 h 168259"/>
              <a:gd name="connsiteX3" fmla="*/ 2252593 w 2504053"/>
              <a:gd name="connsiteY3" fmla="*/ 27411 h 168259"/>
              <a:gd name="connsiteX4" fmla="*/ 2504053 w 2504053"/>
              <a:gd name="connsiteY4" fmla="*/ 168259 h 168259"/>
              <a:gd name="connsiteX5" fmla="*/ 2504053 w 2504053"/>
              <a:gd name="connsiteY5" fmla="*/ 168259 h 168259"/>
              <a:gd name="connsiteX6" fmla="*/ 0 w 2504053"/>
              <a:gd name="connsiteY6" fmla="*/ 168259 h 168259"/>
              <a:gd name="connsiteX7" fmla="*/ 0 w 2504053"/>
              <a:gd name="connsiteY7" fmla="*/ 168259 h 168259"/>
              <a:gd name="connsiteX8" fmla="*/ 64770 w 2504053"/>
              <a:gd name="connsiteY8" fmla="*/ 47612 h 168259"/>
              <a:gd name="connsiteX0" fmla="*/ 64770 w 2504053"/>
              <a:gd name="connsiteY0" fmla="*/ 47612 h 168259"/>
              <a:gd name="connsiteX1" fmla="*/ 293370 w 2504053"/>
              <a:gd name="connsiteY1" fmla="*/ 20942 h 168259"/>
              <a:gd name="connsiteX2" fmla="*/ 2260213 w 2504053"/>
              <a:gd name="connsiteY2" fmla="*/ 0 h 168259"/>
              <a:gd name="connsiteX3" fmla="*/ 2363083 w 2504053"/>
              <a:gd name="connsiteY3" fmla="*/ 27411 h 168259"/>
              <a:gd name="connsiteX4" fmla="*/ 2504053 w 2504053"/>
              <a:gd name="connsiteY4" fmla="*/ 168259 h 168259"/>
              <a:gd name="connsiteX5" fmla="*/ 2504053 w 2504053"/>
              <a:gd name="connsiteY5" fmla="*/ 168259 h 168259"/>
              <a:gd name="connsiteX6" fmla="*/ 0 w 2504053"/>
              <a:gd name="connsiteY6" fmla="*/ 168259 h 168259"/>
              <a:gd name="connsiteX7" fmla="*/ 0 w 2504053"/>
              <a:gd name="connsiteY7" fmla="*/ 168259 h 168259"/>
              <a:gd name="connsiteX8" fmla="*/ 64770 w 2504053"/>
              <a:gd name="connsiteY8" fmla="*/ 47612 h 168259"/>
              <a:gd name="connsiteX0" fmla="*/ 64770 w 2504053"/>
              <a:gd name="connsiteY0" fmla="*/ 26670 h 147317"/>
              <a:gd name="connsiteX1" fmla="*/ 293370 w 2504053"/>
              <a:gd name="connsiteY1" fmla="*/ 0 h 147317"/>
              <a:gd name="connsiteX2" fmla="*/ 2252593 w 2504053"/>
              <a:gd name="connsiteY2" fmla="*/ 3043 h 147317"/>
              <a:gd name="connsiteX3" fmla="*/ 2363083 w 2504053"/>
              <a:gd name="connsiteY3" fmla="*/ 6469 h 147317"/>
              <a:gd name="connsiteX4" fmla="*/ 2504053 w 2504053"/>
              <a:gd name="connsiteY4" fmla="*/ 147317 h 147317"/>
              <a:gd name="connsiteX5" fmla="*/ 2504053 w 2504053"/>
              <a:gd name="connsiteY5" fmla="*/ 147317 h 147317"/>
              <a:gd name="connsiteX6" fmla="*/ 0 w 2504053"/>
              <a:gd name="connsiteY6" fmla="*/ 147317 h 147317"/>
              <a:gd name="connsiteX7" fmla="*/ 0 w 2504053"/>
              <a:gd name="connsiteY7" fmla="*/ 147317 h 147317"/>
              <a:gd name="connsiteX8" fmla="*/ 64770 w 2504053"/>
              <a:gd name="connsiteY8" fmla="*/ 26670 h 147317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363083 w 2504053"/>
              <a:gd name="connsiteY3" fmla="*/ 20558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40759 h 161406"/>
              <a:gd name="connsiteX1" fmla="*/ 293370 w 2504053"/>
              <a:gd name="connsiteY1" fmla="*/ 14089 h 161406"/>
              <a:gd name="connsiteX2" fmla="*/ 2252593 w 2504053"/>
              <a:gd name="connsiteY2" fmla="*/ 0 h 161406"/>
              <a:gd name="connsiteX3" fmla="*/ 2435473 w 2504053"/>
              <a:gd name="connsiteY3" fmla="*/ 44543 h 161406"/>
              <a:gd name="connsiteX4" fmla="*/ 2504053 w 2504053"/>
              <a:gd name="connsiteY4" fmla="*/ 161406 h 161406"/>
              <a:gd name="connsiteX5" fmla="*/ 2504053 w 2504053"/>
              <a:gd name="connsiteY5" fmla="*/ 161406 h 161406"/>
              <a:gd name="connsiteX6" fmla="*/ 0 w 2504053"/>
              <a:gd name="connsiteY6" fmla="*/ 161406 h 161406"/>
              <a:gd name="connsiteX7" fmla="*/ 0 w 2504053"/>
              <a:gd name="connsiteY7" fmla="*/ 161406 h 161406"/>
              <a:gd name="connsiteX8" fmla="*/ 64770 w 2504053"/>
              <a:gd name="connsiteY8" fmla="*/ 40759 h 161406"/>
              <a:gd name="connsiteX0" fmla="*/ 64770 w 2504053"/>
              <a:gd name="connsiteY0" fmla="*/ 26670 h 147317"/>
              <a:gd name="connsiteX1" fmla="*/ 293370 w 2504053"/>
              <a:gd name="connsiteY1" fmla="*/ 0 h 147317"/>
              <a:gd name="connsiteX2" fmla="*/ 2241163 w 2504053"/>
              <a:gd name="connsiteY2" fmla="*/ 6469 h 147317"/>
              <a:gd name="connsiteX3" fmla="*/ 2435473 w 2504053"/>
              <a:gd name="connsiteY3" fmla="*/ 30454 h 147317"/>
              <a:gd name="connsiteX4" fmla="*/ 2504053 w 2504053"/>
              <a:gd name="connsiteY4" fmla="*/ 147317 h 147317"/>
              <a:gd name="connsiteX5" fmla="*/ 2504053 w 2504053"/>
              <a:gd name="connsiteY5" fmla="*/ 147317 h 147317"/>
              <a:gd name="connsiteX6" fmla="*/ 0 w 2504053"/>
              <a:gd name="connsiteY6" fmla="*/ 147317 h 147317"/>
              <a:gd name="connsiteX7" fmla="*/ 0 w 2504053"/>
              <a:gd name="connsiteY7" fmla="*/ 147317 h 147317"/>
              <a:gd name="connsiteX8" fmla="*/ 64770 w 2504053"/>
              <a:gd name="connsiteY8" fmla="*/ 26670 h 147317"/>
              <a:gd name="connsiteX0" fmla="*/ 64770 w 2504053"/>
              <a:gd name="connsiteY0" fmla="*/ 30480 h 151127"/>
              <a:gd name="connsiteX1" fmla="*/ 293370 w 2504053"/>
              <a:gd name="connsiteY1" fmla="*/ 3810 h 151127"/>
              <a:gd name="connsiteX2" fmla="*/ 2241163 w 2504053"/>
              <a:gd name="connsiteY2" fmla="*/ 0 h 151127"/>
              <a:gd name="connsiteX3" fmla="*/ 2435473 w 2504053"/>
              <a:gd name="connsiteY3" fmla="*/ 34264 h 151127"/>
              <a:gd name="connsiteX4" fmla="*/ 2504053 w 2504053"/>
              <a:gd name="connsiteY4" fmla="*/ 151127 h 151127"/>
              <a:gd name="connsiteX5" fmla="*/ 2504053 w 2504053"/>
              <a:gd name="connsiteY5" fmla="*/ 151127 h 151127"/>
              <a:gd name="connsiteX6" fmla="*/ 0 w 2504053"/>
              <a:gd name="connsiteY6" fmla="*/ 151127 h 151127"/>
              <a:gd name="connsiteX7" fmla="*/ 0 w 2504053"/>
              <a:gd name="connsiteY7" fmla="*/ 151127 h 151127"/>
              <a:gd name="connsiteX8" fmla="*/ 64770 w 2504053"/>
              <a:gd name="connsiteY8" fmla="*/ 30480 h 15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4053" h="151127">
                <a:moveTo>
                  <a:pt x="64770" y="30480"/>
                </a:moveTo>
                <a:cubicBezTo>
                  <a:pt x="137160" y="-1270"/>
                  <a:pt x="217170" y="12700"/>
                  <a:pt x="293370" y="3810"/>
                </a:cubicBezTo>
                <a:lnTo>
                  <a:pt x="2241163" y="0"/>
                </a:lnTo>
                <a:cubicBezTo>
                  <a:pt x="2302123" y="14848"/>
                  <a:pt x="2393563" y="-4569"/>
                  <a:pt x="2435473" y="34264"/>
                </a:cubicBezTo>
                <a:cubicBezTo>
                  <a:pt x="2496433" y="66365"/>
                  <a:pt x="2481193" y="112173"/>
                  <a:pt x="2504053" y="151127"/>
                </a:cubicBezTo>
                <a:lnTo>
                  <a:pt x="2504053" y="151127"/>
                </a:lnTo>
                <a:lnTo>
                  <a:pt x="0" y="151127"/>
                </a:lnTo>
                <a:lnTo>
                  <a:pt x="0" y="151127"/>
                </a:lnTo>
                <a:cubicBezTo>
                  <a:pt x="21590" y="110911"/>
                  <a:pt x="20320" y="66886"/>
                  <a:pt x="64770" y="3048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81B925A-4956-963D-01C6-6F578AA0E787}"/>
              </a:ext>
            </a:extLst>
          </p:cNvPr>
          <p:cNvSpPr/>
          <p:nvPr/>
        </p:nvSpPr>
        <p:spPr>
          <a:xfrm>
            <a:off x="13822689" y="8946416"/>
            <a:ext cx="2429194" cy="411572"/>
          </a:xfrm>
          <a:custGeom>
            <a:avLst/>
            <a:gdLst>
              <a:gd name="connsiteX0" fmla="*/ 0 w 1215390"/>
              <a:gd name="connsiteY0" fmla="*/ 34291 h 205741"/>
              <a:gd name="connsiteX1" fmla="*/ 34291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0 w 1215390"/>
              <a:gd name="connsiteY8" fmla="*/ 34291 h 205741"/>
              <a:gd name="connsiteX0" fmla="*/ 0 w 1215390"/>
              <a:gd name="connsiteY0" fmla="*/ 36196 h 207646"/>
              <a:gd name="connsiteX1" fmla="*/ 259081 w 1215390"/>
              <a:gd name="connsiteY1" fmla="*/ 0 h 207646"/>
              <a:gd name="connsiteX2" fmla="*/ 1181099 w 1215390"/>
              <a:gd name="connsiteY2" fmla="*/ 1905 h 207646"/>
              <a:gd name="connsiteX3" fmla="*/ 1215390 w 1215390"/>
              <a:gd name="connsiteY3" fmla="*/ 36196 h 207646"/>
              <a:gd name="connsiteX4" fmla="*/ 1215390 w 1215390"/>
              <a:gd name="connsiteY4" fmla="*/ 173355 h 207646"/>
              <a:gd name="connsiteX5" fmla="*/ 1181099 w 1215390"/>
              <a:gd name="connsiteY5" fmla="*/ 207646 h 207646"/>
              <a:gd name="connsiteX6" fmla="*/ 34291 w 1215390"/>
              <a:gd name="connsiteY6" fmla="*/ 207646 h 207646"/>
              <a:gd name="connsiteX7" fmla="*/ 0 w 1215390"/>
              <a:gd name="connsiteY7" fmla="*/ 173355 h 207646"/>
              <a:gd name="connsiteX8" fmla="*/ 0 w 1215390"/>
              <a:gd name="connsiteY8" fmla="*/ 36196 h 207646"/>
              <a:gd name="connsiteX0" fmla="*/ 0 w 1215390"/>
              <a:gd name="connsiteY0" fmla="*/ 34291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0 w 1215390"/>
              <a:gd name="connsiteY8" fmla="*/ 34291 h 205741"/>
              <a:gd name="connsiteX0" fmla="*/ 85725 w 1215390"/>
              <a:gd name="connsiteY0" fmla="*/ 47626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85725 w 1215390"/>
              <a:gd name="connsiteY8" fmla="*/ 47626 h 205741"/>
              <a:gd name="connsiteX0" fmla="*/ 78105 w 1215390"/>
              <a:gd name="connsiteY0" fmla="*/ 45721 h 205741"/>
              <a:gd name="connsiteX1" fmla="*/ 150496 w 1215390"/>
              <a:gd name="connsiteY1" fmla="*/ 0 h 205741"/>
              <a:gd name="connsiteX2" fmla="*/ 1181099 w 1215390"/>
              <a:gd name="connsiteY2" fmla="*/ 0 h 205741"/>
              <a:gd name="connsiteX3" fmla="*/ 1215390 w 1215390"/>
              <a:gd name="connsiteY3" fmla="*/ 34291 h 205741"/>
              <a:gd name="connsiteX4" fmla="*/ 1215390 w 1215390"/>
              <a:gd name="connsiteY4" fmla="*/ 171450 h 205741"/>
              <a:gd name="connsiteX5" fmla="*/ 1181099 w 1215390"/>
              <a:gd name="connsiteY5" fmla="*/ 205741 h 205741"/>
              <a:gd name="connsiteX6" fmla="*/ 34291 w 1215390"/>
              <a:gd name="connsiteY6" fmla="*/ 205741 h 205741"/>
              <a:gd name="connsiteX7" fmla="*/ 0 w 1215390"/>
              <a:gd name="connsiteY7" fmla="*/ 171450 h 205741"/>
              <a:gd name="connsiteX8" fmla="*/ 78105 w 1215390"/>
              <a:gd name="connsiteY8" fmla="*/ 45721 h 205741"/>
              <a:gd name="connsiteX0" fmla="*/ 47126 w 1184411"/>
              <a:gd name="connsiteY0" fmla="*/ 45721 h 205741"/>
              <a:gd name="connsiteX1" fmla="*/ 119517 w 1184411"/>
              <a:gd name="connsiteY1" fmla="*/ 0 h 205741"/>
              <a:gd name="connsiteX2" fmla="*/ 1150120 w 1184411"/>
              <a:gd name="connsiteY2" fmla="*/ 0 h 205741"/>
              <a:gd name="connsiteX3" fmla="*/ 1184411 w 1184411"/>
              <a:gd name="connsiteY3" fmla="*/ 34291 h 205741"/>
              <a:gd name="connsiteX4" fmla="*/ 1184411 w 1184411"/>
              <a:gd name="connsiteY4" fmla="*/ 171450 h 205741"/>
              <a:gd name="connsiteX5" fmla="*/ 1150120 w 1184411"/>
              <a:gd name="connsiteY5" fmla="*/ 205741 h 205741"/>
              <a:gd name="connsiteX6" fmla="*/ 3312 w 1184411"/>
              <a:gd name="connsiteY6" fmla="*/ 205741 h 205741"/>
              <a:gd name="connsiteX7" fmla="*/ 52841 w 1184411"/>
              <a:gd name="connsiteY7" fmla="*/ 184785 h 205741"/>
              <a:gd name="connsiteX8" fmla="*/ 47126 w 1184411"/>
              <a:gd name="connsiteY8" fmla="*/ 45721 h 205741"/>
              <a:gd name="connsiteX0" fmla="*/ 50031 w 1187316"/>
              <a:gd name="connsiteY0" fmla="*/ 45721 h 205741"/>
              <a:gd name="connsiteX1" fmla="*/ 122422 w 1187316"/>
              <a:gd name="connsiteY1" fmla="*/ 0 h 205741"/>
              <a:gd name="connsiteX2" fmla="*/ 1153025 w 1187316"/>
              <a:gd name="connsiteY2" fmla="*/ 0 h 205741"/>
              <a:gd name="connsiteX3" fmla="*/ 1187316 w 1187316"/>
              <a:gd name="connsiteY3" fmla="*/ 34291 h 205741"/>
              <a:gd name="connsiteX4" fmla="*/ 1187316 w 1187316"/>
              <a:gd name="connsiteY4" fmla="*/ 171450 h 205741"/>
              <a:gd name="connsiteX5" fmla="*/ 1153025 w 1187316"/>
              <a:gd name="connsiteY5" fmla="*/ 205741 h 205741"/>
              <a:gd name="connsiteX6" fmla="*/ 6217 w 1187316"/>
              <a:gd name="connsiteY6" fmla="*/ 205741 h 205741"/>
              <a:gd name="connsiteX7" fmla="*/ 17646 w 1187316"/>
              <a:gd name="connsiteY7" fmla="*/ 144780 h 205741"/>
              <a:gd name="connsiteX8" fmla="*/ 50031 w 1187316"/>
              <a:gd name="connsiteY8" fmla="*/ 45721 h 205741"/>
              <a:gd name="connsiteX0" fmla="*/ 65418 w 1202703"/>
              <a:gd name="connsiteY0" fmla="*/ 45721 h 205741"/>
              <a:gd name="connsiteX1" fmla="*/ 137809 w 1202703"/>
              <a:gd name="connsiteY1" fmla="*/ 0 h 205741"/>
              <a:gd name="connsiteX2" fmla="*/ 1168412 w 1202703"/>
              <a:gd name="connsiteY2" fmla="*/ 0 h 205741"/>
              <a:gd name="connsiteX3" fmla="*/ 1202703 w 1202703"/>
              <a:gd name="connsiteY3" fmla="*/ 34291 h 205741"/>
              <a:gd name="connsiteX4" fmla="*/ 1202703 w 1202703"/>
              <a:gd name="connsiteY4" fmla="*/ 171450 h 205741"/>
              <a:gd name="connsiteX5" fmla="*/ 1168412 w 1202703"/>
              <a:gd name="connsiteY5" fmla="*/ 205741 h 205741"/>
              <a:gd name="connsiteX6" fmla="*/ 4459 w 1202703"/>
              <a:gd name="connsiteY6" fmla="*/ 205741 h 205741"/>
              <a:gd name="connsiteX7" fmla="*/ 33033 w 1202703"/>
              <a:gd name="connsiteY7" fmla="*/ 144780 h 205741"/>
              <a:gd name="connsiteX8" fmla="*/ 65418 w 1202703"/>
              <a:gd name="connsiteY8" fmla="*/ 45721 h 205741"/>
              <a:gd name="connsiteX0" fmla="*/ 65882 w 1203167"/>
              <a:gd name="connsiteY0" fmla="*/ 45721 h 205741"/>
              <a:gd name="connsiteX1" fmla="*/ 138273 w 1203167"/>
              <a:gd name="connsiteY1" fmla="*/ 0 h 205741"/>
              <a:gd name="connsiteX2" fmla="*/ 1168876 w 1203167"/>
              <a:gd name="connsiteY2" fmla="*/ 0 h 205741"/>
              <a:gd name="connsiteX3" fmla="*/ 1203167 w 1203167"/>
              <a:gd name="connsiteY3" fmla="*/ 34291 h 205741"/>
              <a:gd name="connsiteX4" fmla="*/ 1203167 w 1203167"/>
              <a:gd name="connsiteY4" fmla="*/ 171450 h 205741"/>
              <a:gd name="connsiteX5" fmla="*/ 1168876 w 1203167"/>
              <a:gd name="connsiteY5" fmla="*/ 205741 h 205741"/>
              <a:gd name="connsiteX6" fmla="*/ 4923 w 1203167"/>
              <a:gd name="connsiteY6" fmla="*/ 205741 h 205741"/>
              <a:gd name="connsiteX7" fmla="*/ 27782 w 1203167"/>
              <a:gd name="connsiteY7" fmla="*/ 139065 h 205741"/>
              <a:gd name="connsiteX8" fmla="*/ 65882 w 1203167"/>
              <a:gd name="connsiteY8" fmla="*/ 45721 h 205741"/>
              <a:gd name="connsiteX0" fmla="*/ 65882 w 1203167"/>
              <a:gd name="connsiteY0" fmla="*/ 45721 h 205741"/>
              <a:gd name="connsiteX1" fmla="*/ 138273 w 1203167"/>
              <a:gd name="connsiteY1" fmla="*/ 0 h 205741"/>
              <a:gd name="connsiteX2" fmla="*/ 1168876 w 1203167"/>
              <a:gd name="connsiteY2" fmla="*/ 0 h 205741"/>
              <a:gd name="connsiteX3" fmla="*/ 1203167 w 1203167"/>
              <a:gd name="connsiteY3" fmla="*/ 34291 h 205741"/>
              <a:gd name="connsiteX4" fmla="*/ 1203167 w 1203167"/>
              <a:gd name="connsiteY4" fmla="*/ 171450 h 205741"/>
              <a:gd name="connsiteX5" fmla="*/ 1168876 w 1203167"/>
              <a:gd name="connsiteY5" fmla="*/ 205741 h 205741"/>
              <a:gd name="connsiteX6" fmla="*/ 4923 w 1203167"/>
              <a:gd name="connsiteY6" fmla="*/ 205741 h 205741"/>
              <a:gd name="connsiteX7" fmla="*/ 27782 w 1203167"/>
              <a:gd name="connsiteY7" fmla="*/ 139065 h 205741"/>
              <a:gd name="connsiteX8" fmla="*/ 65882 w 1203167"/>
              <a:gd name="connsiteY8" fmla="*/ 45721 h 205741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168876 w 1214597"/>
              <a:gd name="connsiteY2" fmla="*/ 0 h 205786"/>
              <a:gd name="connsiteX3" fmla="*/ 1203167 w 1214597"/>
              <a:gd name="connsiteY3" fmla="*/ 3429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168876 w 1214597"/>
              <a:gd name="connsiteY2" fmla="*/ 0 h 205786"/>
              <a:gd name="connsiteX3" fmla="*/ 1165067 w 1214597"/>
              <a:gd name="connsiteY3" fmla="*/ 47626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7626 h 207691"/>
              <a:gd name="connsiteX1" fmla="*/ 138273 w 1214597"/>
              <a:gd name="connsiteY1" fmla="*/ 1905 h 207691"/>
              <a:gd name="connsiteX2" fmla="*/ 987901 w 1214597"/>
              <a:gd name="connsiteY2" fmla="*/ 0 h 207691"/>
              <a:gd name="connsiteX3" fmla="*/ 1165067 w 1214597"/>
              <a:gd name="connsiteY3" fmla="*/ 49531 h 207691"/>
              <a:gd name="connsiteX4" fmla="*/ 1214597 w 1214597"/>
              <a:gd name="connsiteY4" fmla="*/ 190500 h 207691"/>
              <a:gd name="connsiteX5" fmla="*/ 1168876 w 1214597"/>
              <a:gd name="connsiteY5" fmla="*/ 207646 h 207691"/>
              <a:gd name="connsiteX6" fmla="*/ 4923 w 1214597"/>
              <a:gd name="connsiteY6" fmla="*/ 207646 h 207691"/>
              <a:gd name="connsiteX7" fmla="*/ 27782 w 1214597"/>
              <a:gd name="connsiteY7" fmla="*/ 140970 h 207691"/>
              <a:gd name="connsiteX8" fmla="*/ 65882 w 1214597"/>
              <a:gd name="connsiteY8" fmla="*/ 47626 h 207691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65067 w 1214597"/>
              <a:gd name="connsiteY3" fmla="*/ 47626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46017 w 1214597"/>
              <a:gd name="connsiteY3" fmla="*/ 3810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  <a:gd name="connsiteX0" fmla="*/ 65882 w 1214597"/>
              <a:gd name="connsiteY0" fmla="*/ 45721 h 205786"/>
              <a:gd name="connsiteX1" fmla="*/ 138273 w 1214597"/>
              <a:gd name="connsiteY1" fmla="*/ 0 h 205786"/>
              <a:gd name="connsiteX2" fmla="*/ 1096486 w 1214597"/>
              <a:gd name="connsiteY2" fmla="*/ 1905 h 205786"/>
              <a:gd name="connsiteX3" fmla="*/ 1146017 w 1214597"/>
              <a:gd name="connsiteY3" fmla="*/ 38101 h 205786"/>
              <a:gd name="connsiteX4" fmla="*/ 1214597 w 1214597"/>
              <a:gd name="connsiteY4" fmla="*/ 188595 h 205786"/>
              <a:gd name="connsiteX5" fmla="*/ 1168876 w 1214597"/>
              <a:gd name="connsiteY5" fmla="*/ 205741 h 205786"/>
              <a:gd name="connsiteX6" fmla="*/ 4923 w 1214597"/>
              <a:gd name="connsiteY6" fmla="*/ 205741 h 205786"/>
              <a:gd name="connsiteX7" fmla="*/ 27782 w 1214597"/>
              <a:gd name="connsiteY7" fmla="*/ 139065 h 205786"/>
              <a:gd name="connsiteX8" fmla="*/ 65882 w 1214597"/>
              <a:gd name="connsiteY8" fmla="*/ 45721 h 20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597" h="205786">
                <a:moveTo>
                  <a:pt x="65882" y="45721"/>
                </a:moveTo>
                <a:cubicBezTo>
                  <a:pt x="71597" y="113"/>
                  <a:pt x="119335" y="0"/>
                  <a:pt x="138273" y="0"/>
                </a:cubicBezTo>
                <a:lnTo>
                  <a:pt x="1096486" y="1905"/>
                </a:lnTo>
                <a:cubicBezTo>
                  <a:pt x="1115424" y="1905"/>
                  <a:pt x="1142207" y="7733"/>
                  <a:pt x="1146017" y="38101"/>
                </a:cubicBezTo>
                <a:lnTo>
                  <a:pt x="1214597" y="188595"/>
                </a:lnTo>
                <a:cubicBezTo>
                  <a:pt x="1214597" y="207533"/>
                  <a:pt x="1187814" y="205741"/>
                  <a:pt x="1168876" y="205741"/>
                </a:cubicBezTo>
                <a:lnTo>
                  <a:pt x="4923" y="205741"/>
                </a:lnTo>
                <a:cubicBezTo>
                  <a:pt x="-14015" y="205741"/>
                  <a:pt x="27782" y="158003"/>
                  <a:pt x="27782" y="139065"/>
                </a:cubicBezTo>
                <a:lnTo>
                  <a:pt x="65882" y="45721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7572DF5-158D-B85A-8521-7AD4D2789332}"/>
              </a:ext>
            </a:extLst>
          </p:cNvPr>
          <p:cNvSpPr/>
          <p:nvPr/>
        </p:nvSpPr>
        <p:spPr>
          <a:xfrm>
            <a:off x="1182371" y="6133065"/>
            <a:ext cx="91438" cy="914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2" name="Picture 4" descr="東京メトロ、日比谷線の新型車両13000系を公開 2020年に向け、3扉と5扉が混在するすべてを4扉車両に更新 - トラベル Watch">
            <a:extLst>
              <a:ext uri="{FF2B5EF4-FFF2-40B4-BE49-F238E27FC236}">
                <a16:creationId xmlns:a16="http://schemas.microsoft.com/office/drawing/2014/main" id="{AB63F510-E611-A470-7BDF-FF3768BDA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1" t="58141" r="70473" b="40234"/>
          <a:stretch/>
        </p:blipFill>
        <p:spPr bwMode="auto">
          <a:xfrm>
            <a:off x="11343790" y="7756066"/>
            <a:ext cx="109758" cy="9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東京メトロ、日比谷線の新型車両13000系を公開 2020年に向け、3扉と5扉が混在するすべてを4扉車両に更新 - トラベル Watch">
            <a:extLst>
              <a:ext uri="{FF2B5EF4-FFF2-40B4-BE49-F238E27FC236}">
                <a16:creationId xmlns:a16="http://schemas.microsoft.com/office/drawing/2014/main" id="{42B5D849-531C-C86C-2FF7-6B2C19FEF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3" r="24167"/>
          <a:stretch/>
        </p:blipFill>
        <p:spPr bwMode="auto">
          <a:xfrm>
            <a:off x="3091526" y="3261990"/>
            <a:ext cx="484632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BE57B37-4FFB-5383-BF5E-4376051D2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</a:extLst>
          </a:blip>
          <a:srcRect l="14531"/>
          <a:stretch/>
        </p:blipFill>
        <p:spPr>
          <a:xfrm>
            <a:off x="16672561" y="6871138"/>
            <a:ext cx="1431074" cy="192304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2E46F43-28E3-AADE-0D87-D7D56CE591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</a:extLst>
          </a:blip>
          <a:srcRect l="14531"/>
          <a:stretch/>
        </p:blipFill>
        <p:spPr>
          <a:xfrm flipH="1">
            <a:off x="12223950" y="6799567"/>
            <a:ext cx="1373416" cy="199605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37DA7A-D86B-3089-9A30-547D40F8AC09}"/>
              </a:ext>
            </a:extLst>
          </p:cNvPr>
          <p:cNvSpPr/>
          <p:nvPr/>
        </p:nvSpPr>
        <p:spPr>
          <a:xfrm>
            <a:off x="9277006" y="4564772"/>
            <a:ext cx="1528504" cy="1937628"/>
          </a:xfrm>
          <a:custGeom>
            <a:avLst/>
            <a:gdLst>
              <a:gd name="connsiteX0" fmla="*/ 679468 w 764252"/>
              <a:gd name="connsiteY0" fmla="*/ 733982 h 968814"/>
              <a:gd name="connsiteX1" fmla="*/ 745134 w 764252"/>
              <a:gd name="connsiteY1" fmla="*/ 733982 h 968814"/>
              <a:gd name="connsiteX2" fmla="*/ 679370 w 764252"/>
              <a:gd name="connsiteY2" fmla="*/ 735638 h 968814"/>
              <a:gd name="connsiteX3" fmla="*/ 764134 w 764252"/>
              <a:gd name="connsiteY3" fmla="*/ 0 h 968814"/>
              <a:gd name="connsiteX4" fmla="*/ 764252 w 764252"/>
              <a:gd name="connsiteY4" fmla="*/ 0 h 968814"/>
              <a:gd name="connsiteX5" fmla="*/ 764252 w 764252"/>
              <a:gd name="connsiteY5" fmla="*/ 968814 h 968814"/>
              <a:gd name="connsiteX6" fmla="*/ 748495 w 764252"/>
              <a:gd name="connsiteY6" fmla="*/ 968814 h 968814"/>
              <a:gd name="connsiteX7" fmla="*/ 758569 w 764252"/>
              <a:gd name="connsiteY7" fmla="*/ 964988 h 968814"/>
              <a:gd name="connsiteX8" fmla="*/ 764134 w 764252"/>
              <a:gd name="connsiteY8" fmla="*/ 952669 h 968814"/>
              <a:gd name="connsiteX9" fmla="*/ 764134 w 764252"/>
              <a:gd name="connsiteY9" fmla="*/ 751404 h 968814"/>
              <a:gd name="connsiteX10" fmla="*/ 745134 w 764252"/>
              <a:gd name="connsiteY10" fmla="*/ 733982 h 968814"/>
              <a:gd name="connsiteX11" fmla="*/ 764134 w 764252"/>
              <a:gd name="connsiteY11" fmla="*/ 733982 h 968814"/>
              <a:gd name="connsiteX12" fmla="*/ 0 w 764252"/>
              <a:gd name="connsiteY12" fmla="*/ 0 h 968814"/>
              <a:gd name="connsiteX13" fmla="*/ 241 w 764252"/>
              <a:gd name="connsiteY13" fmla="*/ 0 h 968814"/>
              <a:gd name="connsiteX14" fmla="*/ 35708 w 764252"/>
              <a:gd name="connsiteY14" fmla="*/ 683924 h 968814"/>
              <a:gd name="connsiteX15" fmla="*/ 41749 w 764252"/>
              <a:gd name="connsiteY15" fmla="*/ 683612 h 968814"/>
              <a:gd name="connsiteX16" fmla="*/ 47343 w 764252"/>
              <a:gd name="connsiteY16" fmla="*/ 696045 h 968814"/>
              <a:gd name="connsiteX17" fmla="*/ 121012 w 764252"/>
              <a:gd name="connsiteY17" fmla="*/ 729101 h 968814"/>
              <a:gd name="connsiteX18" fmla="*/ 128923 w 764252"/>
              <a:gd name="connsiteY18" fmla="*/ 729819 h 968814"/>
              <a:gd name="connsiteX19" fmla="*/ 128923 w 764252"/>
              <a:gd name="connsiteY19" fmla="*/ 733982 h 968814"/>
              <a:gd name="connsiteX20" fmla="*/ 148102 w 764252"/>
              <a:gd name="connsiteY20" fmla="*/ 733982 h 968814"/>
              <a:gd name="connsiteX21" fmla="*/ 475697 w 764252"/>
              <a:gd name="connsiteY21" fmla="*/ 753263 h 968814"/>
              <a:gd name="connsiteX22" fmla="*/ 499157 w 764252"/>
              <a:gd name="connsiteY22" fmla="*/ 761846 h 968814"/>
              <a:gd name="connsiteX23" fmla="*/ 511266 w 764252"/>
              <a:gd name="connsiteY23" fmla="*/ 770409 h 968814"/>
              <a:gd name="connsiteX24" fmla="*/ 635627 w 764252"/>
              <a:gd name="connsiteY24" fmla="*/ 964072 h 968814"/>
              <a:gd name="connsiteX25" fmla="*/ 639194 w 764252"/>
              <a:gd name="connsiteY25" fmla="*/ 968814 h 968814"/>
              <a:gd name="connsiteX26" fmla="*/ 0 w 764252"/>
              <a:gd name="connsiteY26" fmla="*/ 968814 h 96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4252" h="968814">
                <a:moveTo>
                  <a:pt x="679468" y="733982"/>
                </a:moveTo>
                <a:lnTo>
                  <a:pt x="745134" y="733982"/>
                </a:lnTo>
                <a:lnTo>
                  <a:pt x="679370" y="735638"/>
                </a:lnTo>
                <a:close/>
                <a:moveTo>
                  <a:pt x="764134" y="0"/>
                </a:moveTo>
                <a:lnTo>
                  <a:pt x="764252" y="0"/>
                </a:lnTo>
                <a:lnTo>
                  <a:pt x="764252" y="968814"/>
                </a:lnTo>
                <a:lnTo>
                  <a:pt x="748495" y="968814"/>
                </a:lnTo>
                <a:lnTo>
                  <a:pt x="758569" y="964988"/>
                </a:lnTo>
                <a:cubicBezTo>
                  <a:pt x="762008" y="961836"/>
                  <a:pt x="764134" y="957480"/>
                  <a:pt x="764134" y="952669"/>
                </a:cubicBezTo>
                <a:lnTo>
                  <a:pt x="764134" y="751404"/>
                </a:lnTo>
                <a:cubicBezTo>
                  <a:pt x="764134" y="741781"/>
                  <a:pt x="755628" y="733982"/>
                  <a:pt x="745134" y="733982"/>
                </a:cubicBezTo>
                <a:lnTo>
                  <a:pt x="764134" y="733982"/>
                </a:lnTo>
                <a:close/>
                <a:moveTo>
                  <a:pt x="0" y="0"/>
                </a:moveTo>
                <a:lnTo>
                  <a:pt x="241" y="0"/>
                </a:lnTo>
                <a:lnTo>
                  <a:pt x="35708" y="683924"/>
                </a:lnTo>
                <a:lnTo>
                  <a:pt x="41749" y="683612"/>
                </a:lnTo>
                <a:lnTo>
                  <a:pt x="47343" y="696045"/>
                </a:lnTo>
                <a:cubicBezTo>
                  <a:pt x="61353" y="710908"/>
                  <a:pt x="87888" y="722815"/>
                  <a:pt x="121012" y="729101"/>
                </a:cubicBezTo>
                <a:lnTo>
                  <a:pt x="128923" y="729819"/>
                </a:lnTo>
                <a:lnTo>
                  <a:pt x="128923" y="733982"/>
                </a:lnTo>
                <a:lnTo>
                  <a:pt x="148102" y="733982"/>
                </a:lnTo>
                <a:lnTo>
                  <a:pt x="475697" y="753263"/>
                </a:lnTo>
                <a:lnTo>
                  <a:pt x="499157" y="761846"/>
                </a:lnTo>
                <a:cubicBezTo>
                  <a:pt x="506357" y="764999"/>
                  <a:pt x="511266" y="768004"/>
                  <a:pt x="511266" y="770409"/>
                </a:cubicBezTo>
                <a:cubicBezTo>
                  <a:pt x="558938" y="812791"/>
                  <a:pt x="635627" y="896984"/>
                  <a:pt x="635627" y="964072"/>
                </a:cubicBezTo>
                <a:lnTo>
                  <a:pt x="639194" y="968814"/>
                </a:lnTo>
                <a:lnTo>
                  <a:pt x="0" y="968814"/>
                </a:lnTo>
                <a:close/>
              </a:path>
            </a:pathLst>
          </a:custGeom>
          <a:gradFill>
            <a:gsLst>
              <a:gs pos="49000">
                <a:srgbClr val="FEFEFE"/>
              </a:gs>
              <a:gs pos="71000">
                <a:srgbClr val="B0B1B1"/>
              </a:gs>
              <a:gs pos="100000">
                <a:srgbClr val="72787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E2B6048-A4B4-BC2D-4AA7-31E9DFAED5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57"/>
          <a:stretch/>
        </p:blipFill>
        <p:spPr>
          <a:xfrm>
            <a:off x="12221032" y="6916436"/>
            <a:ext cx="1339328" cy="187774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6C9D9A1-CA33-138A-9285-C573732E1D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57"/>
          <a:stretch/>
        </p:blipFill>
        <p:spPr>
          <a:xfrm flipH="1">
            <a:off x="16706850" y="6916436"/>
            <a:ext cx="1396784" cy="187918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BE53EAE-12A0-539E-49E7-5C08E83A11BD}"/>
              </a:ext>
            </a:extLst>
          </p:cNvPr>
          <p:cNvSpPr/>
          <p:nvPr/>
        </p:nvSpPr>
        <p:spPr>
          <a:xfrm>
            <a:off x="12698839" y="7514563"/>
            <a:ext cx="62340" cy="61290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E9BDB8-B9B0-C555-CADC-2B7034719E63}"/>
              </a:ext>
            </a:extLst>
          </p:cNvPr>
          <p:cNvSpPr/>
          <p:nvPr/>
        </p:nvSpPr>
        <p:spPr>
          <a:xfrm>
            <a:off x="12580000" y="751576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25F118-EE7A-0489-5F4B-6CC640B7CA10}"/>
              </a:ext>
            </a:extLst>
          </p:cNvPr>
          <p:cNvSpPr/>
          <p:nvPr/>
        </p:nvSpPr>
        <p:spPr>
          <a:xfrm>
            <a:off x="12590008" y="7614886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2295B-4AA4-C806-41F5-F863DBC9C513}"/>
              </a:ext>
            </a:extLst>
          </p:cNvPr>
          <p:cNvSpPr/>
          <p:nvPr/>
        </p:nvSpPr>
        <p:spPr>
          <a:xfrm>
            <a:off x="12613107" y="7725115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A7797B-4732-9E4D-C85C-A67D9A7165E7}"/>
              </a:ext>
            </a:extLst>
          </p:cNvPr>
          <p:cNvSpPr/>
          <p:nvPr/>
        </p:nvSpPr>
        <p:spPr>
          <a:xfrm>
            <a:off x="12639125" y="7814982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48BD20-A243-96BC-8CCD-94E1A2442B81}"/>
              </a:ext>
            </a:extLst>
          </p:cNvPr>
          <p:cNvSpPr/>
          <p:nvPr/>
        </p:nvSpPr>
        <p:spPr>
          <a:xfrm>
            <a:off x="12662393" y="791776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50DF982-C26E-5586-4BF7-58A883D47FBC}"/>
              </a:ext>
            </a:extLst>
          </p:cNvPr>
          <p:cNvSpPr/>
          <p:nvPr/>
        </p:nvSpPr>
        <p:spPr>
          <a:xfrm>
            <a:off x="12722436" y="754065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C61381-2D64-FBF7-2DB5-0B2B0FC9F222}"/>
              </a:ext>
            </a:extLst>
          </p:cNvPr>
          <p:cNvSpPr/>
          <p:nvPr/>
        </p:nvSpPr>
        <p:spPr>
          <a:xfrm>
            <a:off x="12602911" y="754237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2BAD40-ECE9-A5B8-5919-019E890FFB3C}"/>
              </a:ext>
            </a:extLst>
          </p:cNvPr>
          <p:cNvSpPr/>
          <p:nvPr/>
        </p:nvSpPr>
        <p:spPr>
          <a:xfrm>
            <a:off x="12614888" y="763503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59E445-7FAB-4C20-7231-225FD3A22DCC}"/>
              </a:ext>
            </a:extLst>
          </p:cNvPr>
          <p:cNvSpPr/>
          <p:nvPr/>
        </p:nvSpPr>
        <p:spPr>
          <a:xfrm>
            <a:off x="12635680" y="774334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873BDC-779B-A589-B20E-B301496433BA}"/>
              </a:ext>
            </a:extLst>
          </p:cNvPr>
          <p:cNvSpPr/>
          <p:nvPr/>
        </p:nvSpPr>
        <p:spPr>
          <a:xfrm>
            <a:off x="12662963" y="7835525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97905C-A2C2-6EC0-A547-996D1A858943}"/>
              </a:ext>
            </a:extLst>
          </p:cNvPr>
          <p:cNvSpPr/>
          <p:nvPr/>
        </p:nvSpPr>
        <p:spPr>
          <a:xfrm>
            <a:off x="12686745" y="794096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4977C102-365D-9318-77A8-E08A4BE0B7B4}"/>
              </a:ext>
            </a:extLst>
          </p:cNvPr>
          <p:cNvSpPr/>
          <p:nvPr/>
        </p:nvSpPr>
        <p:spPr>
          <a:xfrm>
            <a:off x="17558506" y="7493825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BF62F1DA-67A8-2097-0C55-9C86AB6FD495}"/>
              </a:ext>
            </a:extLst>
          </p:cNvPr>
          <p:cNvSpPr/>
          <p:nvPr/>
        </p:nvSpPr>
        <p:spPr>
          <a:xfrm>
            <a:off x="17582858" y="751703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B33A583B-499D-A1FB-0C14-ADF7BE623A1F}"/>
              </a:ext>
            </a:extLst>
          </p:cNvPr>
          <p:cNvSpPr/>
          <p:nvPr/>
        </p:nvSpPr>
        <p:spPr>
          <a:xfrm>
            <a:off x="17678796" y="749302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AA9AFDD9-1D6B-0DF3-F031-2D1D4A2755A2}"/>
              </a:ext>
            </a:extLst>
          </p:cNvPr>
          <p:cNvSpPr/>
          <p:nvPr/>
        </p:nvSpPr>
        <p:spPr>
          <a:xfrm>
            <a:off x="17702076" y="751703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B8C4DF6B-2357-F5E2-6C8B-CB97D4D0F165}"/>
              </a:ext>
            </a:extLst>
          </p:cNvPr>
          <p:cNvSpPr/>
          <p:nvPr/>
        </p:nvSpPr>
        <p:spPr>
          <a:xfrm>
            <a:off x="17661669" y="760327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Oval 1053">
            <a:extLst>
              <a:ext uri="{FF2B5EF4-FFF2-40B4-BE49-F238E27FC236}">
                <a16:creationId xmlns:a16="http://schemas.microsoft.com/office/drawing/2014/main" id="{859D8633-0715-CD3D-00A5-99E585A247F1}"/>
              </a:ext>
            </a:extLst>
          </p:cNvPr>
          <p:cNvSpPr/>
          <p:nvPr/>
        </p:nvSpPr>
        <p:spPr>
          <a:xfrm>
            <a:off x="17684949" y="762728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Oval 1054">
            <a:extLst>
              <a:ext uri="{FF2B5EF4-FFF2-40B4-BE49-F238E27FC236}">
                <a16:creationId xmlns:a16="http://schemas.microsoft.com/office/drawing/2014/main" id="{E53F93DE-3ECB-4BE5-A138-BA19F552E1EC}"/>
              </a:ext>
            </a:extLst>
          </p:cNvPr>
          <p:cNvSpPr/>
          <p:nvPr/>
        </p:nvSpPr>
        <p:spPr>
          <a:xfrm>
            <a:off x="17640441" y="7705236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Oval 1055">
            <a:extLst>
              <a:ext uri="{FF2B5EF4-FFF2-40B4-BE49-F238E27FC236}">
                <a16:creationId xmlns:a16="http://schemas.microsoft.com/office/drawing/2014/main" id="{C2341E17-1565-6AC8-B802-90887E13B5B9}"/>
              </a:ext>
            </a:extLst>
          </p:cNvPr>
          <p:cNvSpPr/>
          <p:nvPr/>
        </p:nvSpPr>
        <p:spPr>
          <a:xfrm>
            <a:off x="17664793" y="7728443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48F11DA9-913D-25F0-EF18-E8829FAD42A3}"/>
              </a:ext>
            </a:extLst>
          </p:cNvPr>
          <p:cNvSpPr/>
          <p:nvPr/>
        </p:nvSpPr>
        <p:spPr>
          <a:xfrm>
            <a:off x="17612969" y="780238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Oval 1057">
            <a:extLst>
              <a:ext uri="{FF2B5EF4-FFF2-40B4-BE49-F238E27FC236}">
                <a16:creationId xmlns:a16="http://schemas.microsoft.com/office/drawing/2014/main" id="{9E6209BB-A917-373D-7798-5BDA5EA86165}"/>
              </a:ext>
            </a:extLst>
          </p:cNvPr>
          <p:cNvSpPr/>
          <p:nvPr/>
        </p:nvSpPr>
        <p:spPr>
          <a:xfrm>
            <a:off x="17637321" y="782559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FF16E428-F6E7-D354-0F9B-439A0F541B82}"/>
              </a:ext>
            </a:extLst>
          </p:cNvPr>
          <p:cNvSpPr/>
          <p:nvPr/>
        </p:nvSpPr>
        <p:spPr>
          <a:xfrm>
            <a:off x="17582858" y="791056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74AA92C8-500A-656D-69CC-4379E1F29656}"/>
              </a:ext>
            </a:extLst>
          </p:cNvPr>
          <p:cNvSpPr/>
          <p:nvPr/>
        </p:nvSpPr>
        <p:spPr>
          <a:xfrm>
            <a:off x="17607210" y="793376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8E693F-D9CD-DAE8-14C0-6072AE43AC94}"/>
              </a:ext>
            </a:extLst>
          </p:cNvPr>
          <p:cNvSpPr/>
          <p:nvPr/>
        </p:nvSpPr>
        <p:spPr>
          <a:xfrm>
            <a:off x="12809953" y="752824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0828D5C-78E4-40CC-15A5-07BD5AFAEEE0}"/>
              </a:ext>
            </a:extLst>
          </p:cNvPr>
          <p:cNvSpPr/>
          <p:nvPr/>
        </p:nvSpPr>
        <p:spPr>
          <a:xfrm>
            <a:off x="12832864" y="7554852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7A305F-D9F3-EF90-46F5-C6B1585F0816}"/>
              </a:ext>
            </a:extLst>
          </p:cNvPr>
          <p:cNvSpPr/>
          <p:nvPr/>
        </p:nvSpPr>
        <p:spPr>
          <a:xfrm>
            <a:off x="13051471" y="7560836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C13545-2F9A-18D7-DF54-3FF71D855B45}"/>
              </a:ext>
            </a:extLst>
          </p:cNvPr>
          <p:cNvSpPr/>
          <p:nvPr/>
        </p:nvSpPr>
        <p:spPr>
          <a:xfrm>
            <a:off x="13074382" y="7587444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D14671-5EA6-6DBD-C775-83B99395BD91}"/>
              </a:ext>
            </a:extLst>
          </p:cNvPr>
          <p:cNvSpPr/>
          <p:nvPr/>
        </p:nvSpPr>
        <p:spPr>
          <a:xfrm>
            <a:off x="13175487" y="7570931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DBE179E-D386-3537-CC28-CDBA6506D3D5}"/>
              </a:ext>
            </a:extLst>
          </p:cNvPr>
          <p:cNvSpPr/>
          <p:nvPr/>
        </p:nvSpPr>
        <p:spPr>
          <a:xfrm>
            <a:off x="13198398" y="7597539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389CC3-C07A-56E1-7861-8AB583BA3D47}"/>
              </a:ext>
            </a:extLst>
          </p:cNvPr>
          <p:cNvSpPr/>
          <p:nvPr/>
        </p:nvSpPr>
        <p:spPr>
          <a:xfrm>
            <a:off x="12927456" y="7546348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99AA48F-0984-03AA-0F36-BE6237535B36}"/>
              </a:ext>
            </a:extLst>
          </p:cNvPr>
          <p:cNvSpPr/>
          <p:nvPr/>
        </p:nvSpPr>
        <p:spPr>
          <a:xfrm>
            <a:off x="12950367" y="7572956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CA2D26CA-A211-5428-E30A-4E3875801C8B}"/>
              </a:ext>
            </a:extLst>
          </p:cNvPr>
          <p:cNvSpPr/>
          <p:nvPr/>
        </p:nvSpPr>
        <p:spPr>
          <a:xfrm>
            <a:off x="17740130" y="7686078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2FC5D653-ADB3-1B3A-75EE-D8205FFCC687}"/>
              </a:ext>
            </a:extLst>
          </p:cNvPr>
          <p:cNvSpPr/>
          <p:nvPr/>
        </p:nvSpPr>
        <p:spPr>
          <a:xfrm>
            <a:off x="17062666" y="755830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40D8E35C-2E8F-61B0-1B22-8C32794BE1E8}"/>
              </a:ext>
            </a:extLst>
          </p:cNvPr>
          <p:cNvSpPr/>
          <p:nvPr/>
        </p:nvSpPr>
        <p:spPr>
          <a:xfrm>
            <a:off x="17087018" y="758151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D8C3F39F-D2C4-6098-BC87-9D5E00334472}"/>
              </a:ext>
            </a:extLst>
          </p:cNvPr>
          <p:cNvSpPr/>
          <p:nvPr/>
        </p:nvSpPr>
        <p:spPr>
          <a:xfrm>
            <a:off x="17183494" y="7543934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DF4BC2D9-996A-7FB8-76CC-A17EAD586A25}"/>
              </a:ext>
            </a:extLst>
          </p:cNvPr>
          <p:cNvSpPr/>
          <p:nvPr/>
        </p:nvSpPr>
        <p:spPr>
          <a:xfrm>
            <a:off x="17207846" y="7567141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8D8AC637-13C3-39B8-8997-5A6D2BCFDFED}"/>
              </a:ext>
            </a:extLst>
          </p:cNvPr>
          <p:cNvSpPr/>
          <p:nvPr/>
        </p:nvSpPr>
        <p:spPr>
          <a:xfrm>
            <a:off x="17309134" y="7521043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AD191B61-FA67-DB37-37EB-30822330B27D}"/>
              </a:ext>
            </a:extLst>
          </p:cNvPr>
          <p:cNvSpPr/>
          <p:nvPr/>
        </p:nvSpPr>
        <p:spPr>
          <a:xfrm>
            <a:off x="17333486" y="7544250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84288CC1-444E-5E90-4D2E-8E7650DF2DB3}"/>
              </a:ext>
            </a:extLst>
          </p:cNvPr>
          <p:cNvSpPr/>
          <p:nvPr/>
        </p:nvSpPr>
        <p:spPr>
          <a:xfrm>
            <a:off x="17441614" y="7506850"/>
            <a:ext cx="62340" cy="55217"/>
          </a:xfrm>
          <a:prstGeom prst="ellipse">
            <a:avLst/>
          </a:prstGeom>
          <a:solidFill>
            <a:srgbClr val="707B84"/>
          </a:solidFill>
          <a:ln>
            <a:noFill/>
          </a:ln>
          <a:effectLst>
            <a:glow rad="25400">
              <a:srgbClr val="707B84">
                <a:alpha val="8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F409818-2B75-1567-A519-978FE114321F}"/>
              </a:ext>
            </a:extLst>
          </p:cNvPr>
          <p:cNvSpPr/>
          <p:nvPr/>
        </p:nvSpPr>
        <p:spPr>
          <a:xfrm>
            <a:off x="17465966" y="7530057"/>
            <a:ext cx="7200" cy="7200"/>
          </a:xfrm>
          <a:prstGeom prst="ellipse">
            <a:avLst/>
          </a:prstGeom>
          <a:solidFill>
            <a:srgbClr val="212121"/>
          </a:solidFill>
          <a:ln>
            <a:noFill/>
          </a:ln>
          <a:effectLst>
            <a:glow rad="38100">
              <a:schemeClr val="tx1"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5D30D996-D749-6F0F-8795-E24FA7FBCD14}"/>
              </a:ext>
            </a:extLst>
          </p:cNvPr>
          <p:cNvSpPr/>
          <p:nvPr/>
        </p:nvSpPr>
        <p:spPr>
          <a:xfrm>
            <a:off x="12808140" y="7940214"/>
            <a:ext cx="572464" cy="123857"/>
          </a:xfrm>
          <a:custGeom>
            <a:avLst/>
            <a:gdLst>
              <a:gd name="connsiteX0" fmla="*/ 0 w 613280"/>
              <a:gd name="connsiteY0" fmla="*/ 0 h 113558"/>
              <a:gd name="connsiteX1" fmla="*/ 613280 w 613280"/>
              <a:gd name="connsiteY1" fmla="*/ 0 h 113558"/>
              <a:gd name="connsiteX2" fmla="*/ 613280 w 613280"/>
              <a:gd name="connsiteY2" fmla="*/ 113558 h 113558"/>
              <a:gd name="connsiteX3" fmla="*/ 0 w 613280"/>
              <a:gd name="connsiteY3" fmla="*/ 113558 h 113558"/>
              <a:gd name="connsiteX4" fmla="*/ 0 w 613280"/>
              <a:gd name="connsiteY4" fmla="*/ 0 h 113558"/>
              <a:gd name="connsiteX0" fmla="*/ 0 w 613280"/>
              <a:gd name="connsiteY0" fmla="*/ 0 h 159278"/>
              <a:gd name="connsiteX1" fmla="*/ 613280 w 613280"/>
              <a:gd name="connsiteY1" fmla="*/ 0 h 159278"/>
              <a:gd name="connsiteX2" fmla="*/ 609470 w 613280"/>
              <a:gd name="connsiteY2" fmla="*/ 159278 h 159278"/>
              <a:gd name="connsiteX3" fmla="*/ 0 w 613280"/>
              <a:gd name="connsiteY3" fmla="*/ 113558 h 159278"/>
              <a:gd name="connsiteX4" fmla="*/ 0 w 613280"/>
              <a:gd name="connsiteY4" fmla="*/ 0 h 159278"/>
              <a:gd name="connsiteX0" fmla="*/ 0 w 611375"/>
              <a:gd name="connsiteY0" fmla="*/ 0 h 159278"/>
              <a:gd name="connsiteX1" fmla="*/ 611375 w 611375"/>
              <a:gd name="connsiteY1" fmla="*/ 66675 h 159278"/>
              <a:gd name="connsiteX2" fmla="*/ 609470 w 611375"/>
              <a:gd name="connsiteY2" fmla="*/ 159278 h 159278"/>
              <a:gd name="connsiteX3" fmla="*/ 0 w 611375"/>
              <a:gd name="connsiteY3" fmla="*/ 113558 h 159278"/>
              <a:gd name="connsiteX4" fmla="*/ 0 w 611375"/>
              <a:gd name="connsiteY4" fmla="*/ 0 h 159278"/>
              <a:gd name="connsiteX0" fmla="*/ 0 w 611375"/>
              <a:gd name="connsiteY0" fmla="*/ 0 h 212354"/>
              <a:gd name="connsiteX1" fmla="*/ 611375 w 611375"/>
              <a:gd name="connsiteY1" fmla="*/ 66675 h 212354"/>
              <a:gd name="connsiteX2" fmla="*/ 609470 w 611375"/>
              <a:gd name="connsiteY2" fmla="*/ 212354 h 212354"/>
              <a:gd name="connsiteX3" fmla="*/ 0 w 611375"/>
              <a:gd name="connsiteY3" fmla="*/ 113558 h 212354"/>
              <a:gd name="connsiteX4" fmla="*/ 0 w 611375"/>
              <a:gd name="connsiteY4" fmla="*/ 0 h 212354"/>
              <a:gd name="connsiteX0" fmla="*/ 0 w 611375"/>
              <a:gd name="connsiteY0" fmla="*/ 0 h 191713"/>
              <a:gd name="connsiteX1" fmla="*/ 611375 w 611375"/>
              <a:gd name="connsiteY1" fmla="*/ 66675 h 191713"/>
              <a:gd name="connsiteX2" fmla="*/ 609470 w 611375"/>
              <a:gd name="connsiteY2" fmla="*/ 191713 h 191713"/>
              <a:gd name="connsiteX3" fmla="*/ 0 w 611375"/>
              <a:gd name="connsiteY3" fmla="*/ 113558 h 191713"/>
              <a:gd name="connsiteX4" fmla="*/ 0 w 611375"/>
              <a:gd name="connsiteY4" fmla="*/ 0 h 191713"/>
              <a:gd name="connsiteX0" fmla="*/ 0 w 611375"/>
              <a:gd name="connsiteY0" fmla="*/ 0 h 191713"/>
              <a:gd name="connsiteX1" fmla="*/ 611375 w 611375"/>
              <a:gd name="connsiteY1" fmla="*/ 84368 h 191713"/>
              <a:gd name="connsiteX2" fmla="*/ 609470 w 611375"/>
              <a:gd name="connsiteY2" fmla="*/ 191713 h 191713"/>
              <a:gd name="connsiteX3" fmla="*/ 0 w 611375"/>
              <a:gd name="connsiteY3" fmla="*/ 113558 h 191713"/>
              <a:gd name="connsiteX4" fmla="*/ 0 w 611375"/>
              <a:gd name="connsiteY4" fmla="*/ 0 h 19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375" h="191713">
                <a:moveTo>
                  <a:pt x="0" y="0"/>
                </a:moveTo>
                <a:lnTo>
                  <a:pt x="611375" y="84368"/>
                </a:lnTo>
                <a:lnTo>
                  <a:pt x="609470" y="191713"/>
                </a:lnTo>
                <a:lnTo>
                  <a:pt x="0" y="11355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87F"/>
              </a:gs>
              <a:gs pos="69000">
                <a:srgbClr val="C7584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  <a:effectLst>
            <a:glow rad="63500">
              <a:srgbClr val="C7584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CE278245-3E4E-6CF1-46E0-B139254405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660" y="5768339"/>
            <a:ext cx="2438400" cy="2438400"/>
          </a:xfrm>
          <a:prstGeom prst="rect">
            <a:avLst/>
          </a:prstGeom>
        </p:spPr>
      </p:pic>
      <p:sp>
        <p:nvSpPr>
          <p:cNvPr id="1043" name="Rectangle 1039">
            <a:extLst>
              <a:ext uri="{FF2B5EF4-FFF2-40B4-BE49-F238E27FC236}">
                <a16:creationId xmlns:a16="http://schemas.microsoft.com/office/drawing/2014/main" id="{7D126A65-50F8-F20A-E956-AB218D286F28}"/>
              </a:ext>
            </a:extLst>
          </p:cNvPr>
          <p:cNvSpPr/>
          <p:nvPr/>
        </p:nvSpPr>
        <p:spPr>
          <a:xfrm flipH="1">
            <a:off x="16949866" y="7927450"/>
            <a:ext cx="530360" cy="144863"/>
          </a:xfrm>
          <a:custGeom>
            <a:avLst/>
            <a:gdLst>
              <a:gd name="connsiteX0" fmla="*/ 0 w 613280"/>
              <a:gd name="connsiteY0" fmla="*/ 0 h 113558"/>
              <a:gd name="connsiteX1" fmla="*/ 613280 w 613280"/>
              <a:gd name="connsiteY1" fmla="*/ 0 h 113558"/>
              <a:gd name="connsiteX2" fmla="*/ 613280 w 613280"/>
              <a:gd name="connsiteY2" fmla="*/ 113558 h 113558"/>
              <a:gd name="connsiteX3" fmla="*/ 0 w 613280"/>
              <a:gd name="connsiteY3" fmla="*/ 113558 h 113558"/>
              <a:gd name="connsiteX4" fmla="*/ 0 w 613280"/>
              <a:gd name="connsiteY4" fmla="*/ 0 h 113558"/>
              <a:gd name="connsiteX0" fmla="*/ 0 w 613280"/>
              <a:gd name="connsiteY0" fmla="*/ 0 h 159278"/>
              <a:gd name="connsiteX1" fmla="*/ 613280 w 613280"/>
              <a:gd name="connsiteY1" fmla="*/ 0 h 159278"/>
              <a:gd name="connsiteX2" fmla="*/ 609470 w 613280"/>
              <a:gd name="connsiteY2" fmla="*/ 159278 h 159278"/>
              <a:gd name="connsiteX3" fmla="*/ 0 w 613280"/>
              <a:gd name="connsiteY3" fmla="*/ 113558 h 159278"/>
              <a:gd name="connsiteX4" fmla="*/ 0 w 613280"/>
              <a:gd name="connsiteY4" fmla="*/ 0 h 159278"/>
              <a:gd name="connsiteX0" fmla="*/ 0 w 611375"/>
              <a:gd name="connsiteY0" fmla="*/ 0 h 159278"/>
              <a:gd name="connsiteX1" fmla="*/ 611375 w 611375"/>
              <a:gd name="connsiteY1" fmla="*/ 66675 h 159278"/>
              <a:gd name="connsiteX2" fmla="*/ 609470 w 611375"/>
              <a:gd name="connsiteY2" fmla="*/ 159278 h 159278"/>
              <a:gd name="connsiteX3" fmla="*/ 0 w 611375"/>
              <a:gd name="connsiteY3" fmla="*/ 113558 h 159278"/>
              <a:gd name="connsiteX4" fmla="*/ 0 w 611375"/>
              <a:gd name="connsiteY4" fmla="*/ 0 h 159278"/>
              <a:gd name="connsiteX0" fmla="*/ 0 w 611375"/>
              <a:gd name="connsiteY0" fmla="*/ 0 h 159278"/>
              <a:gd name="connsiteX1" fmla="*/ 611375 w 611375"/>
              <a:gd name="connsiteY1" fmla="*/ 76178 h 159278"/>
              <a:gd name="connsiteX2" fmla="*/ 609470 w 611375"/>
              <a:gd name="connsiteY2" fmla="*/ 159278 h 159278"/>
              <a:gd name="connsiteX3" fmla="*/ 0 w 611375"/>
              <a:gd name="connsiteY3" fmla="*/ 113558 h 159278"/>
              <a:gd name="connsiteX4" fmla="*/ 0 w 611375"/>
              <a:gd name="connsiteY4" fmla="*/ 0 h 159278"/>
              <a:gd name="connsiteX0" fmla="*/ 0 w 611375"/>
              <a:gd name="connsiteY0" fmla="*/ 0 h 180660"/>
              <a:gd name="connsiteX1" fmla="*/ 611375 w 611375"/>
              <a:gd name="connsiteY1" fmla="*/ 76178 h 180660"/>
              <a:gd name="connsiteX2" fmla="*/ 609469 w 611375"/>
              <a:gd name="connsiteY2" fmla="*/ 180660 h 180660"/>
              <a:gd name="connsiteX3" fmla="*/ 0 w 611375"/>
              <a:gd name="connsiteY3" fmla="*/ 113558 h 180660"/>
              <a:gd name="connsiteX4" fmla="*/ 0 w 611375"/>
              <a:gd name="connsiteY4" fmla="*/ 0 h 18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375" h="180660">
                <a:moveTo>
                  <a:pt x="0" y="0"/>
                </a:moveTo>
                <a:lnTo>
                  <a:pt x="611375" y="76178"/>
                </a:lnTo>
                <a:cubicBezTo>
                  <a:pt x="610740" y="111005"/>
                  <a:pt x="610104" y="145833"/>
                  <a:pt x="609469" y="180660"/>
                </a:cubicBezTo>
                <a:lnTo>
                  <a:pt x="0" y="11355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87F"/>
              </a:gs>
              <a:gs pos="69000">
                <a:srgbClr val="C7584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  <a:effectLst>
            <a:glow rad="63500">
              <a:srgbClr val="C7584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680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691EDA-C634-AB01-90CD-244C86913BC6}"/>
              </a:ext>
            </a:extLst>
          </p:cNvPr>
          <p:cNvSpPr/>
          <p:nvPr/>
        </p:nvSpPr>
        <p:spPr>
          <a:xfrm>
            <a:off x="525897" y="5504688"/>
            <a:ext cx="19034578" cy="5120640"/>
          </a:xfrm>
          <a:prstGeom prst="rect">
            <a:avLst/>
          </a:prstGeom>
          <a:gradFill flip="none" rotWithShape="1">
            <a:gsLst>
              <a:gs pos="0">
                <a:srgbClr val="A5AAB5"/>
              </a:gs>
              <a:gs pos="100000">
                <a:srgbClr val="767C7F"/>
              </a:gs>
              <a:gs pos="19000">
                <a:srgbClr val="D4D4DA"/>
              </a:gs>
              <a:gs pos="46000">
                <a:srgbClr val="A8AEB8"/>
              </a:gs>
              <a:gs pos="97000">
                <a:srgbClr val="C2C3C8"/>
              </a:gs>
              <a:gs pos="67000">
                <a:srgbClr val="D4D4D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B32730-66A1-E6E0-4FB8-5F40BFF4CB1F}"/>
              </a:ext>
            </a:extLst>
          </p:cNvPr>
          <p:cNvSpPr/>
          <p:nvPr/>
        </p:nvSpPr>
        <p:spPr>
          <a:xfrm>
            <a:off x="511791" y="9428870"/>
            <a:ext cx="19034578" cy="1196457"/>
          </a:xfrm>
          <a:prstGeom prst="rect">
            <a:avLst/>
          </a:prstGeom>
          <a:gradFill flip="none" rotWithShape="1">
            <a:gsLst>
              <a:gs pos="0">
                <a:srgbClr val="A8AEB8">
                  <a:alpha val="0"/>
                </a:srgbClr>
              </a:gs>
              <a:gs pos="100000">
                <a:srgbClr val="737373">
                  <a:alpha val="5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京メトロ13000系13008の側面写真｜RailFile.jp｜鉄道車両サイドビューの図鑑">
            <a:extLst>
              <a:ext uri="{FF2B5EF4-FFF2-40B4-BE49-F238E27FC236}">
                <a16:creationId xmlns:a16="http://schemas.microsoft.com/office/drawing/2014/main" id="{D3441192-B0AE-3306-174A-AA50BAA4E4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  <a14:imgEffect>
                      <a14:brightnessContrast bright="-11000"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373" b="20562"/>
          <a:stretch/>
        </p:blipFill>
        <p:spPr bwMode="auto">
          <a:xfrm>
            <a:off x="0" y="286212"/>
            <a:ext cx="20491938" cy="535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F9F848-BEEE-9F15-5BAD-79618AF3E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540" y="5266944"/>
            <a:ext cx="5159640" cy="5358383"/>
          </a:xfrm>
          <a:prstGeom prst="rect">
            <a:avLst/>
          </a:prstGeom>
        </p:spPr>
      </p:pic>
      <p:pic>
        <p:nvPicPr>
          <p:cNvPr id="1028" name="Picture 4" descr="東京メトロ 日比谷線 新型車両13000系報道公開 | 鉄道ニュース | 鉄道チャンネル">
            <a:extLst>
              <a:ext uri="{FF2B5EF4-FFF2-40B4-BE49-F238E27FC236}">
                <a16:creationId xmlns:a16="http://schemas.microsoft.com/office/drawing/2014/main" id="{DBE0C7BD-2396-FBB1-FDE6-71F8877A7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498" y="11356591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CD241C-C933-30D6-8177-BA8314BF76D2}"/>
              </a:ext>
            </a:extLst>
          </p:cNvPr>
          <p:cNvSpPr/>
          <p:nvPr/>
        </p:nvSpPr>
        <p:spPr>
          <a:xfrm>
            <a:off x="525896" y="8906255"/>
            <a:ext cx="18733402" cy="365760"/>
          </a:xfrm>
          <a:custGeom>
            <a:avLst/>
            <a:gdLst>
              <a:gd name="connsiteX0" fmla="*/ 0 w 18713079"/>
              <a:gd name="connsiteY0" fmla="*/ 0 h 365760"/>
              <a:gd name="connsiteX1" fmla="*/ 18713079 w 18713079"/>
              <a:gd name="connsiteY1" fmla="*/ 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5708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6724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33400"/>
              <a:gd name="connsiteY0" fmla="*/ 0 h 365760"/>
              <a:gd name="connsiteX1" fmla="*/ 18672440 w 18733400"/>
              <a:gd name="connsiteY1" fmla="*/ 5080 h 365760"/>
              <a:gd name="connsiteX2" fmla="*/ 18733400 w 18733400"/>
              <a:gd name="connsiteY2" fmla="*/ 365760 h 365760"/>
              <a:gd name="connsiteX3" fmla="*/ 0 w 18733400"/>
              <a:gd name="connsiteY3" fmla="*/ 365760 h 365760"/>
              <a:gd name="connsiteX4" fmla="*/ 0 w 18733400"/>
              <a:gd name="connsiteY4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3400" h="365760">
                <a:moveTo>
                  <a:pt x="0" y="0"/>
                </a:moveTo>
                <a:lnTo>
                  <a:pt x="18672440" y="5080"/>
                </a:lnTo>
                <a:lnTo>
                  <a:pt x="187334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844A5-4CF6-AEE2-8FF9-41C90CE6C14D}"/>
              </a:ext>
            </a:extLst>
          </p:cNvPr>
          <p:cNvSpPr/>
          <p:nvPr/>
        </p:nvSpPr>
        <p:spPr>
          <a:xfrm>
            <a:off x="525897" y="9064394"/>
            <a:ext cx="18734234" cy="208346"/>
          </a:xfrm>
          <a:custGeom>
            <a:avLst/>
            <a:gdLst>
              <a:gd name="connsiteX0" fmla="*/ 0 w 18722803"/>
              <a:gd name="connsiteY0" fmla="*/ 0 h 208346"/>
              <a:gd name="connsiteX1" fmla="*/ 18722803 w 18722803"/>
              <a:gd name="connsiteY1" fmla="*/ 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22803"/>
              <a:gd name="connsiteY0" fmla="*/ 0 h 208346"/>
              <a:gd name="connsiteX1" fmla="*/ 18696134 w 18722803"/>
              <a:gd name="connsiteY1" fmla="*/ 381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34234"/>
              <a:gd name="connsiteY0" fmla="*/ 0 h 208346"/>
              <a:gd name="connsiteX1" fmla="*/ 18696134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  <a:gd name="connsiteX0" fmla="*/ 0 w 18734234"/>
              <a:gd name="connsiteY0" fmla="*/ 0 h 208346"/>
              <a:gd name="connsiteX1" fmla="*/ 18701849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4234" h="208346">
                <a:moveTo>
                  <a:pt x="0" y="0"/>
                </a:moveTo>
                <a:lnTo>
                  <a:pt x="18701849" y="3810"/>
                </a:lnTo>
                <a:lnTo>
                  <a:pt x="18734234" y="208346"/>
                </a:lnTo>
                <a:lnTo>
                  <a:pt x="0" y="208346"/>
                </a:lnTo>
                <a:lnTo>
                  <a:pt x="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2CE1F0-3634-C507-9627-12A6A8D5AE94}"/>
              </a:ext>
            </a:extLst>
          </p:cNvPr>
          <p:cNvSpPr/>
          <p:nvPr/>
        </p:nvSpPr>
        <p:spPr>
          <a:xfrm flipV="1">
            <a:off x="525064" y="8979151"/>
            <a:ext cx="18702102" cy="87377"/>
          </a:xfrm>
          <a:custGeom>
            <a:avLst/>
            <a:gdLst>
              <a:gd name="connsiteX0" fmla="*/ 0 w 18702102"/>
              <a:gd name="connsiteY0" fmla="*/ 0 h 85472"/>
              <a:gd name="connsiteX1" fmla="*/ 18702102 w 18702102"/>
              <a:gd name="connsiteY1" fmla="*/ 0 h 85472"/>
              <a:gd name="connsiteX2" fmla="*/ 18702102 w 18702102"/>
              <a:gd name="connsiteY2" fmla="*/ 85472 h 85472"/>
              <a:gd name="connsiteX3" fmla="*/ 0 w 18702102"/>
              <a:gd name="connsiteY3" fmla="*/ 85472 h 85472"/>
              <a:gd name="connsiteX4" fmla="*/ 0 w 18702102"/>
              <a:gd name="connsiteY4" fmla="*/ 0 h 85472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1147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876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495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02102" h="87377">
                <a:moveTo>
                  <a:pt x="0" y="0"/>
                </a:moveTo>
                <a:lnTo>
                  <a:pt x="18702102" y="0"/>
                </a:lnTo>
                <a:lnTo>
                  <a:pt x="18684958" y="87377"/>
                </a:lnTo>
                <a:lnTo>
                  <a:pt x="0" y="85472"/>
                </a:lnTo>
                <a:lnTo>
                  <a:pt x="0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420C8-234E-2633-F6E1-7ED7DB02828E}"/>
              </a:ext>
            </a:extLst>
          </p:cNvPr>
          <p:cNvSpPr/>
          <p:nvPr/>
        </p:nvSpPr>
        <p:spPr>
          <a:xfrm>
            <a:off x="525064" y="5518404"/>
            <a:ext cx="19021875" cy="388620"/>
          </a:xfrm>
          <a:prstGeom prst="rect">
            <a:avLst/>
          </a:prstGeom>
          <a:solidFill>
            <a:srgbClr val="758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BF18B-D5A3-9F7D-A5DF-558534266107}"/>
              </a:ext>
            </a:extLst>
          </p:cNvPr>
          <p:cNvSpPr/>
          <p:nvPr/>
        </p:nvSpPr>
        <p:spPr>
          <a:xfrm>
            <a:off x="2768600" y="5713574"/>
            <a:ext cx="16778339" cy="187976"/>
          </a:xfrm>
          <a:custGeom>
            <a:avLst/>
            <a:gdLst>
              <a:gd name="connsiteX0" fmla="*/ 2580640 w 16667480"/>
              <a:gd name="connsiteY0" fmla="*/ 0 h 238761"/>
              <a:gd name="connsiteX1" fmla="*/ 16667480 w 16667480"/>
              <a:gd name="connsiteY1" fmla="*/ 0 h 238761"/>
              <a:gd name="connsiteX2" fmla="*/ 16667480 w 16667480"/>
              <a:gd name="connsiteY2" fmla="*/ 238760 h 238761"/>
              <a:gd name="connsiteX3" fmla="*/ 2580640 w 16667480"/>
              <a:gd name="connsiteY3" fmla="*/ 238760 h 238761"/>
              <a:gd name="connsiteX4" fmla="*/ 2580640 w 16667480"/>
              <a:gd name="connsiteY4" fmla="*/ 238761 h 238761"/>
              <a:gd name="connsiteX5" fmla="*/ 0 w 16667480"/>
              <a:gd name="connsiteY5" fmla="*/ 238761 h 238761"/>
              <a:gd name="connsiteX6" fmla="*/ 347980 w 16667480"/>
              <a:gd name="connsiteY6" fmla="*/ 33021 h 238761"/>
              <a:gd name="connsiteX7" fmla="*/ 701040 w 16667480"/>
              <a:gd name="connsiteY7" fmla="*/ 1 h 238761"/>
              <a:gd name="connsiteX8" fmla="*/ 2580640 w 16667480"/>
              <a:gd name="connsiteY8" fmla="*/ 1 h 23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67480" h="238761">
                <a:moveTo>
                  <a:pt x="2580640" y="0"/>
                </a:moveTo>
                <a:lnTo>
                  <a:pt x="16667480" y="0"/>
                </a:lnTo>
                <a:lnTo>
                  <a:pt x="16667480" y="238760"/>
                </a:lnTo>
                <a:lnTo>
                  <a:pt x="2580640" y="238760"/>
                </a:lnTo>
                <a:lnTo>
                  <a:pt x="2580640" y="238761"/>
                </a:lnTo>
                <a:lnTo>
                  <a:pt x="0" y="238761"/>
                </a:lnTo>
                <a:cubicBezTo>
                  <a:pt x="115993" y="170181"/>
                  <a:pt x="211667" y="86361"/>
                  <a:pt x="347980" y="33021"/>
                </a:cubicBezTo>
                <a:cubicBezTo>
                  <a:pt x="465667" y="-8466"/>
                  <a:pt x="583353" y="11008"/>
                  <a:pt x="701040" y="1"/>
                </a:cubicBezTo>
                <a:lnTo>
                  <a:pt x="2580640" y="1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F389986-5B98-2416-9CB0-4B860392F5F1}"/>
              </a:ext>
            </a:extLst>
          </p:cNvPr>
          <p:cNvSpPr/>
          <p:nvPr/>
        </p:nvSpPr>
        <p:spPr>
          <a:xfrm>
            <a:off x="2770442" y="5902275"/>
            <a:ext cx="16683418" cy="109107"/>
          </a:xfrm>
          <a:custGeom>
            <a:avLst/>
            <a:gdLst>
              <a:gd name="connsiteX0" fmla="*/ 634017 w 16617154"/>
              <a:gd name="connsiteY0" fmla="*/ 144056 h 147270"/>
              <a:gd name="connsiteX1" fmla="*/ 634071 w 16617154"/>
              <a:gd name="connsiteY1" fmla="*/ 145936 h 147270"/>
              <a:gd name="connsiteX2" fmla="*/ 631834 w 16617154"/>
              <a:gd name="connsiteY2" fmla="*/ 146911 h 147270"/>
              <a:gd name="connsiteX3" fmla="*/ 2456880 w 16617154"/>
              <a:gd name="connsiteY3" fmla="*/ 0 h 147270"/>
              <a:gd name="connsiteX4" fmla="*/ 16617154 w 16617154"/>
              <a:gd name="connsiteY4" fmla="*/ 0 h 147270"/>
              <a:gd name="connsiteX5" fmla="*/ 16617154 w 16617154"/>
              <a:gd name="connsiteY5" fmla="*/ 146383 h 147270"/>
              <a:gd name="connsiteX6" fmla="*/ 2456880 w 16617154"/>
              <a:gd name="connsiteY6" fmla="*/ 146383 h 147270"/>
              <a:gd name="connsiteX7" fmla="*/ 2456880 w 16617154"/>
              <a:gd name="connsiteY7" fmla="*/ 143691 h 147270"/>
              <a:gd name="connsiteX8" fmla="*/ 635698 w 16617154"/>
              <a:gd name="connsiteY8" fmla="*/ 141857 h 147270"/>
              <a:gd name="connsiteX9" fmla="*/ 634017 w 16617154"/>
              <a:gd name="connsiteY9" fmla="*/ 144056 h 147270"/>
              <a:gd name="connsiteX10" fmla="*/ 633793 w 16617154"/>
              <a:gd name="connsiteY10" fmla="*/ 136142 h 147270"/>
              <a:gd name="connsiteX11" fmla="*/ 5143 w 16617154"/>
              <a:gd name="connsiteY11" fmla="*/ 10412 h 147270"/>
              <a:gd name="connsiteX12" fmla="*/ 5143 w 16617154"/>
              <a:gd name="connsiteY12" fmla="*/ 6602 h 147270"/>
              <a:gd name="connsiteX13" fmla="*/ 2456880 w 16617154"/>
              <a:gd name="connsiteY13" fmla="*/ 1047 h 14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617154" h="147270">
                <a:moveTo>
                  <a:pt x="634017" y="144056"/>
                </a:moveTo>
                <a:lnTo>
                  <a:pt x="634071" y="145936"/>
                </a:lnTo>
                <a:cubicBezTo>
                  <a:pt x="633524" y="147460"/>
                  <a:pt x="632558" y="147516"/>
                  <a:pt x="631834" y="146911"/>
                </a:cubicBezTo>
                <a:close/>
                <a:moveTo>
                  <a:pt x="2456880" y="0"/>
                </a:moveTo>
                <a:lnTo>
                  <a:pt x="16617154" y="0"/>
                </a:lnTo>
                <a:lnTo>
                  <a:pt x="16617154" y="146383"/>
                </a:lnTo>
                <a:lnTo>
                  <a:pt x="2456880" y="146383"/>
                </a:lnTo>
                <a:lnTo>
                  <a:pt x="2456880" y="143691"/>
                </a:lnTo>
                <a:lnTo>
                  <a:pt x="635698" y="141857"/>
                </a:lnTo>
                <a:lnTo>
                  <a:pt x="634017" y="144056"/>
                </a:lnTo>
                <a:lnTo>
                  <a:pt x="633793" y="136142"/>
                </a:lnTo>
                <a:cubicBezTo>
                  <a:pt x="538543" y="163447"/>
                  <a:pt x="92773" y="36447"/>
                  <a:pt x="5143" y="10412"/>
                </a:cubicBezTo>
                <a:cubicBezTo>
                  <a:pt x="5143" y="-1161"/>
                  <a:pt x="-6430" y="6602"/>
                  <a:pt x="5143" y="6602"/>
                </a:cubicBezTo>
                <a:lnTo>
                  <a:pt x="2456880" y="1047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953033B-7853-C52D-9625-4109E84817EF}"/>
              </a:ext>
            </a:extLst>
          </p:cNvPr>
          <p:cNvSpPr/>
          <p:nvPr/>
        </p:nvSpPr>
        <p:spPr>
          <a:xfrm flipV="1">
            <a:off x="19304206" y="5518399"/>
            <a:ext cx="250670" cy="3179205"/>
          </a:xfrm>
          <a:custGeom>
            <a:avLst/>
            <a:gdLst>
              <a:gd name="connsiteX0" fmla="*/ 0 w 269991"/>
              <a:gd name="connsiteY0" fmla="*/ 3013242 h 3013242"/>
              <a:gd name="connsiteX1" fmla="*/ 269991 w 269991"/>
              <a:gd name="connsiteY1" fmla="*/ 0 h 3013242"/>
              <a:gd name="connsiteX2" fmla="*/ 269991 w 269991"/>
              <a:gd name="connsiteY2" fmla="*/ 3013242 h 3013242"/>
              <a:gd name="connsiteX3" fmla="*/ 0 w 269991"/>
              <a:gd name="connsiteY3" fmla="*/ 3013242 h 3013242"/>
              <a:gd name="connsiteX0" fmla="*/ 0 w 269991"/>
              <a:gd name="connsiteY0" fmla="*/ 3013242 h 3013242"/>
              <a:gd name="connsiteX1" fmla="*/ 269991 w 269991"/>
              <a:gd name="connsiteY1" fmla="*/ 0 h 3013242"/>
              <a:gd name="connsiteX2" fmla="*/ 269991 w 269991"/>
              <a:gd name="connsiteY2" fmla="*/ 3013242 h 3013242"/>
              <a:gd name="connsiteX3" fmla="*/ 0 w 269991"/>
              <a:gd name="connsiteY3" fmla="*/ 3013242 h 3013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91" h="3013242">
                <a:moveTo>
                  <a:pt x="0" y="3013242"/>
                </a:moveTo>
                <a:cubicBezTo>
                  <a:pt x="89997" y="2008828"/>
                  <a:pt x="126654" y="989174"/>
                  <a:pt x="269991" y="0"/>
                </a:cubicBezTo>
                <a:lnTo>
                  <a:pt x="269991" y="3013242"/>
                </a:lnTo>
                <a:lnTo>
                  <a:pt x="0" y="3013242"/>
                </a:lnTo>
                <a:close/>
              </a:path>
            </a:pathLst>
          </a:custGeom>
          <a:solidFill>
            <a:srgbClr val="1C1F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5CCACA7-A322-336C-2296-D951288C9DBE}"/>
              </a:ext>
            </a:extLst>
          </p:cNvPr>
          <p:cNvSpPr/>
          <p:nvPr/>
        </p:nvSpPr>
        <p:spPr>
          <a:xfrm>
            <a:off x="3012577" y="6006345"/>
            <a:ext cx="16441283" cy="45719"/>
          </a:xfrm>
          <a:custGeom>
            <a:avLst/>
            <a:gdLst>
              <a:gd name="connsiteX0" fmla="*/ 634017 w 16617154"/>
              <a:gd name="connsiteY0" fmla="*/ 144056 h 147270"/>
              <a:gd name="connsiteX1" fmla="*/ 634071 w 16617154"/>
              <a:gd name="connsiteY1" fmla="*/ 145936 h 147270"/>
              <a:gd name="connsiteX2" fmla="*/ 631834 w 16617154"/>
              <a:gd name="connsiteY2" fmla="*/ 146911 h 147270"/>
              <a:gd name="connsiteX3" fmla="*/ 2456880 w 16617154"/>
              <a:gd name="connsiteY3" fmla="*/ 0 h 147270"/>
              <a:gd name="connsiteX4" fmla="*/ 16617154 w 16617154"/>
              <a:gd name="connsiteY4" fmla="*/ 0 h 147270"/>
              <a:gd name="connsiteX5" fmla="*/ 16617154 w 16617154"/>
              <a:gd name="connsiteY5" fmla="*/ 146383 h 147270"/>
              <a:gd name="connsiteX6" fmla="*/ 2456880 w 16617154"/>
              <a:gd name="connsiteY6" fmla="*/ 146383 h 147270"/>
              <a:gd name="connsiteX7" fmla="*/ 2456880 w 16617154"/>
              <a:gd name="connsiteY7" fmla="*/ 143691 h 147270"/>
              <a:gd name="connsiteX8" fmla="*/ 635698 w 16617154"/>
              <a:gd name="connsiteY8" fmla="*/ 141857 h 147270"/>
              <a:gd name="connsiteX9" fmla="*/ 634017 w 16617154"/>
              <a:gd name="connsiteY9" fmla="*/ 144056 h 147270"/>
              <a:gd name="connsiteX10" fmla="*/ 633793 w 16617154"/>
              <a:gd name="connsiteY10" fmla="*/ 136142 h 147270"/>
              <a:gd name="connsiteX11" fmla="*/ 5143 w 16617154"/>
              <a:gd name="connsiteY11" fmla="*/ 10412 h 147270"/>
              <a:gd name="connsiteX12" fmla="*/ 5143 w 16617154"/>
              <a:gd name="connsiteY12" fmla="*/ 6602 h 147270"/>
              <a:gd name="connsiteX13" fmla="*/ 2456880 w 16617154"/>
              <a:gd name="connsiteY13" fmla="*/ 1047 h 14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617154" h="147270">
                <a:moveTo>
                  <a:pt x="634017" y="144056"/>
                </a:moveTo>
                <a:lnTo>
                  <a:pt x="634071" y="145936"/>
                </a:lnTo>
                <a:cubicBezTo>
                  <a:pt x="633524" y="147460"/>
                  <a:pt x="632558" y="147516"/>
                  <a:pt x="631834" y="146911"/>
                </a:cubicBezTo>
                <a:close/>
                <a:moveTo>
                  <a:pt x="2456880" y="0"/>
                </a:moveTo>
                <a:lnTo>
                  <a:pt x="16617154" y="0"/>
                </a:lnTo>
                <a:lnTo>
                  <a:pt x="16617154" y="146383"/>
                </a:lnTo>
                <a:lnTo>
                  <a:pt x="2456880" y="146383"/>
                </a:lnTo>
                <a:lnTo>
                  <a:pt x="2456880" y="143691"/>
                </a:lnTo>
                <a:lnTo>
                  <a:pt x="635698" y="141857"/>
                </a:lnTo>
                <a:lnTo>
                  <a:pt x="634017" y="144056"/>
                </a:lnTo>
                <a:lnTo>
                  <a:pt x="633793" y="136142"/>
                </a:lnTo>
                <a:cubicBezTo>
                  <a:pt x="538543" y="163447"/>
                  <a:pt x="92773" y="36447"/>
                  <a:pt x="5143" y="10412"/>
                </a:cubicBezTo>
                <a:cubicBezTo>
                  <a:pt x="5143" y="-1161"/>
                  <a:pt x="-6430" y="6602"/>
                  <a:pt x="5143" y="6602"/>
                </a:cubicBezTo>
                <a:lnTo>
                  <a:pt x="2456880" y="1047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65F1F1-286E-8B70-66E0-E0E73B105ABF}"/>
              </a:ext>
            </a:extLst>
          </p:cNvPr>
          <p:cNvSpPr/>
          <p:nvPr/>
        </p:nvSpPr>
        <p:spPr>
          <a:xfrm>
            <a:off x="525064" y="5897968"/>
            <a:ext cx="2473407" cy="567459"/>
          </a:xfrm>
          <a:custGeom>
            <a:avLst/>
            <a:gdLst>
              <a:gd name="connsiteX0" fmla="*/ 0 w 2341880"/>
              <a:gd name="connsiteY0" fmla="*/ 0 h 512110"/>
              <a:gd name="connsiteX1" fmla="*/ 1315720 w 2341880"/>
              <a:gd name="connsiteY1" fmla="*/ 0 h 512110"/>
              <a:gd name="connsiteX2" fmla="*/ 1793240 w 2341880"/>
              <a:gd name="connsiteY2" fmla="*/ 19159 h 512110"/>
              <a:gd name="connsiteX3" fmla="*/ 2101850 w 2341880"/>
              <a:gd name="connsiteY3" fmla="*/ 65422 h 512110"/>
              <a:gd name="connsiteX4" fmla="*/ 2341876 w 2341880"/>
              <a:gd name="connsiteY4" fmla="*/ 122461 h 512110"/>
              <a:gd name="connsiteX5" fmla="*/ 2341880 w 2341880"/>
              <a:gd name="connsiteY5" fmla="*/ 122461 h 512110"/>
              <a:gd name="connsiteX6" fmla="*/ 2341879 w 2341880"/>
              <a:gd name="connsiteY6" fmla="*/ 122462 h 512110"/>
              <a:gd name="connsiteX7" fmla="*/ 2341880 w 2341880"/>
              <a:gd name="connsiteY7" fmla="*/ 122462 h 512110"/>
              <a:gd name="connsiteX8" fmla="*/ 2341879 w 2341880"/>
              <a:gd name="connsiteY8" fmla="*/ 122462 h 512110"/>
              <a:gd name="connsiteX9" fmla="*/ 2217579 w 2341880"/>
              <a:gd name="connsiteY9" fmla="*/ 211063 h 512110"/>
              <a:gd name="connsiteX10" fmla="*/ 1793240 w 2341880"/>
              <a:gd name="connsiteY10" fmla="*/ 451150 h 512110"/>
              <a:gd name="connsiteX11" fmla="*/ 1315720 w 2341880"/>
              <a:gd name="connsiteY11" fmla="*/ 512110 h 512110"/>
              <a:gd name="connsiteX12" fmla="*/ 0 w 2341880"/>
              <a:gd name="connsiteY12" fmla="*/ 512110 h 512110"/>
              <a:gd name="connsiteX13" fmla="*/ 0 w 2341880"/>
              <a:gd name="connsiteY13" fmla="*/ 122462 h 512110"/>
              <a:gd name="connsiteX14" fmla="*/ 0 w 2341880"/>
              <a:gd name="connsiteY14" fmla="*/ 122461 h 512110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01850 w 2341880"/>
              <a:gd name="connsiteY3" fmla="*/ 68719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59568 w 2341880"/>
              <a:gd name="connsiteY3" fmla="*/ 47673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93240 w 2341880"/>
              <a:gd name="connsiteY10" fmla="*/ 454447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639325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11473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41880" h="522422">
                <a:moveTo>
                  <a:pt x="0" y="3297"/>
                </a:moveTo>
                <a:lnTo>
                  <a:pt x="1315720" y="3297"/>
                </a:lnTo>
                <a:cubicBezTo>
                  <a:pt x="1474893" y="9683"/>
                  <a:pt x="1809357" y="-10733"/>
                  <a:pt x="1973610" y="8426"/>
                </a:cubicBezTo>
                <a:cubicBezTo>
                  <a:pt x="2110770" y="18459"/>
                  <a:pt x="2079558" y="28660"/>
                  <a:pt x="2159568" y="47673"/>
                </a:cubicBezTo>
                <a:lnTo>
                  <a:pt x="2341876" y="125758"/>
                </a:lnTo>
                <a:lnTo>
                  <a:pt x="2341880" y="125758"/>
                </a:lnTo>
                <a:lnTo>
                  <a:pt x="2341879" y="125759"/>
                </a:lnTo>
                <a:lnTo>
                  <a:pt x="2341880" y="125759"/>
                </a:lnTo>
                <a:lnTo>
                  <a:pt x="2341879" y="125759"/>
                </a:lnTo>
                <a:lnTo>
                  <a:pt x="2217579" y="214360"/>
                </a:lnTo>
                <a:cubicBezTo>
                  <a:pt x="2101850" y="307248"/>
                  <a:pt x="1917213" y="411242"/>
                  <a:pt x="1711473" y="459124"/>
                </a:cubicBezTo>
                <a:cubicBezTo>
                  <a:pt x="1547220" y="520084"/>
                  <a:pt x="1037196" y="502102"/>
                  <a:pt x="878023" y="522422"/>
                </a:cubicBezTo>
                <a:lnTo>
                  <a:pt x="0" y="515407"/>
                </a:lnTo>
                <a:lnTo>
                  <a:pt x="0" y="125759"/>
                </a:lnTo>
                <a:lnTo>
                  <a:pt x="0" y="125758"/>
                </a:lnTo>
                <a:lnTo>
                  <a:pt x="0" y="3297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851F58-A247-E58A-0749-B15FF1425708}"/>
              </a:ext>
            </a:extLst>
          </p:cNvPr>
          <p:cNvSpPr/>
          <p:nvPr/>
        </p:nvSpPr>
        <p:spPr>
          <a:xfrm>
            <a:off x="524231" y="8977017"/>
            <a:ext cx="2244369" cy="87377"/>
          </a:xfrm>
          <a:custGeom>
            <a:avLst/>
            <a:gdLst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2244369 w 2244369"/>
              <a:gd name="connsiteY5" fmla="*/ 96453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4369" h="96453">
                <a:moveTo>
                  <a:pt x="0" y="0"/>
                </a:moveTo>
                <a:lnTo>
                  <a:pt x="0" y="0"/>
                </a:lnTo>
                <a:lnTo>
                  <a:pt x="2244369" y="0"/>
                </a:lnTo>
                <a:lnTo>
                  <a:pt x="2244369" y="0"/>
                </a:lnTo>
                <a:cubicBezTo>
                  <a:pt x="2163089" y="30881"/>
                  <a:pt x="2215159" y="77002"/>
                  <a:pt x="2000529" y="92643"/>
                </a:cubicBezTo>
                <a:lnTo>
                  <a:pt x="1998624" y="94548"/>
                </a:lnTo>
                <a:lnTo>
                  <a:pt x="0" y="96453"/>
                </a:lnTo>
                <a:lnTo>
                  <a:pt x="0" y="96453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東京メトロ 日比谷線 新型車両13000系報道公開 | 鉄道ニュース | 鉄道チャンネル">
            <a:extLst>
              <a:ext uri="{FF2B5EF4-FFF2-40B4-BE49-F238E27FC236}">
                <a16:creationId xmlns:a16="http://schemas.microsoft.com/office/drawing/2014/main" id="{5F80017E-01B5-C1B3-6F67-DF7CC9CE1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4491" y="418301"/>
            <a:ext cx="9753600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E8FCCE-8BEC-32B5-01B5-423D38576410}"/>
              </a:ext>
            </a:extLst>
          </p:cNvPr>
          <p:cNvSpPr/>
          <p:nvPr/>
        </p:nvSpPr>
        <p:spPr>
          <a:xfrm>
            <a:off x="9138110" y="6596300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613485-8382-BBE6-3FD7-F061FEF8EB4E}"/>
              </a:ext>
            </a:extLst>
          </p:cNvPr>
          <p:cNvSpPr/>
          <p:nvPr/>
        </p:nvSpPr>
        <p:spPr>
          <a:xfrm>
            <a:off x="9993630" y="6589700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79AE3F9-DBDF-7E56-BFF3-0299F3AECF7E}"/>
              </a:ext>
            </a:extLst>
          </p:cNvPr>
          <p:cNvSpPr/>
          <p:nvPr/>
        </p:nvSpPr>
        <p:spPr>
          <a:xfrm>
            <a:off x="13852969" y="6586812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989B27-4A2E-9065-8445-4626AD20D6F5}"/>
              </a:ext>
            </a:extLst>
          </p:cNvPr>
          <p:cNvSpPr/>
          <p:nvPr/>
        </p:nvSpPr>
        <p:spPr>
          <a:xfrm>
            <a:off x="14708489" y="6580212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A17E29-3C7C-C06D-2BA6-7575E132330F}"/>
              </a:ext>
            </a:extLst>
          </p:cNvPr>
          <p:cNvSpPr/>
          <p:nvPr/>
        </p:nvSpPr>
        <p:spPr>
          <a:xfrm>
            <a:off x="4404667" y="6591555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5D0265-56FB-704A-A42E-89AE1ABD9B3F}"/>
              </a:ext>
            </a:extLst>
          </p:cNvPr>
          <p:cNvSpPr/>
          <p:nvPr/>
        </p:nvSpPr>
        <p:spPr>
          <a:xfrm>
            <a:off x="5260187" y="6584955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536EA1D-C146-8F88-AC4B-7A8A83638215}"/>
              </a:ext>
            </a:extLst>
          </p:cNvPr>
          <p:cNvSpPr/>
          <p:nvPr/>
        </p:nvSpPr>
        <p:spPr>
          <a:xfrm>
            <a:off x="798439" y="6578306"/>
            <a:ext cx="685800" cy="195333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3C2652D-1D49-4A1A-C48C-62DD29508DFA}"/>
              </a:ext>
            </a:extLst>
          </p:cNvPr>
          <p:cNvSpPr/>
          <p:nvPr/>
        </p:nvSpPr>
        <p:spPr>
          <a:xfrm>
            <a:off x="2329054" y="6591209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FC1E9271-D4B2-85B4-A87D-BFBFB7BB5139}"/>
              </a:ext>
            </a:extLst>
          </p:cNvPr>
          <p:cNvSpPr/>
          <p:nvPr/>
        </p:nvSpPr>
        <p:spPr>
          <a:xfrm>
            <a:off x="570214" y="2256744"/>
            <a:ext cx="2202897" cy="953228"/>
          </a:xfrm>
          <a:custGeom>
            <a:avLst/>
            <a:gdLst>
              <a:gd name="connsiteX0" fmla="*/ 0 w 18713079"/>
              <a:gd name="connsiteY0" fmla="*/ 0 h 365760"/>
              <a:gd name="connsiteX1" fmla="*/ 18713079 w 18713079"/>
              <a:gd name="connsiteY1" fmla="*/ 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5708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6724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33400"/>
              <a:gd name="connsiteY0" fmla="*/ 0 h 365760"/>
              <a:gd name="connsiteX1" fmla="*/ 18672440 w 18733400"/>
              <a:gd name="connsiteY1" fmla="*/ 5080 h 365760"/>
              <a:gd name="connsiteX2" fmla="*/ 18733400 w 18733400"/>
              <a:gd name="connsiteY2" fmla="*/ 365760 h 365760"/>
              <a:gd name="connsiteX3" fmla="*/ 0 w 18733400"/>
              <a:gd name="connsiteY3" fmla="*/ 365760 h 365760"/>
              <a:gd name="connsiteX4" fmla="*/ 0 w 18733400"/>
              <a:gd name="connsiteY4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3400" h="365760">
                <a:moveTo>
                  <a:pt x="0" y="0"/>
                </a:moveTo>
                <a:lnTo>
                  <a:pt x="18672440" y="5080"/>
                </a:lnTo>
                <a:lnTo>
                  <a:pt x="187334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69F79268-C5CA-30F5-8C79-4BE89497EAF5}"/>
              </a:ext>
            </a:extLst>
          </p:cNvPr>
          <p:cNvSpPr/>
          <p:nvPr/>
        </p:nvSpPr>
        <p:spPr>
          <a:xfrm flipV="1">
            <a:off x="569383" y="2329643"/>
            <a:ext cx="2199217" cy="227718"/>
          </a:xfrm>
          <a:custGeom>
            <a:avLst/>
            <a:gdLst>
              <a:gd name="connsiteX0" fmla="*/ 0 w 18702102"/>
              <a:gd name="connsiteY0" fmla="*/ 0 h 85472"/>
              <a:gd name="connsiteX1" fmla="*/ 18702102 w 18702102"/>
              <a:gd name="connsiteY1" fmla="*/ 0 h 85472"/>
              <a:gd name="connsiteX2" fmla="*/ 18702102 w 18702102"/>
              <a:gd name="connsiteY2" fmla="*/ 85472 h 85472"/>
              <a:gd name="connsiteX3" fmla="*/ 0 w 18702102"/>
              <a:gd name="connsiteY3" fmla="*/ 85472 h 85472"/>
              <a:gd name="connsiteX4" fmla="*/ 0 w 18702102"/>
              <a:gd name="connsiteY4" fmla="*/ 0 h 85472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1147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876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495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02102" h="87377">
                <a:moveTo>
                  <a:pt x="0" y="0"/>
                </a:moveTo>
                <a:lnTo>
                  <a:pt x="18702102" y="0"/>
                </a:lnTo>
                <a:lnTo>
                  <a:pt x="18684958" y="87377"/>
                </a:lnTo>
                <a:lnTo>
                  <a:pt x="0" y="85472"/>
                </a:lnTo>
                <a:lnTo>
                  <a:pt x="0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Rectangle: Rounded Corners 24">
            <a:extLst>
              <a:ext uri="{FF2B5EF4-FFF2-40B4-BE49-F238E27FC236}">
                <a16:creationId xmlns:a16="http://schemas.microsoft.com/office/drawing/2014/main" id="{8B7D9F8F-22D5-5D3C-7BCA-B8BB8DAF79EE}"/>
              </a:ext>
            </a:extLst>
          </p:cNvPr>
          <p:cNvSpPr/>
          <p:nvPr/>
        </p:nvSpPr>
        <p:spPr>
          <a:xfrm>
            <a:off x="569383" y="2329643"/>
            <a:ext cx="1108729" cy="227718"/>
          </a:xfrm>
          <a:custGeom>
            <a:avLst/>
            <a:gdLst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2244369 w 2244369"/>
              <a:gd name="connsiteY5" fmla="*/ 96453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4369" h="96453">
                <a:moveTo>
                  <a:pt x="0" y="0"/>
                </a:moveTo>
                <a:lnTo>
                  <a:pt x="0" y="0"/>
                </a:lnTo>
                <a:lnTo>
                  <a:pt x="2244369" y="0"/>
                </a:lnTo>
                <a:lnTo>
                  <a:pt x="2244369" y="0"/>
                </a:lnTo>
                <a:cubicBezTo>
                  <a:pt x="2163089" y="30881"/>
                  <a:pt x="2215159" y="77002"/>
                  <a:pt x="2000529" y="92643"/>
                </a:cubicBezTo>
                <a:lnTo>
                  <a:pt x="1998624" y="94548"/>
                </a:lnTo>
                <a:lnTo>
                  <a:pt x="0" y="96453"/>
                </a:lnTo>
                <a:lnTo>
                  <a:pt x="0" y="96453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9">
            <a:extLst>
              <a:ext uri="{FF2B5EF4-FFF2-40B4-BE49-F238E27FC236}">
                <a16:creationId xmlns:a16="http://schemas.microsoft.com/office/drawing/2014/main" id="{AD6B054A-2A81-6C54-005B-3CC3DD5CC224}"/>
              </a:ext>
            </a:extLst>
          </p:cNvPr>
          <p:cNvSpPr/>
          <p:nvPr/>
        </p:nvSpPr>
        <p:spPr>
          <a:xfrm>
            <a:off x="569383" y="2545069"/>
            <a:ext cx="2199217" cy="678619"/>
          </a:xfrm>
          <a:custGeom>
            <a:avLst/>
            <a:gdLst>
              <a:gd name="connsiteX0" fmla="*/ 0 w 18722803"/>
              <a:gd name="connsiteY0" fmla="*/ 0 h 208346"/>
              <a:gd name="connsiteX1" fmla="*/ 18722803 w 18722803"/>
              <a:gd name="connsiteY1" fmla="*/ 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22803"/>
              <a:gd name="connsiteY0" fmla="*/ 0 h 208346"/>
              <a:gd name="connsiteX1" fmla="*/ 18696134 w 18722803"/>
              <a:gd name="connsiteY1" fmla="*/ 381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34234"/>
              <a:gd name="connsiteY0" fmla="*/ 0 h 208346"/>
              <a:gd name="connsiteX1" fmla="*/ 18696134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  <a:gd name="connsiteX0" fmla="*/ 0 w 18734234"/>
              <a:gd name="connsiteY0" fmla="*/ 0 h 208346"/>
              <a:gd name="connsiteX1" fmla="*/ 18701849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4234" h="208346">
                <a:moveTo>
                  <a:pt x="0" y="0"/>
                </a:moveTo>
                <a:lnTo>
                  <a:pt x="18701849" y="3810"/>
                </a:lnTo>
                <a:lnTo>
                  <a:pt x="18734234" y="208346"/>
                </a:lnTo>
                <a:lnTo>
                  <a:pt x="0" y="208346"/>
                </a:lnTo>
                <a:lnTo>
                  <a:pt x="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35">
            <a:extLst>
              <a:ext uri="{FF2B5EF4-FFF2-40B4-BE49-F238E27FC236}">
                <a16:creationId xmlns:a16="http://schemas.microsoft.com/office/drawing/2014/main" id="{A5D457E5-B2A9-DE91-EE57-876E91B7E330}"/>
              </a:ext>
            </a:extLst>
          </p:cNvPr>
          <p:cNvSpPr/>
          <p:nvPr/>
        </p:nvSpPr>
        <p:spPr>
          <a:xfrm>
            <a:off x="7037079" y="6588105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: Rounded Corners 35">
            <a:extLst>
              <a:ext uri="{FF2B5EF4-FFF2-40B4-BE49-F238E27FC236}">
                <a16:creationId xmlns:a16="http://schemas.microsoft.com/office/drawing/2014/main" id="{627188E7-6623-9A64-EA97-7772606F964B}"/>
              </a:ext>
            </a:extLst>
          </p:cNvPr>
          <p:cNvSpPr/>
          <p:nvPr/>
        </p:nvSpPr>
        <p:spPr>
          <a:xfrm>
            <a:off x="16485355" y="6596594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267CC2-7C53-9593-13E7-4C45100DA1D7}"/>
              </a:ext>
            </a:extLst>
          </p:cNvPr>
          <p:cNvSpPr/>
          <p:nvPr/>
        </p:nvSpPr>
        <p:spPr>
          <a:xfrm>
            <a:off x="18430240" y="6385561"/>
            <a:ext cx="661462" cy="183602"/>
          </a:xfrm>
          <a:prstGeom prst="rect">
            <a:avLst/>
          </a:prstGeom>
          <a:gradFill>
            <a:gsLst>
              <a:gs pos="97000">
                <a:schemeClr val="tx1">
                  <a:alpha val="0"/>
                </a:schemeClr>
              </a:gs>
              <a:gs pos="70000">
                <a:schemeClr val="tx1">
                  <a:alpha val="1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946C10F-4CF2-E0BE-DB8E-D9B5C3FC60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138"/>
                    </a14:imgEffect>
                    <a14:imgEffect>
                      <a14:saturation sat="42000"/>
                    </a14:imgEffect>
                    <a14:imgEffect>
                      <a14:brightnessContrast bright="11000" contrast="-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58385" y="6271499"/>
            <a:ext cx="633317" cy="3975877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C22B657-4BE5-483A-A9AC-31D57F2E3EF6}"/>
              </a:ext>
            </a:extLst>
          </p:cNvPr>
          <p:cNvSpPr/>
          <p:nvPr/>
        </p:nvSpPr>
        <p:spPr>
          <a:xfrm>
            <a:off x="18643600" y="6796172"/>
            <a:ext cx="353060" cy="1634250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95B40D-3AD2-C669-E267-4DAEBC08E7D2}"/>
              </a:ext>
            </a:extLst>
          </p:cNvPr>
          <p:cNvSpPr/>
          <p:nvPr/>
        </p:nvSpPr>
        <p:spPr>
          <a:xfrm>
            <a:off x="18566130" y="8906255"/>
            <a:ext cx="475184" cy="70762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E979C9-AA64-5006-0977-FC29C9B0C478}"/>
              </a:ext>
            </a:extLst>
          </p:cNvPr>
          <p:cNvSpPr/>
          <p:nvPr/>
        </p:nvSpPr>
        <p:spPr>
          <a:xfrm>
            <a:off x="18566130" y="8975234"/>
            <a:ext cx="475184" cy="93427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08048D-8E4C-301A-E146-6A370726A337}"/>
              </a:ext>
            </a:extLst>
          </p:cNvPr>
          <p:cNvSpPr/>
          <p:nvPr/>
        </p:nvSpPr>
        <p:spPr>
          <a:xfrm>
            <a:off x="18566130" y="9058344"/>
            <a:ext cx="475184" cy="215805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98">
            <a:extLst>
              <a:ext uri="{FF2B5EF4-FFF2-40B4-BE49-F238E27FC236}">
                <a16:creationId xmlns:a16="http://schemas.microsoft.com/office/drawing/2014/main" id="{F167740D-7C85-DD4E-8251-3DC8EFBF894A}"/>
              </a:ext>
            </a:extLst>
          </p:cNvPr>
          <p:cNvSpPr/>
          <p:nvPr/>
        </p:nvSpPr>
        <p:spPr>
          <a:xfrm>
            <a:off x="10367529" y="5987109"/>
            <a:ext cx="269991" cy="500106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38100">
              <a:schemeClr val="tx1">
                <a:lumMod val="65000"/>
                <a:lumOff val="35000"/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9" name="角丸四角形 62">
            <a:extLst>
              <a:ext uri="{FF2B5EF4-FFF2-40B4-BE49-F238E27FC236}">
                <a16:creationId xmlns:a16="http://schemas.microsoft.com/office/drawing/2014/main" id="{2D2EC5C6-2D64-FADE-18B7-F6C90FE51B6E}"/>
              </a:ext>
            </a:extLst>
          </p:cNvPr>
          <p:cNvSpPr/>
          <p:nvPr/>
        </p:nvSpPr>
        <p:spPr>
          <a:xfrm>
            <a:off x="9521952" y="6030259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60" name="円/楕円 63">
            <a:extLst>
              <a:ext uri="{FF2B5EF4-FFF2-40B4-BE49-F238E27FC236}">
                <a16:creationId xmlns:a16="http://schemas.microsoft.com/office/drawing/2014/main" id="{27302179-14BE-9CB8-EFE0-99DB72F74091}"/>
              </a:ext>
            </a:extLst>
          </p:cNvPr>
          <p:cNvSpPr/>
          <p:nvPr/>
        </p:nvSpPr>
        <p:spPr>
          <a:xfrm>
            <a:off x="9521952" y="6281634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61" name="四角形: 角を丸くする 98">
            <a:extLst>
              <a:ext uri="{FF2B5EF4-FFF2-40B4-BE49-F238E27FC236}">
                <a16:creationId xmlns:a16="http://schemas.microsoft.com/office/drawing/2014/main" id="{CA09A805-EA3F-90BC-569F-6DBC8FF5F9B7}"/>
              </a:ext>
            </a:extLst>
          </p:cNvPr>
          <p:cNvSpPr/>
          <p:nvPr/>
        </p:nvSpPr>
        <p:spPr>
          <a:xfrm>
            <a:off x="17871553" y="6681001"/>
            <a:ext cx="241240" cy="365760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12700">
              <a:srgbClr val="26C9E4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62" name="四角形: 角を丸くする 99">
            <a:extLst>
              <a:ext uri="{FF2B5EF4-FFF2-40B4-BE49-F238E27FC236}">
                <a16:creationId xmlns:a16="http://schemas.microsoft.com/office/drawing/2014/main" id="{E9A12A23-4E62-B43A-3B60-AEA5B57006F2}"/>
              </a:ext>
            </a:extLst>
          </p:cNvPr>
          <p:cNvSpPr/>
          <p:nvPr/>
        </p:nvSpPr>
        <p:spPr>
          <a:xfrm>
            <a:off x="18111173" y="6682995"/>
            <a:ext cx="241240" cy="363766"/>
          </a:xfrm>
          <a:prstGeom prst="roundRect">
            <a:avLst>
              <a:gd name="adj" fmla="val 13674"/>
            </a:avLst>
          </a:prstGeom>
          <a:gradFill>
            <a:gsLst>
              <a:gs pos="43178">
                <a:srgbClr val="154B83"/>
              </a:gs>
              <a:gs pos="83000">
                <a:srgbClr val="155086"/>
              </a:gs>
              <a:gs pos="100000">
                <a:srgbClr val="255288"/>
              </a:gs>
              <a:gs pos="11520">
                <a:srgbClr val="134F86"/>
              </a:gs>
              <a:gs pos="0">
                <a:srgbClr val="124681"/>
              </a:gs>
            </a:gsLst>
            <a:lin ang="0" scaled="0"/>
          </a:gradFill>
          <a:ln>
            <a:noFill/>
          </a:ln>
          <a:effectLst>
            <a:glow rad="12700">
              <a:srgbClr val="134D88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pic>
        <p:nvPicPr>
          <p:cNvPr id="1032" name="Picture 8" descr="東京地下鉄13000系 報道公開レポート : モデラーな日々 とれいんスタッフブログ">
            <a:extLst>
              <a:ext uri="{FF2B5EF4-FFF2-40B4-BE49-F238E27FC236}">
                <a16:creationId xmlns:a16="http://schemas.microsoft.com/office/drawing/2014/main" id="{BACBE7A5-3340-4885-BD5E-6E5A9359D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2" t="26364" r="61254" b="63676"/>
          <a:stretch/>
        </p:blipFill>
        <p:spPr bwMode="auto">
          <a:xfrm>
            <a:off x="1573456" y="6001211"/>
            <a:ext cx="311551" cy="31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東京地下鉄13000系 報道公開レポート : モデラーな日々 とれいんスタッフブログ">
            <a:extLst>
              <a:ext uri="{FF2B5EF4-FFF2-40B4-BE49-F238E27FC236}">
                <a16:creationId xmlns:a16="http://schemas.microsoft.com/office/drawing/2014/main" id="{97A3E5C2-8AD6-DB6B-997E-8D55CA5EE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84" t="26058" r="44662" b="63982"/>
          <a:stretch/>
        </p:blipFill>
        <p:spPr bwMode="auto">
          <a:xfrm>
            <a:off x="2025704" y="5985625"/>
            <a:ext cx="311551" cy="31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F36BC362-100B-9DD8-F9D3-4E12ABBFA0D3}"/>
              </a:ext>
            </a:extLst>
          </p:cNvPr>
          <p:cNvSpPr/>
          <p:nvPr/>
        </p:nvSpPr>
        <p:spPr>
          <a:xfrm>
            <a:off x="13934440" y="6048865"/>
            <a:ext cx="680720" cy="330200"/>
          </a:xfrm>
          <a:prstGeom prst="round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8D516698-2510-A3DE-C046-E2695DF64EC9}"/>
              </a:ext>
            </a:extLst>
          </p:cNvPr>
          <p:cNvSpPr/>
          <p:nvPr/>
        </p:nvSpPr>
        <p:spPr>
          <a:xfrm>
            <a:off x="19429541" y="6632812"/>
            <a:ext cx="125335" cy="1465343"/>
          </a:xfrm>
          <a:custGeom>
            <a:avLst/>
            <a:gdLst>
              <a:gd name="connsiteX0" fmla="*/ 0 w 185032"/>
              <a:gd name="connsiteY0" fmla="*/ 0 h 1255395"/>
              <a:gd name="connsiteX1" fmla="*/ 185032 w 185032"/>
              <a:gd name="connsiteY1" fmla="*/ 0 h 1255395"/>
              <a:gd name="connsiteX2" fmla="*/ 185032 w 185032"/>
              <a:gd name="connsiteY2" fmla="*/ 1255395 h 1255395"/>
              <a:gd name="connsiteX3" fmla="*/ 0 w 185032"/>
              <a:gd name="connsiteY3" fmla="*/ 1255395 h 1255395"/>
              <a:gd name="connsiteX4" fmla="*/ 0 w 185032"/>
              <a:gd name="connsiteY4" fmla="*/ 0 h 1255395"/>
              <a:gd name="connsiteX0" fmla="*/ 0 w 185032"/>
              <a:gd name="connsiteY0" fmla="*/ 0 h 1255395"/>
              <a:gd name="connsiteX1" fmla="*/ 185032 w 185032"/>
              <a:gd name="connsiteY1" fmla="*/ 0 h 1255395"/>
              <a:gd name="connsiteX2" fmla="*/ 185032 w 185032"/>
              <a:gd name="connsiteY2" fmla="*/ 1255395 h 1255395"/>
              <a:gd name="connsiteX3" fmla="*/ 135255 w 185032"/>
              <a:gd name="connsiteY3" fmla="*/ 1255395 h 1255395"/>
              <a:gd name="connsiteX4" fmla="*/ 0 w 185032"/>
              <a:gd name="connsiteY4" fmla="*/ 0 h 1255395"/>
              <a:gd name="connsiteX0" fmla="*/ 0 w 185032"/>
              <a:gd name="connsiteY0" fmla="*/ 0 h 1255395"/>
              <a:gd name="connsiteX1" fmla="*/ 185032 w 185032"/>
              <a:gd name="connsiteY1" fmla="*/ 0 h 1255395"/>
              <a:gd name="connsiteX2" fmla="*/ 185032 w 185032"/>
              <a:gd name="connsiteY2" fmla="*/ 1255395 h 1255395"/>
              <a:gd name="connsiteX3" fmla="*/ 156210 w 185032"/>
              <a:gd name="connsiteY3" fmla="*/ 1253490 h 1255395"/>
              <a:gd name="connsiteX4" fmla="*/ 0 w 185032"/>
              <a:gd name="connsiteY4" fmla="*/ 0 h 125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032" h="1255395">
                <a:moveTo>
                  <a:pt x="0" y="0"/>
                </a:moveTo>
                <a:lnTo>
                  <a:pt x="185032" y="0"/>
                </a:lnTo>
                <a:lnTo>
                  <a:pt x="185032" y="1255395"/>
                </a:lnTo>
                <a:lnTo>
                  <a:pt x="156210" y="125349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E293ED7-36B1-CAC5-910E-0C3B06755FB7}"/>
              </a:ext>
            </a:extLst>
          </p:cNvPr>
          <p:cNvSpPr/>
          <p:nvPr/>
        </p:nvSpPr>
        <p:spPr>
          <a:xfrm>
            <a:off x="19380478" y="6112367"/>
            <a:ext cx="166461" cy="520445"/>
          </a:xfrm>
          <a:custGeom>
            <a:avLst/>
            <a:gdLst>
              <a:gd name="connsiteX0" fmla="*/ 0 w 164581"/>
              <a:gd name="connsiteY0" fmla="*/ 0 h 747297"/>
              <a:gd name="connsiteX1" fmla="*/ 164581 w 164581"/>
              <a:gd name="connsiteY1" fmla="*/ 0 h 747297"/>
              <a:gd name="connsiteX2" fmla="*/ 164581 w 164581"/>
              <a:gd name="connsiteY2" fmla="*/ 747297 h 747297"/>
              <a:gd name="connsiteX3" fmla="*/ 0 w 164581"/>
              <a:gd name="connsiteY3" fmla="*/ 747297 h 747297"/>
              <a:gd name="connsiteX4" fmla="*/ 0 w 164581"/>
              <a:gd name="connsiteY4" fmla="*/ 0 h 747297"/>
              <a:gd name="connsiteX0" fmla="*/ 0 w 221731"/>
              <a:gd name="connsiteY0" fmla="*/ 0 h 751107"/>
              <a:gd name="connsiteX1" fmla="*/ 221731 w 221731"/>
              <a:gd name="connsiteY1" fmla="*/ 3810 h 751107"/>
              <a:gd name="connsiteX2" fmla="*/ 221731 w 221731"/>
              <a:gd name="connsiteY2" fmla="*/ 751107 h 751107"/>
              <a:gd name="connsiteX3" fmla="*/ 57150 w 221731"/>
              <a:gd name="connsiteY3" fmla="*/ 751107 h 751107"/>
              <a:gd name="connsiteX4" fmla="*/ 0 w 221731"/>
              <a:gd name="connsiteY4" fmla="*/ 0 h 75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731" h="751107">
                <a:moveTo>
                  <a:pt x="0" y="0"/>
                </a:moveTo>
                <a:lnTo>
                  <a:pt x="221731" y="3810"/>
                </a:lnTo>
                <a:lnTo>
                  <a:pt x="221731" y="751107"/>
                </a:lnTo>
                <a:lnTo>
                  <a:pt x="57150" y="751107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: Rounded Corners 35">
            <a:extLst>
              <a:ext uri="{FF2B5EF4-FFF2-40B4-BE49-F238E27FC236}">
                <a16:creationId xmlns:a16="http://schemas.microsoft.com/office/drawing/2014/main" id="{B7EDC957-9AC2-5C8C-F594-DA7E802E06CC}"/>
              </a:ext>
            </a:extLst>
          </p:cNvPr>
          <p:cNvSpPr/>
          <p:nvPr/>
        </p:nvSpPr>
        <p:spPr>
          <a:xfrm>
            <a:off x="16469661" y="6569163"/>
            <a:ext cx="1272195" cy="3646634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gradFill>
            <a:gsLst>
              <a:gs pos="0">
                <a:srgbClr val="4B4C4D"/>
              </a:gs>
              <a:gs pos="8000">
                <a:srgbClr val="BCC3CD"/>
              </a:gs>
              <a:gs pos="2000">
                <a:srgbClr val="7B8BAA"/>
              </a:gs>
              <a:gs pos="2000">
                <a:srgbClr val="718096"/>
              </a:gs>
              <a:gs pos="83000">
                <a:srgbClr val="A4A5AA"/>
              </a:gs>
              <a:gs pos="100000">
                <a:srgbClr val="CBCC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B8B101-DD05-0542-602C-A8F421F900F4}"/>
              </a:ext>
            </a:extLst>
          </p:cNvPr>
          <p:cNvSpPr/>
          <p:nvPr/>
        </p:nvSpPr>
        <p:spPr>
          <a:xfrm>
            <a:off x="16592739" y="6858000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F3CDD7-F09E-DA1D-7F8F-BD08489372BB}"/>
              </a:ext>
            </a:extLst>
          </p:cNvPr>
          <p:cNvSpPr/>
          <p:nvPr/>
        </p:nvSpPr>
        <p:spPr>
          <a:xfrm>
            <a:off x="17219984" y="6837302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B24CF-214F-7B15-7B55-361F34A1AFF6}"/>
              </a:ext>
            </a:extLst>
          </p:cNvPr>
          <p:cNvSpPr/>
          <p:nvPr/>
        </p:nvSpPr>
        <p:spPr>
          <a:xfrm>
            <a:off x="11215234" y="11729936"/>
            <a:ext cx="744749" cy="20329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87D639-CE15-E797-91E9-A43A3CBE77EC}"/>
              </a:ext>
            </a:extLst>
          </p:cNvPr>
          <p:cNvSpPr/>
          <p:nvPr/>
        </p:nvSpPr>
        <p:spPr>
          <a:xfrm>
            <a:off x="11215234" y="11536203"/>
            <a:ext cx="744749" cy="96738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430C8-B99B-073B-A0A8-FD2A79C7C1E0}"/>
              </a:ext>
            </a:extLst>
          </p:cNvPr>
          <p:cNvSpPr/>
          <p:nvPr/>
        </p:nvSpPr>
        <p:spPr>
          <a:xfrm>
            <a:off x="11215234" y="11632942"/>
            <a:ext cx="744749" cy="101645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949E02-B969-E212-C1EE-7DF2ABEB45A5}"/>
              </a:ext>
            </a:extLst>
          </p:cNvPr>
          <p:cNvSpPr/>
          <p:nvPr/>
        </p:nvSpPr>
        <p:spPr>
          <a:xfrm>
            <a:off x="16474990" y="9085751"/>
            <a:ext cx="1252346" cy="20329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0150CC-B367-873B-0A4F-74C3F9E00C56}"/>
              </a:ext>
            </a:extLst>
          </p:cNvPr>
          <p:cNvSpPr/>
          <p:nvPr/>
        </p:nvSpPr>
        <p:spPr>
          <a:xfrm>
            <a:off x="16474990" y="8988757"/>
            <a:ext cx="1252346" cy="101645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068273-0B91-0C24-D832-38C6FC542989}"/>
              </a:ext>
            </a:extLst>
          </p:cNvPr>
          <p:cNvSpPr/>
          <p:nvPr/>
        </p:nvSpPr>
        <p:spPr>
          <a:xfrm>
            <a:off x="16474990" y="8932023"/>
            <a:ext cx="1252346" cy="63757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F05F79-280B-2190-91F0-B1744D22EDC3}"/>
              </a:ext>
            </a:extLst>
          </p:cNvPr>
          <p:cNvCxnSpPr>
            <a:cxnSpLocks/>
          </p:cNvCxnSpPr>
          <p:nvPr/>
        </p:nvCxnSpPr>
        <p:spPr>
          <a:xfrm>
            <a:off x="17115683" y="6600195"/>
            <a:ext cx="0" cy="3615601"/>
          </a:xfrm>
          <a:prstGeom prst="line">
            <a:avLst/>
          </a:prstGeom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Rectangle: Rounded Corners 35">
            <a:extLst>
              <a:ext uri="{FF2B5EF4-FFF2-40B4-BE49-F238E27FC236}">
                <a16:creationId xmlns:a16="http://schemas.microsoft.com/office/drawing/2014/main" id="{BD4C7DC5-42FC-0F01-7654-C5E249E07C93}"/>
              </a:ext>
            </a:extLst>
          </p:cNvPr>
          <p:cNvSpPr/>
          <p:nvPr/>
        </p:nvSpPr>
        <p:spPr>
          <a:xfrm>
            <a:off x="11770505" y="6574243"/>
            <a:ext cx="1272195" cy="3646634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gradFill>
            <a:gsLst>
              <a:gs pos="0">
                <a:srgbClr val="4B4C4D"/>
              </a:gs>
              <a:gs pos="8000">
                <a:srgbClr val="BCC3CD"/>
              </a:gs>
              <a:gs pos="2000">
                <a:srgbClr val="7B8BAA"/>
              </a:gs>
              <a:gs pos="2000">
                <a:srgbClr val="718096"/>
              </a:gs>
              <a:gs pos="83000">
                <a:srgbClr val="A4A5AA"/>
              </a:gs>
              <a:gs pos="100000">
                <a:srgbClr val="CBCC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F23AFD62-2BD5-C81E-B75D-2877D10CAF16}"/>
              </a:ext>
            </a:extLst>
          </p:cNvPr>
          <p:cNvSpPr/>
          <p:nvPr/>
        </p:nvSpPr>
        <p:spPr>
          <a:xfrm>
            <a:off x="11906918" y="6863080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Rectangle: Rounded Corners 1061">
            <a:extLst>
              <a:ext uri="{FF2B5EF4-FFF2-40B4-BE49-F238E27FC236}">
                <a16:creationId xmlns:a16="http://schemas.microsoft.com/office/drawing/2014/main" id="{27363C63-4DCC-2557-2B5D-04D7994BBC16}"/>
              </a:ext>
            </a:extLst>
          </p:cNvPr>
          <p:cNvSpPr/>
          <p:nvPr/>
        </p:nvSpPr>
        <p:spPr>
          <a:xfrm>
            <a:off x="12534163" y="6842382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B8598EF2-367F-1175-DB8E-F9D883C30826}"/>
              </a:ext>
            </a:extLst>
          </p:cNvPr>
          <p:cNvSpPr/>
          <p:nvPr/>
        </p:nvSpPr>
        <p:spPr>
          <a:xfrm>
            <a:off x="11789169" y="9090831"/>
            <a:ext cx="1252346" cy="20329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1D360193-6664-51B6-CC1C-72D0F777F582}"/>
              </a:ext>
            </a:extLst>
          </p:cNvPr>
          <p:cNvSpPr/>
          <p:nvPr/>
        </p:nvSpPr>
        <p:spPr>
          <a:xfrm>
            <a:off x="11789169" y="8993837"/>
            <a:ext cx="1252346" cy="101645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2C039864-A2CF-442D-34C6-EF94A55106B9}"/>
              </a:ext>
            </a:extLst>
          </p:cNvPr>
          <p:cNvSpPr/>
          <p:nvPr/>
        </p:nvSpPr>
        <p:spPr>
          <a:xfrm>
            <a:off x="11789169" y="8937103"/>
            <a:ext cx="1252346" cy="63757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74CB5701-EB44-3EC5-BF11-54848E7CB043}"/>
              </a:ext>
            </a:extLst>
          </p:cNvPr>
          <p:cNvCxnSpPr>
            <a:cxnSpLocks/>
          </p:cNvCxnSpPr>
          <p:nvPr/>
        </p:nvCxnSpPr>
        <p:spPr>
          <a:xfrm>
            <a:off x="12429862" y="6605275"/>
            <a:ext cx="0" cy="3615601"/>
          </a:xfrm>
          <a:prstGeom prst="line">
            <a:avLst/>
          </a:prstGeom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Rectangle: Rounded Corners 35">
            <a:extLst>
              <a:ext uri="{FF2B5EF4-FFF2-40B4-BE49-F238E27FC236}">
                <a16:creationId xmlns:a16="http://schemas.microsoft.com/office/drawing/2014/main" id="{2911C620-5639-AF2A-000A-09C574A1AF2E}"/>
              </a:ext>
            </a:extLst>
          </p:cNvPr>
          <p:cNvSpPr/>
          <p:nvPr/>
        </p:nvSpPr>
        <p:spPr>
          <a:xfrm>
            <a:off x="7023235" y="6569163"/>
            <a:ext cx="1272195" cy="3646634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gradFill>
            <a:gsLst>
              <a:gs pos="0">
                <a:srgbClr val="4B4C4D"/>
              </a:gs>
              <a:gs pos="8000">
                <a:srgbClr val="BCC3CD"/>
              </a:gs>
              <a:gs pos="2000">
                <a:srgbClr val="7B8BAA"/>
              </a:gs>
              <a:gs pos="2000">
                <a:srgbClr val="718096"/>
              </a:gs>
              <a:gs pos="83000">
                <a:srgbClr val="A4A5AA"/>
              </a:gs>
              <a:gs pos="100000">
                <a:srgbClr val="CBCC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F8238B2C-BE12-2838-F95E-EA1A2CA0F823}"/>
              </a:ext>
            </a:extLst>
          </p:cNvPr>
          <p:cNvSpPr/>
          <p:nvPr/>
        </p:nvSpPr>
        <p:spPr>
          <a:xfrm>
            <a:off x="7146313" y="6858000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Rectangle: Rounded Corners 1068">
            <a:extLst>
              <a:ext uri="{FF2B5EF4-FFF2-40B4-BE49-F238E27FC236}">
                <a16:creationId xmlns:a16="http://schemas.microsoft.com/office/drawing/2014/main" id="{1C58C9B4-A1DD-1D4E-891E-6BFD8B245C2E}"/>
              </a:ext>
            </a:extLst>
          </p:cNvPr>
          <p:cNvSpPr/>
          <p:nvPr/>
        </p:nvSpPr>
        <p:spPr>
          <a:xfrm>
            <a:off x="7773558" y="6837302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596791A8-237F-DC5C-EB97-2FC800F6DA1A}"/>
              </a:ext>
            </a:extLst>
          </p:cNvPr>
          <p:cNvSpPr/>
          <p:nvPr/>
        </p:nvSpPr>
        <p:spPr>
          <a:xfrm>
            <a:off x="7028564" y="9067463"/>
            <a:ext cx="1252346" cy="20329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CCC64E54-B18A-C50A-1974-0F2D389CAA79}"/>
              </a:ext>
            </a:extLst>
          </p:cNvPr>
          <p:cNvSpPr/>
          <p:nvPr/>
        </p:nvSpPr>
        <p:spPr>
          <a:xfrm>
            <a:off x="7028564" y="8970469"/>
            <a:ext cx="1252346" cy="101645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0DF62797-57FD-13DC-C1B6-25FCEF5D3EBE}"/>
              </a:ext>
            </a:extLst>
          </p:cNvPr>
          <p:cNvSpPr/>
          <p:nvPr/>
        </p:nvSpPr>
        <p:spPr>
          <a:xfrm>
            <a:off x="7028564" y="8913735"/>
            <a:ext cx="1252346" cy="63757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B7460855-CFCE-B51E-E4D5-063876F2E2DF}"/>
              </a:ext>
            </a:extLst>
          </p:cNvPr>
          <p:cNvCxnSpPr>
            <a:cxnSpLocks/>
          </p:cNvCxnSpPr>
          <p:nvPr/>
        </p:nvCxnSpPr>
        <p:spPr>
          <a:xfrm>
            <a:off x="7669257" y="6600195"/>
            <a:ext cx="0" cy="3615601"/>
          </a:xfrm>
          <a:prstGeom prst="line">
            <a:avLst/>
          </a:prstGeom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Rectangle: Rounded Corners 35">
            <a:extLst>
              <a:ext uri="{FF2B5EF4-FFF2-40B4-BE49-F238E27FC236}">
                <a16:creationId xmlns:a16="http://schemas.microsoft.com/office/drawing/2014/main" id="{78DF1833-965C-D8F6-F49F-82F1A0A73828}"/>
              </a:ext>
            </a:extLst>
          </p:cNvPr>
          <p:cNvSpPr/>
          <p:nvPr/>
        </p:nvSpPr>
        <p:spPr>
          <a:xfrm>
            <a:off x="2305172" y="6569144"/>
            <a:ext cx="1278399" cy="3646634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gradFill>
            <a:gsLst>
              <a:gs pos="0">
                <a:srgbClr val="4B4C4D"/>
              </a:gs>
              <a:gs pos="8000">
                <a:srgbClr val="BCC3CD"/>
              </a:gs>
              <a:gs pos="2000">
                <a:srgbClr val="7B8BAA"/>
              </a:gs>
              <a:gs pos="2000">
                <a:srgbClr val="718096"/>
              </a:gs>
              <a:gs pos="83000">
                <a:srgbClr val="A4A5AA"/>
              </a:gs>
              <a:gs pos="100000">
                <a:srgbClr val="CBCC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FCB6EBE4-D8E3-2A4D-AE25-24C6CF1AED25}"/>
              </a:ext>
            </a:extLst>
          </p:cNvPr>
          <p:cNvSpPr/>
          <p:nvPr/>
        </p:nvSpPr>
        <p:spPr>
          <a:xfrm>
            <a:off x="2432548" y="6857981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Rectangle: Rounded Corners 1075">
            <a:extLst>
              <a:ext uri="{FF2B5EF4-FFF2-40B4-BE49-F238E27FC236}">
                <a16:creationId xmlns:a16="http://schemas.microsoft.com/office/drawing/2014/main" id="{F2181A94-2BFB-759D-888A-43999832C82C}"/>
              </a:ext>
            </a:extLst>
          </p:cNvPr>
          <p:cNvSpPr/>
          <p:nvPr/>
        </p:nvSpPr>
        <p:spPr>
          <a:xfrm>
            <a:off x="3059793" y="6837283"/>
            <a:ext cx="386012" cy="1691638"/>
          </a:xfrm>
          <a:prstGeom prst="roundRect">
            <a:avLst>
              <a:gd name="adj" fmla="val 26042"/>
            </a:avLst>
          </a:prstGeom>
          <a:solidFill>
            <a:srgbClr val="FF00FF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657A5125-4268-E213-38DA-8F8C4DDE2B1C}"/>
              </a:ext>
            </a:extLst>
          </p:cNvPr>
          <p:cNvSpPr/>
          <p:nvPr/>
        </p:nvSpPr>
        <p:spPr>
          <a:xfrm>
            <a:off x="2310236" y="9066466"/>
            <a:ext cx="1262425" cy="203290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B97604B-A94F-2263-A74E-28C70674FCA4}"/>
              </a:ext>
            </a:extLst>
          </p:cNvPr>
          <p:cNvSpPr/>
          <p:nvPr/>
        </p:nvSpPr>
        <p:spPr>
          <a:xfrm>
            <a:off x="2308065" y="8988739"/>
            <a:ext cx="1269240" cy="73522"/>
          </a:xfrm>
          <a:prstGeom prst="rect">
            <a:avLst/>
          </a:pr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6A3CCBA2-29F6-008D-FF6E-D1C04B85C2A2}"/>
              </a:ext>
            </a:extLst>
          </p:cNvPr>
          <p:cNvSpPr/>
          <p:nvPr/>
        </p:nvSpPr>
        <p:spPr>
          <a:xfrm>
            <a:off x="2310235" y="8911556"/>
            <a:ext cx="1267069" cy="81666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A5A3B79E-3F85-9E0A-780F-D990697F191B}"/>
              </a:ext>
            </a:extLst>
          </p:cNvPr>
          <p:cNvCxnSpPr>
            <a:cxnSpLocks/>
          </p:cNvCxnSpPr>
          <p:nvPr/>
        </p:nvCxnSpPr>
        <p:spPr>
          <a:xfrm>
            <a:off x="2955492" y="6600176"/>
            <a:ext cx="0" cy="3615601"/>
          </a:xfrm>
          <a:prstGeom prst="line">
            <a:avLst/>
          </a:prstGeom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993D94F2-4EFE-D424-F475-C16E83C338BD}"/>
              </a:ext>
            </a:extLst>
          </p:cNvPr>
          <p:cNvSpPr/>
          <p:nvPr/>
        </p:nvSpPr>
        <p:spPr>
          <a:xfrm>
            <a:off x="2310876" y="8993275"/>
            <a:ext cx="563689" cy="65122"/>
          </a:xfrm>
          <a:custGeom>
            <a:avLst/>
            <a:gdLst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256902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02" h="81666">
                <a:moveTo>
                  <a:pt x="0" y="0"/>
                </a:moveTo>
                <a:lnTo>
                  <a:pt x="256902" y="0"/>
                </a:lnTo>
                <a:cubicBezTo>
                  <a:pt x="192767" y="13887"/>
                  <a:pt x="218167" y="52539"/>
                  <a:pt x="133077" y="81666"/>
                </a:cubicBezTo>
                <a:lnTo>
                  <a:pt x="0" y="81666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92" name="Picture 1091">
            <a:extLst>
              <a:ext uri="{FF2B5EF4-FFF2-40B4-BE49-F238E27FC236}">
                <a16:creationId xmlns:a16="http://schemas.microsoft.com/office/drawing/2014/main" id="{1C935BAF-13F7-5EFA-0A0C-FCDB079597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7267" y="10934972"/>
            <a:ext cx="1274174" cy="3664014"/>
          </a:xfrm>
          <a:prstGeom prst="rect">
            <a:avLst/>
          </a:prstGeom>
        </p:spPr>
      </p:pic>
      <p:pic>
        <p:nvPicPr>
          <p:cNvPr id="1106" name="Picture 1105">
            <a:extLst>
              <a:ext uri="{FF2B5EF4-FFF2-40B4-BE49-F238E27FC236}">
                <a16:creationId xmlns:a16="http://schemas.microsoft.com/office/drawing/2014/main" id="{F0F8AF14-6A8B-1FD0-978E-5F958D2C3E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6564" y="11018546"/>
            <a:ext cx="1274174" cy="36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2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94F9-7B56-D786-CDDB-FDCF21AC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B03EF1-DCF7-F01A-070A-E976456DCA45}"/>
              </a:ext>
            </a:extLst>
          </p:cNvPr>
          <p:cNvSpPr/>
          <p:nvPr/>
        </p:nvSpPr>
        <p:spPr>
          <a:xfrm>
            <a:off x="525897" y="5504688"/>
            <a:ext cx="19034578" cy="5120640"/>
          </a:xfrm>
          <a:prstGeom prst="rect">
            <a:avLst/>
          </a:prstGeom>
          <a:gradFill flip="none" rotWithShape="1">
            <a:gsLst>
              <a:gs pos="0">
                <a:srgbClr val="A5AAB5"/>
              </a:gs>
              <a:gs pos="100000">
                <a:srgbClr val="A5AAB5"/>
              </a:gs>
              <a:gs pos="19000">
                <a:srgbClr val="D4D4DA"/>
              </a:gs>
              <a:gs pos="46000">
                <a:srgbClr val="A8AEB8"/>
              </a:gs>
              <a:gs pos="92000">
                <a:srgbClr val="C2C3C8"/>
              </a:gs>
              <a:gs pos="67000">
                <a:srgbClr val="D4D4D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232CEE-E207-FCDA-0A20-0C67087C320C}"/>
              </a:ext>
            </a:extLst>
          </p:cNvPr>
          <p:cNvSpPr/>
          <p:nvPr/>
        </p:nvSpPr>
        <p:spPr>
          <a:xfrm>
            <a:off x="511791" y="9428870"/>
            <a:ext cx="19034578" cy="1196457"/>
          </a:xfrm>
          <a:prstGeom prst="rect">
            <a:avLst/>
          </a:prstGeom>
          <a:gradFill flip="none" rotWithShape="1">
            <a:gsLst>
              <a:gs pos="0">
                <a:srgbClr val="A8AEB8">
                  <a:alpha val="0"/>
                </a:srgbClr>
              </a:gs>
              <a:gs pos="100000">
                <a:srgbClr val="737373">
                  <a:alpha val="5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東京メトロ13000系13008の側面写真｜RailFile.jp｜鉄道車両サイドビューの図鑑">
            <a:extLst>
              <a:ext uri="{FF2B5EF4-FFF2-40B4-BE49-F238E27FC236}">
                <a16:creationId xmlns:a16="http://schemas.microsoft.com/office/drawing/2014/main" id="{DF5E9D9A-13F5-D899-11BE-F1C3454EA1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"/>
                    </a14:imgEffect>
                    <a14:imgEffect>
                      <a14:brightnessContrast bright="-11000"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373" b="20562"/>
          <a:stretch/>
        </p:blipFill>
        <p:spPr bwMode="auto">
          <a:xfrm>
            <a:off x="0" y="286212"/>
            <a:ext cx="20491938" cy="535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CD7EBF-FD3B-3EC4-B56A-1E26B2CD2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3549" y="5266944"/>
            <a:ext cx="5159640" cy="5358383"/>
          </a:xfrm>
          <a:prstGeom prst="rect">
            <a:avLst/>
          </a:prstGeom>
        </p:spPr>
      </p:pic>
      <p:pic>
        <p:nvPicPr>
          <p:cNvPr id="1028" name="Picture 4" descr="東京メトロ 日比谷線 新型車両13000系報道公開 | 鉄道ニュース | 鉄道チャンネル">
            <a:extLst>
              <a:ext uri="{FF2B5EF4-FFF2-40B4-BE49-F238E27FC236}">
                <a16:creationId xmlns:a16="http://schemas.microsoft.com/office/drawing/2014/main" id="{B58AC43B-0DBA-D0F8-ADAD-8E7C7BF49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498" y="11356591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21A3CA-8ABE-34AD-D95B-88C31A854993}"/>
              </a:ext>
            </a:extLst>
          </p:cNvPr>
          <p:cNvSpPr/>
          <p:nvPr/>
        </p:nvSpPr>
        <p:spPr>
          <a:xfrm>
            <a:off x="525896" y="8906255"/>
            <a:ext cx="18733402" cy="365760"/>
          </a:xfrm>
          <a:custGeom>
            <a:avLst/>
            <a:gdLst>
              <a:gd name="connsiteX0" fmla="*/ 0 w 18713079"/>
              <a:gd name="connsiteY0" fmla="*/ 0 h 365760"/>
              <a:gd name="connsiteX1" fmla="*/ 18713079 w 18713079"/>
              <a:gd name="connsiteY1" fmla="*/ 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5708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6724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33400"/>
              <a:gd name="connsiteY0" fmla="*/ 0 h 365760"/>
              <a:gd name="connsiteX1" fmla="*/ 18672440 w 18733400"/>
              <a:gd name="connsiteY1" fmla="*/ 5080 h 365760"/>
              <a:gd name="connsiteX2" fmla="*/ 18733400 w 18733400"/>
              <a:gd name="connsiteY2" fmla="*/ 365760 h 365760"/>
              <a:gd name="connsiteX3" fmla="*/ 0 w 18733400"/>
              <a:gd name="connsiteY3" fmla="*/ 365760 h 365760"/>
              <a:gd name="connsiteX4" fmla="*/ 0 w 18733400"/>
              <a:gd name="connsiteY4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3400" h="365760">
                <a:moveTo>
                  <a:pt x="0" y="0"/>
                </a:moveTo>
                <a:lnTo>
                  <a:pt x="18672440" y="5080"/>
                </a:lnTo>
                <a:lnTo>
                  <a:pt x="187334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ED7A4D-E875-1E36-50FE-D007CE4F12AA}"/>
              </a:ext>
            </a:extLst>
          </p:cNvPr>
          <p:cNvSpPr/>
          <p:nvPr/>
        </p:nvSpPr>
        <p:spPr>
          <a:xfrm>
            <a:off x="525897" y="9064394"/>
            <a:ext cx="18734234" cy="208346"/>
          </a:xfrm>
          <a:custGeom>
            <a:avLst/>
            <a:gdLst>
              <a:gd name="connsiteX0" fmla="*/ 0 w 18722803"/>
              <a:gd name="connsiteY0" fmla="*/ 0 h 208346"/>
              <a:gd name="connsiteX1" fmla="*/ 18722803 w 18722803"/>
              <a:gd name="connsiteY1" fmla="*/ 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22803"/>
              <a:gd name="connsiteY0" fmla="*/ 0 h 208346"/>
              <a:gd name="connsiteX1" fmla="*/ 18696134 w 18722803"/>
              <a:gd name="connsiteY1" fmla="*/ 381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34234"/>
              <a:gd name="connsiteY0" fmla="*/ 0 h 208346"/>
              <a:gd name="connsiteX1" fmla="*/ 18696134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  <a:gd name="connsiteX0" fmla="*/ 0 w 18734234"/>
              <a:gd name="connsiteY0" fmla="*/ 0 h 208346"/>
              <a:gd name="connsiteX1" fmla="*/ 18701849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4234" h="208346">
                <a:moveTo>
                  <a:pt x="0" y="0"/>
                </a:moveTo>
                <a:lnTo>
                  <a:pt x="18701849" y="3810"/>
                </a:lnTo>
                <a:lnTo>
                  <a:pt x="18734234" y="208346"/>
                </a:lnTo>
                <a:lnTo>
                  <a:pt x="0" y="208346"/>
                </a:lnTo>
                <a:lnTo>
                  <a:pt x="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8A40D-5DBB-51F5-FE6F-74383D44670A}"/>
              </a:ext>
            </a:extLst>
          </p:cNvPr>
          <p:cNvSpPr/>
          <p:nvPr/>
        </p:nvSpPr>
        <p:spPr>
          <a:xfrm flipV="1">
            <a:off x="525064" y="8979151"/>
            <a:ext cx="18702102" cy="87377"/>
          </a:xfrm>
          <a:custGeom>
            <a:avLst/>
            <a:gdLst>
              <a:gd name="connsiteX0" fmla="*/ 0 w 18702102"/>
              <a:gd name="connsiteY0" fmla="*/ 0 h 85472"/>
              <a:gd name="connsiteX1" fmla="*/ 18702102 w 18702102"/>
              <a:gd name="connsiteY1" fmla="*/ 0 h 85472"/>
              <a:gd name="connsiteX2" fmla="*/ 18702102 w 18702102"/>
              <a:gd name="connsiteY2" fmla="*/ 85472 h 85472"/>
              <a:gd name="connsiteX3" fmla="*/ 0 w 18702102"/>
              <a:gd name="connsiteY3" fmla="*/ 85472 h 85472"/>
              <a:gd name="connsiteX4" fmla="*/ 0 w 18702102"/>
              <a:gd name="connsiteY4" fmla="*/ 0 h 85472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1147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876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495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02102" h="87377">
                <a:moveTo>
                  <a:pt x="0" y="0"/>
                </a:moveTo>
                <a:lnTo>
                  <a:pt x="18702102" y="0"/>
                </a:lnTo>
                <a:lnTo>
                  <a:pt x="18684958" y="87377"/>
                </a:lnTo>
                <a:lnTo>
                  <a:pt x="0" y="85472"/>
                </a:lnTo>
                <a:lnTo>
                  <a:pt x="0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82251-CD93-0AF5-015D-E0EB903DF44D}"/>
              </a:ext>
            </a:extLst>
          </p:cNvPr>
          <p:cNvSpPr/>
          <p:nvPr/>
        </p:nvSpPr>
        <p:spPr>
          <a:xfrm>
            <a:off x="525064" y="5518404"/>
            <a:ext cx="19021875" cy="388620"/>
          </a:xfrm>
          <a:prstGeom prst="rect">
            <a:avLst/>
          </a:prstGeom>
          <a:solidFill>
            <a:srgbClr val="7583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FA4DAEE-DA9F-C894-810A-F47D0F7C16E0}"/>
              </a:ext>
            </a:extLst>
          </p:cNvPr>
          <p:cNvSpPr/>
          <p:nvPr/>
        </p:nvSpPr>
        <p:spPr>
          <a:xfrm>
            <a:off x="2768600" y="5713574"/>
            <a:ext cx="7981812" cy="187976"/>
          </a:xfrm>
          <a:custGeom>
            <a:avLst/>
            <a:gdLst>
              <a:gd name="connsiteX0" fmla="*/ 2580640 w 16667480"/>
              <a:gd name="connsiteY0" fmla="*/ 0 h 238761"/>
              <a:gd name="connsiteX1" fmla="*/ 16667480 w 16667480"/>
              <a:gd name="connsiteY1" fmla="*/ 0 h 238761"/>
              <a:gd name="connsiteX2" fmla="*/ 16667480 w 16667480"/>
              <a:gd name="connsiteY2" fmla="*/ 238760 h 238761"/>
              <a:gd name="connsiteX3" fmla="*/ 2580640 w 16667480"/>
              <a:gd name="connsiteY3" fmla="*/ 238760 h 238761"/>
              <a:gd name="connsiteX4" fmla="*/ 2580640 w 16667480"/>
              <a:gd name="connsiteY4" fmla="*/ 238761 h 238761"/>
              <a:gd name="connsiteX5" fmla="*/ 0 w 16667480"/>
              <a:gd name="connsiteY5" fmla="*/ 238761 h 238761"/>
              <a:gd name="connsiteX6" fmla="*/ 347980 w 16667480"/>
              <a:gd name="connsiteY6" fmla="*/ 33021 h 238761"/>
              <a:gd name="connsiteX7" fmla="*/ 701040 w 16667480"/>
              <a:gd name="connsiteY7" fmla="*/ 1 h 238761"/>
              <a:gd name="connsiteX8" fmla="*/ 2580640 w 16667480"/>
              <a:gd name="connsiteY8" fmla="*/ 1 h 238761"/>
              <a:gd name="connsiteX0" fmla="*/ 2580640 w 16667480"/>
              <a:gd name="connsiteY0" fmla="*/ 0 h 238761"/>
              <a:gd name="connsiteX1" fmla="*/ 7892740 w 16667480"/>
              <a:gd name="connsiteY1" fmla="*/ 0 h 238761"/>
              <a:gd name="connsiteX2" fmla="*/ 16667480 w 16667480"/>
              <a:gd name="connsiteY2" fmla="*/ 238760 h 238761"/>
              <a:gd name="connsiteX3" fmla="*/ 2580640 w 16667480"/>
              <a:gd name="connsiteY3" fmla="*/ 238760 h 238761"/>
              <a:gd name="connsiteX4" fmla="*/ 2580640 w 16667480"/>
              <a:gd name="connsiteY4" fmla="*/ 238761 h 238761"/>
              <a:gd name="connsiteX5" fmla="*/ 0 w 16667480"/>
              <a:gd name="connsiteY5" fmla="*/ 238761 h 238761"/>
              <a:gd name="connsiteX6" fmla="*/ 347980 w 16667480"/>
              <a:gd name="connsiteY6" fmla="*/ 33021 h 238761"/>
              <a:gd name="connsiteX7" fmla="*/ 701040 w 16667480"/>
              <a:gd name="connsiteY7" fmla="*/ 1 h 238761"/>
              <a:gd name="connsiteX8" fmla="*/ 2580640 w 16667480"/>
              <a:gd name="connsiteY8" fmla="*/ 1 h 238761"/>
              <a:gd name="connsiteX9" fmla="*/ 2580640 w 16667480"/>
              <a:gd name="connsiteY9" fmla="*/ 0 h 238761"/>
              <a:gd name="connsiteX0" fmla="*/ 2580640 w 7929074"/>
              <a:gd name="connsiteY0" fmla="*/ 0 h 238761"/>
              <a:gd name="connsiteX1" fmla="*/ 7892740 w 7929074"/>
              <a:gd name="connsiteY1" fmla="*/ 0 h 238761"/>
              <a:gd name="connsiteX2" fmla="*/ 7929074 w 7929074"/>
              <a:gd name="connsiteY2" fmla="*/ 215531 h 238761"/>
              <a:gd name="connsiteX3" fmla="*/ 2580640 w 7929074"/>
              <a:gd name="connsiteY3" fmla="*/ 238760 h 238761"/>
              <a:gd name="connsiteX4" fmla="*/ 2580640 w 7929074"/>
              <a:gd name="connsiteY4" fmla="*/ 238761 h 238761"/>
              <a:gd name="connsiteX5" fmla="*/ 0 w 7929074"/>
              <a:gd name="connsiteY5" fmla="*/ 238761 h 238761"/>
              <a:gd name="connsiteX6" fmla="*/ 347980 w 7929074"/>
              <a:gd name="connsiteY6" fmla="*/ 33021 h 238761"/>
              <a:gd name="connsiteX7" fmla="*/ 701040 w 7929074"/>
              <a:gd name="connsiteY7" fmla="*/ 1 h 238761"/>
              <a:gd name="connsiteX8" fmla="*/ 2580640 w 7929074"/>
              <a:gd name="connsiteY8" fmla="*/ 1 h 238761"/>
              <a:gd name="connsiteX9" fmla="*/ 2580640 w 7929074"/>
              <a:gd name="connsiteY9" fmla="*/ 0 h 23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9074" h="238761">
                <a:moveTo>
                  <a:pt x="2580640" y="0"/>
                </a:moveTo>
                <a:lnTo>
                  <a:pt x="7892740" y="0"/>
                </a:lnTo>
                <a:lnTo>
                  <a:pt x="7929074" y="215531"/>
                </a:lnTo>
                <a:lnTo>
                  <a:pt x="2580640" y="238760"/>
                </a:lnTo>
                <a:lnTo>
                  <a:pt x="2580640" y="238761"/>
                </a:lnTo>
                <a:lnTo>
                  <a:pt x="0" y="238761"/>
                </a:lnTo>
                <a:cubicBezTo>
                  <a:pt x="115993" y="170181"/>
                  <a:pt x="211667" y="86361"/>
                  <a:pt x="347980" y="33021"/>
                </a:cubicBezTo>
                <a:cubicBezTo>
                  <a:pt x="465667" y="-8466"/>
                  <a:pt x="583353" y="11008"/>
                  <a:pt x="701040" y="1"/>
                </a:cubicBezTo>
                <a:lnTo>
                  <a:pt x="2580640" y="1"/>
                </a:lnTo>
                <a:lnTo>
                  <a:pt x="258064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10A4B7F-E96F-820B-F04F-272D29623FDF}"/>
              </a:ext>
            </a:extLst>
          </p:cNvPr>
          <p:cNvSpPr/>
          <p:nvPr/>
        </p:nvSpPr>
        <p:spPr>
          <a:xfrm>
            <a:off x="2770442" y="5902275"/>
            <a:ext cx="16683418" cy="109107"/>
          </a:xfrm>
          <a:custGeom>
            <a:avLst/>
            <a:gdLst>
              <a:gd name="connsiteX0" fmla="*/ 634017 w 16617154"/>
              <a:gd name="connsiteY0" fmla="*/ 144056 h 147270"/>
              <a:gd name="connsiteX1" fmla="*/ 634071 w 16617154"/>
              <a:gd name="connsiteY1" fmla="*/ 145936 h 147270"/>
              <a:gd name="connsiteX2" fmla="*/ 631834 w 16617154"/>
              <a:gd name="connsiteY2" fmla="*/ 146911 h 147270"/>
              <a:gd name="connsiteX3" fmla="*/ 2456880 w 16617154"/>
              <a:gd name="connsiteY3" fmla="*/ 0 h 147270"/>
              <a:gd name="connsiteX4" fmla="*/ 16617154 w 16617154"/>
              <a:gd name="connsiteY4" fmla="*/ 0 h 147270"/>
              <a:gd name="connsiteX5" fmla="*/ 16617154 w 16617154"/>
              <a:gd name="connsiteY5" fmla="*/ 146383 h 147270"/>
              <a:gd name="connsiteX6" fmla="*/ 2456880 w 16617154"/>
              <a:gd name="connsiteY6" fmla="*/ 146383 h 147270"/>
              <a:gd name="connsiteX7" fmla="*/ 2456880 w 16617154"/>
              <a:gd name="connsiteY7" fmla="*/ 143691 h 147270"/>
              <a:gd name="connsiteX8" fmla="*/ 635698 w 16617154"/>
              <a:gd name="connsiteY8" fmla="*/ 141857 h 147270"/>
              <a:gd name="connsiteX9" fmla="*/ 634017 w 16617154"/>
              <a:gd name="connsiteY9" fmla="*/ 144056 h 147270"/>
              <a:gd name="connsiteX10" fmla="*/ 633793 w 16617154"/>
              <a:gd name="connsiteY10" fmla="*/ 136142 h 147270"/>
              <a:gd name="connsiteX11" fmla="*/ 5143 w 16617154"/>
              <a:gd name="connsiteY11" fmla="*/ 10412 h 147270"/>
              <a:gd name="connsiteX12" fmla="*/ 5143 w 16617154"/>
              <a:gd name="connsiteY12" fmla="*/ 6602 h 147270"/>
              <a:gd name="connsiteX13" fmla="*/ 2456880 w 16617154"/>
              <a:gd name="connsiteY13" fmla="*/ 1047 h 14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617154" h="147270">
                <a:moveTo>
                  <a:pt x="634017" y="144056"/>
                </a:moveTo>
                <a:lnTo>
                  <a:pt x="634071" y="145936"/>
                </a:lnTo>
                <a:cubicBezTo>
                  <a:pt x="633524" y="147460"/>
                  <a:pt x="632558" y="147516"/>
                  <a:pt x="631834" y="146911"/>
                </a:cubicBezTo>
                <a:close/>
                <a:moveTo>
                  <a:pt x="2456880" y="0"/>
                </a:moveTo>
                <a:lnTo>
                  <a:pt x="16617154" y="0"/>
                </a:lnTo>
                <a:lnTo>
                  <a:pt x="16617154" y="146383"/>
                </a:lnTo>
                <a:lnTo>
                  <a:pt x="2456880" y="146383"/>
                </a:lnTo>
                <a:lnTo>
                  <a:pt x="2456880" y="143691"/>
                </a:lnTo>
                <a:lnTo>
                  <a:pt x="635698" y="141857"/>
                </a:lnTo>
                <a:lnTo>
                  <a:pt x="634017" y="144056"/>
                </a:lnTo>
                <a:lnTo>
                  <a:pt x="633793" y="136142"/>
                </a:lnTo>
                <a:cubicBezTo>
                  <a:pt x="538543" y="163447"/>
                  <a:pt x="92773" y="36447"/>
                  <a:pt x="5143" y="10412"/>
                </a:cubicBezTo>
                <a:cubicBezTo>
                  <a:pt x="5143" y="-1161"/>
                  <a:pt x="-6430" y="6602"/>
                  <a:pt x="5143" y="6602"/>
                </a:cubicBezTo>
                <a:lnTo>
                  <a:pt x="2456880" y="1047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8AE770-D966-78FE-5372-F4625FD137D4}"/>
              </a:ext>
            </a:extLst>
          </p:cNvPr>
          <p:cNvSpPr/>
          <p:nvPr/>
        </p:nvSpPr>
        <p:spPr>
          <a:xfrm>
            <a:off x="3012577" y="6006345"/>
            <a:ext cx="16441283" cy="45719"/>
          </a:xfrm>
          <a:custGeom>
            <a:avLst/>
            <a:gdLst>
              <a:gd name="connsiteX0" fmla="*/ 634017 w 16617154"/>
              <a:gd name="connsiteY0" fmla="*/ 144056 h 147270"/>
              <a:gd name="connsiteX1" fmla="*/ 634071 w 16617154"/>
              <a:gd name="connsiteY1" fmla="*/ 145936 h 147270"/>
              <a:gd name="connsiteX2" fmla="*/ 631834 w 16617154"/>
              <a:gd name="connsiteY2" fmla="*/ 146911 h 147270"/>
              <a:gd name="connsiteX3" fmla="*/ 2456880 w 16617154"/>
              <a:gd name="connsiteY3" fmla="*/ 0 h 147270"/>
              <a:gd name="connsiteX4" fmla="*/ 16617154 w 16617154"/>
              <a:gd name="connsiteY4" fmla="*/ 0 h 147270"/>
              <a:gd name="connsiteX5" fmla="*/ 16617154 w 16617154"/>
              <a:gd name="connsiteY5" fmla="*/ 146383 h 147270"/>
              <a:gd name="connsiteX6" fmla="*/ 2456880 w 16617154"/>
              <a:gd name="connsiteY6" fmla="*/ 146383 h 147270"/>
              <a:gd name="connsiteX7" fmla="*/ 2456880 w 16617154"/>
              <a:gd name="connsiteY7" fmla="*/ 143691 h 147270"/>
              <a:gd name="connsiteX8" fmla="*/ 635698 w 16617154"/>
              <a:gd name="connsiteY8" fmla="*/ 141857 h 147270"/>
              <a:gd name="connsiteX9" fmla="*/ 634017 w 16617154"/>
              <a:gd name="connsiteY9" fmla="*/ 144056 h 147270"/>
              <a:gd name="connsiteX10" fmla="*/ 633793 w 16617154"/>
              <a:gd name="connsiteY10" fmla="*/ 136142 h 147270"/>
              <a:gd name="connsiteX11" fmla="*/ 5143 w 16617154"/>
              <a:gd name="connsiteY11" fmla="*/ 10412 h 147270"/>
              <a:gd name="connsiteX12" fmla="*/ 5143 w 16617154"/>
              <a:gd name="connsiteY12" fmla="*/ 6602 h 147270"/>
              <a:gd name="connsiteX13" fmla="*/ 2456880 w 16617154"/>
              <a:gd name="connsiteY13" fmla="*/ 1047 h 14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617154" h="147270">
                <a:moveTo>
                  <a:pt x="634017" y="144056"/>
                </a:moveTo>
                <a:lnTo>
                  <a:pt x="634071" y="145936"/>
                </a:lnTo>
                <a:cubicBezTo>
                  <a:pt x="633524" y="147460"/>
                  <a:pt x="632558" y="147516"/>
                  <a:pt x="631834" y="146911"/>
                </a:cubicBezTo>
                <a:close/>
                <a:moveTo>
                  <a:pt x="2456880" y="0"/>
                </a:moveTo>
                <a:lnTo>
                  <a:pt x="16617154" y="0"/>
                </a:lnTo>
                <a:lnTo>
                  <a:pt x="16617154" y="146383"/>
                </a:lnTo>
                <a:lnTo>
                  <a:pt x="2456880" y="146383"/>
                </a:lnTo>
                <a:lnTo>
                  <a:pt x="2456880" y="143691"/>
                </a:lnTo>
                <a:lnTo>
                  <a:pt x="635698" y="141857"/>
                </a:lnTo>
                <a:lnTo>
                  <a:pt x="634017" y="144056"/>
                </a:lnTo>
                <a:lnTo>
                  <a:pt x="633793" y="136142"/>
                </a:lnTo>
                <a:cubicBezTo>
                  <a:pt x="538543" y="163447"/>
                  <a:pt x="92773" y="36447"/>
                  <a:pt x="5143" y="10412"/>
                </a:cubicBezTo>
                <a:cubicBezTo>
                  <a:pt x="5143" y="-1161"/>
                  <a:pt x="-6430" y="6602"/>
                  <a:pt x="5143" y="6602"/>
                </a:cubicBezTo>
                <a:lnTo>
                  <a:pt x="2456880" y="1047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EF5E78-7D8B-0A65-C91D-5CD2C4D320C4}"/>
              </a:ext>
            </a:extLst>
          </p:cNvPr>
          <p:cNvSpPr/>
          <p:nvPr/>
        </p:nvSpPr>
        <p:spPr>
          <a:xfrm>
            <a:off x="525064" y="5897968"/>
            <a:ext cx="2473407" cy="567459"/>
          </a:xfrm>
          <a:custGeom>
            <a:avLst/>
            <a:gdLst>
              <a:gd name="connsiteX0" fmla="*/ 0 w 2341880"/>
              <a:gd name="connsiteY0" fmla="*/ 0 h 512110"/>
              <a:gd name="connsiteX1" fmla="*/ 1315720 w 2341880"/>
              <a:gd name="connsiteY1" fmla="*/ 0 h 512110"/>
              <a:gd name="connsiteX2" fmla="*/ 1793240 w 2341880"/>
              <a:gd name="connsiteY2" fmla="*/ 19159 h 512110"/>
              <a:gd name="connsiteX3" fmla="*/ 2101850 w 2341880"/>
              <a:gd name="connsiteY3" fmla="*/ 65422 h 512110"/>
              <a:gd name="connsiteX4" fmla="*/ 2341876 w 2341880"/>
              <a:gd name="connsiteY4" fmla="*/ 122461 h 512110"/>
              <a:gd name="connsiteX5" fmla="*/ 2341880 w 2341880"/>
              <a:gd name="connsiteY5" fmla="*/ 122461 h 512110"/>
              <a:gd name="connsiteX6" fmla="*/ 2341879 w 2341880"/>
              <a:gd name="connsiteY6" fmla="*/ 122462 h 512110"/>
              <a:gd name="connsiteX7" fmla="*/ 2341880 w 2341880"/>
              <a:gd name="connsiteY7" fmla="*/ 122462 h 512110"/>
              <a:gd name="connsiteX8" fmla="*/ 2341879 w 2341880"/>
              <a:gd name="connsiteY8" fmla="*/ 122462 h 512110"/>
              <a:gd name="connsiteX9" fmla="*/ 2217579 w 2341880"/>
              <a:gd name="connsiteY9" fmla="*/ 211063 h 512110"/>
              <a:gd name="connsiteX10" fmla="*/ 1793240 w 2341880"/>
              <a:gd name="connsiteY10" fmla="*/ 451150 h 512110"/>
              <a:gd name="connsiteX11" fmla="*/ 1315720 w 2341880"/>
              <a:gd name="connsiteY11" fmla="*/ 512110 h 512110"/>
              <a:gd name="connsiteX12" fmla="*/ 0 w 2341880"/>
              <a:gd name="connsiteY12" fmla="*/ 512110 h 512110"/>
              <a:gd name="connsiteX13" fmla="*/ 0 w 2341880"/>
              <a:gd name="connsiteY13" fmla="*/ 122462 h 512110"/>
              <a:gd name="connsiteX14" fmla="*/ 0 w 2341880"/>
              <a:gd name="connsiteY14" fmla="*/ 122461 h 512110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01850 w 2341880"/>
              <a:gd name="connsiteY3" fmla="*/ 68719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59568 w 2341880"/>
              <a:gd name="connsiteY3" fmla="*/ 47673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93240 w 2341880"/>
              <a:gd name="connsiteY10" fmla="*/ 454447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639325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11473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41880" h="522422">
                <a:moveTo>
                  <a:pt x="0" y="3297"/>
                </a:moveTo>
                <a:lnTo>
                  <a:pt x="1315720" y="3297"/>
                </a:lnTo>
                <a:cubicBezTo>
                  <a:pt x="1474893" y="9683"/>
                  <a:pt x="1809357" y="-10733"/>
                  <a:pt x="1973610" y="8426"/>
                </a:cubicBezTo>
                <a:cubicBezTo>
                  <a:pt x="2110770" y="18459"/>
                  <a:pt x="2079558" y="28660"/>
                  <a:pt x="2159568" y="47673"/>
                </a:cubicBezTo>
                <a:lnTo>
                  <a:pt x="2341876" y="125758"/>
                </a:lnTo>
                <a:lnTo>
                  <a:pt x="2341880" y="125758"/>
                </a:lnTo>
                <a:lnTo>
                  <a:pt x="2341879" y="125759"/>
                </a:lnTo>
                <a:lnTo>
                  <a:pt x="2341880" y="125759"/>
                </a:lnTo>
                <a:lnTo>
                  <a:pt x="2341879" y="125759"/>
                </a:lnTo>
                <a:lnTo>
                  <a:pt x="2217579" y="214360"/>
                </a:lnTo>
                <a:cubicBezTo>
                  <a:pt x="2101850" y="307248"/>
                  <a:pt x="1917213" y="411242"/>
                  <a:pt x="1711473" y="459124"/>
                </a:cubicBezTo>
                <a:cubicBezTo>
                  <a:pt x="1547220" y="520084"/>
                  <a:pt x="1037196" y="502102"/>
                  <a:pt x="878023" y="522422"/>
                </a:cubicBezTo>
                <a:lnTo>
                  <a:pt x="0" y="515407"/>
                </a:lnTo>
                <a:lnTo>
                  <a:pt x="0" y="125759"/>
                </a:lnTo>
                <a:lnTo>
                  <a:pt x="0" y="125758"/>
                </a:lnTo>
                <a:lnTo>
                  <a:pt x="0" y="3297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2ABDFD1-2D36-DB04-2607-851005FAEFEB}"/>
              </a:ext>
            </a:extLst>
          </p:cNvPr>
          <p:cNvSpPr/>
          <p:nvPr/>
        </p:nvSpPr>
        <p:spPr>
          <a:xfrm>
            <a:off x="524231" y="8977017"/>
            <a:ext cx="2244369" cy="87377"/>
          </a:xfrm>
          <a:custGeom>
            <a:avLst/>
            <a:gdLst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2244369 w 2244369"/>
              <a:gd name="connsiteY5" fmla="*/ 96453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4369" h="96453">
                <a:moveTo>
                  <a:pt x="0" y="0"/>
                </a:moveTo>
                <a:lnTo>
                  <a:pt x="0" y="0"/>
                </a:lnTo>
                <a:lnTo>
                  <a:pt x="2244369" y="0"/>
                </a:lnTo>
                <a:lnTo>
                  <a:pt x="2244369" y="0"/>
                </a:lnTo>
                <a:cubicBezTo>
                  <a:pt x="2163089" y="30881"/>
                  <a:pt x="2215159" y="77002"/>
                  <a:pt x="2000529" y="92643"/>
                </a:cubicBezTo>
                <a:lnTo>
                  <a:pt x="1998624" y="94548"/>
                </a:lnTo>
                <a:lnTo>
                  <a:pt x="0" y="96453"/>
                </a:lnTo>
                <a:lnTo>
                  <a:pt x="0" y="96453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東京メトロ 日比谷線 新型車両13000系報道公開 | 鉄道ニュース | 鉄道チャンネル">
            <a:extLst>
              <a:ext uri="{FF2B5EF4-FFF2-40B4-BE49-F238E27FC236}">
                <a16:creationId xmlns:a16="http://schemas.microsoft.com/office/drawing/2014/main" id="{EF54C79D-48AF-3BB1-1427-A41E6F7DF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283" y="506717"/>
            <a:ext cx="9753600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747B74-65B7-AEA2-556D-E42DD3CF67BF}"/>
              </a:ext>
            </a:extLst>
          </p:cNvPr>
          <p:cNvSpPr/>
          <p:nvPr/>
        </p:nvSpPr>
        <p:spPr>
          <a:xfrm>
            <a:off x="9138110" y="6596300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5B18F2-EEAE-D233-FD3B-53BF202CB078}"/>
              </a:ext>
            </a:extLst>
          </p:cNvPr>
          <p:cNvSpPr/>
          <p:nvPr/>
        </p:nvSpPr>
        <p:spPr>
          <a:xfrm>
            <a:off x="9993630" y="6589700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145D441-EF4F-3534-1D21-BBA73E2F68C2}"/>
              </a:ext>
            </a:extLst>
          </p:cNvPr>
          <p:cNvSpPr/>
          <p:nvPr/>
        </p:nvSpPr>
        <p:spPr>
          <a:xfrm>
            <a:off x="13852969" y="6586812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9878D9-740F-6055-FE25-81FB16E803AD}"/>
              </a:ext>
            </a:extLst>
          </p:cNvPr>
          <p:cNvSpPr/>
          <p:nvPr/>
        </p:nvSpPr>
        <p:spPr>
          <a:xfrm>
            <a:off x="14708489" y="6580212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46ADE29-5FD2-4A75-E48F-C3FE51AA37F2}"/>
              </a:ext>
            </a:extLst>
          </p:cNvPr>
          <p:cNvSpPr/>
          <p:nvPr/>
        </p:nvSpPr>
        <p:spPr>
          <a:xfrm>
            <a:off x="4404667" y="6591555"/>
            <a:ext cx="1783080" cy="1953339"/>
          </a:xfrm>
          <a:prstGeom prst="roundRect">
            <a:avLst>
              <a:gd name="adj" fmla="val 4986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385E48-2DD2-FF54-2EF4-DDFC3E86711B}"/>
              </a:ext>
            </a:extLst>
          </p:cNvPr>
          <p:cNvSpPr/>
          <p:nvPr/>
        </p:nvSpPr>
        <p:spPr>
          <a:xfrm>
            <a:off x="5260187" y="6584955"/>
            <a:ext cx="81739" cy="19570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0761ED4-B454-4B33-268F-33C98492335A}"/>
              </a:ext>
            </a:extLst>
          </p:cNvPr>
          <p:cNvSpPr/>
          <p:nvPr/>
        </p:nvSpPr>
        <p:spPr>
          <a:xfrm>
            <a:off x="798439" y="6578306"/>
            <a:ext cx="685800" cy="195333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E38034-17C5-3E73-8844-0B4480FD8008}"/>
              </a:ext>
            </a:extLst>
          </p:cNvPr>
          <p:cNvSpPr/>
          <p:nvPr/>
        </p:nvSpPr>
        <p:spPr>
          <a:xfrm>
            <a:off x="2329054" y="6591209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D4DBA6E7-E6B1-4941-59DB-C33AA01F36FE}"/>
              </a:ext>
            </a:extLst>
          </p:cNvPr>
          <p:cNvSpPr/>
          <p:nvPr/>
        </p:nvSpPr>
        <p:spPr>
          <a:xfrm>
            <a:off x="570214" y="2256744"/>
            <a:ext cx="2202897" cy="953228"/>
          </a:xfrm>
          <a:custGeom>
            <a:avLst/>
            <a:gdLst>
              <a:gd name="connsiteX0" fmla="*/ 0 w 18713079"/>
              <a:gd name="connsiteY0" fmla="*/ 0 h 365760"/>
              <a:gd name="connsiteX1" fmla="*/ 18713079 w 18713079"/>
              <a:gd name="connsiteY1" fmla="*/ 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5708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13079"/>
              <a:gd name="connsiteY0" fmla="*/ 0 h 365760"/>
              <a:gd name="connsiteX1" fmla="*/ 18672440 w 18713079"/>
              <a:gd name="connsiteY1" fmla="*/ 5080 h 365760"/>
              <a:gd name="connsiteX2" fmla="*/ 18713079 w 18713079"/>
              <a:gd name="connsiteY2" fmla="*/ 365760 h 365760"/>
              <a:gd name="connsiteX3" fmla="*/ 0 w 18713079"/>
              <a:gd name="connsiteY3" fmla="*/ 365760 h 365760"/>
              <a:gd name="connsiteX4" fmla="*/ 0 w 18713079"/>
              <a:gd name="connsiteY4" fmla="*/ 0 h 365760"/>
              <a:gd name="connsiteX0" fmla="*/ 0 w 18733400"/>
              <a:gd name="connsiteY0" fmla="*/ 0 h 365760"/>
              <a:gd name="connsiteX1" fmla="*/ 18672440 w 18733400"/>
              <a:gd name="connsiteY1" fmla="*/ 5080 h 365760"/>
              <a:gd name="connsiteX2" fmla="*/ 18733400 w 18733400"/>
              <a:gd name="connsiteY2" fmla="*/ 365760 h 365760"/>
              <a:gd name="connsiteX3" fmla="*/ 0 w 18733400"/>
              <a:gd name="connsiteY3" fmla="*/ 365760 h 365760"/>
              <a:gd name="connsiteX4" fmla="*/ 0 w 18733400"/>
              <a:gd name="connsiteY4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3400" h="365760">
                <a:moveTo>
                  <a:pt x="0" y="0"/>
                </a:moveTo>
                <a:lnTo>
                  <a:pt x="18672440" y="5080"/>
                </a:lnTo>
                <a:lnTo>
                  <a:pt x="187334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4319E28E-C2C2-3DFE-E1E2-31DF19F3E006}"/>
              </a:ext>
            </a:extLst>
          </p:cNvPr>
          <p:cNvSpPr/>
          <p:nvPr/>
        </p:nvSpPr>
        <p:spPr>
          <a:xfrm flipV="1">
            <a:off x="569383" y="2329643"/>
            <a:ext cx="2199217" cy="227718"/>
          </a:xfrm>
          <a:custGeom>
            <a:avLst/>
            <a:gdLst>
              <a:gd name="connsiteX0" fmla="*/ 0 w 18702102"/>
              <a:gd name="connsiteY0" fmla="*/ 0 h 85472"/>
              <a:gd name="connsiteX1" fmla="*/ 18702102 w 18702102"/>
              <a:gd name="connsiteY1" fmla="*/ 0 h 85472"/>
              <a:gd name="connsiteX2" fmla="*/ 18702102 w 18702102"/>
              <a:gd name="connsiteY2" fmla="*/ 85472 h 85472"/>
              <a:gd name="connsiteX3" fmla="*/ 0 w 18702102"/>
              <a:gd name="connsiteY3" fmla="*/ 85472 h 85472"/>
              <a:gd name="connsiteX4" fmla="*/ 0 w 18702102"/>
              <a:gd name="connsiteY4" fmla="*/ 0 h 85472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1147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876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  <a:gd name="connsiteX0" fmla="*/ 0 w 18702102"/>
              <a:gd name="connsiteY0" fmla="*/ 0 h 87377"/>
              <a:gd name="connsiteX1" fmla="*/ 18702102 w 18702102"/>
              <a:gd name="connsiteY1" fmla="*/ 0 h 87377"/>
              <a:gd name="connsiteX2" fmla="*/ 18684958 w 18702102"/>
              <a:gd name="connsiteY2" fmla="*/ 87377 h 87377"/>
              <a:gd name="connsiteX3" fmla="*/ 0 w 18702102"/>
              <a:gd name="connsiteY3" fmla="*/ 85472 h 87377"/>
              <a:gd name="connsiteX4" fmla="*/ 0 w 18702102"/>
              <a:gd name="connsiteY4" fmla="*/ 0 h 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02102" h="87377">
                <a:moveTo>
                  <a:pt x="0" y="0"/>
                </a:moveTo>
                <a:lnTo>
                  <a:pt x="18702102" y="0"/>
                </a:lnTo>
                <a:lnTo>
                  <a:pt x="18684958" y="87377"/>
                </a:lnTo>
                <a:lnTo>
                  <a:pt x="0" y="85472"/>
                </a:lnTo>
                <a:lnTo>
                  <a:pt x="0" y="0"/>
                </a:lnTo>
                <a:close/>
              </a:path>
            </a:pathLst>
          </a:custGeom>
          <a:solidFill>
            <a:srgbClr val="90B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Rectangle: Rounded Corners 24">
            <a:extLst>
              <a:ext uri="{FF2B5EF4-FFF2-40B4-BE49-F238E27FC236}">
                <a16:creationId xmlns:a16="http://schemas.microsoft.com/office/drawing/2014/main" id="{8A363491-CC2A-7753-A87B-8C22B2F93BC8}"/>
              </a:ext>
            </a:extLst>
          </p:cNvPr>
          <p:cNvSpPr/>
          <p:nvPr/>
        </p:nvSpPr>
        <p:spPr>
          <a:xfrm>
            <a:off x="569383" y="2329643"/>
            <a:ext cx="1108729" cy="227718"/>
          </a:xfrm>
          <a:custGeom>
            <a:avLst/>
            <a:gdLst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2244369 w 2244369"/>
              <a:gd name="connsiteY5" fmla="*/ 96453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244369 w 2244369"/>
              <a:gd name="connsiteY4" fmla="*/ 9645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  <a:gd name="connsiteX0" fmla="*/ 0 w 2244369"/>
              <a:gd name="connsiteY0" fmla="*/ 0 h 96453"/>
              <a:gd name="connsiteX1" fmla="*/ 0 w 2244369"/>
              <a:gd name="connsiteY1" fmla="*/ 0 h 96453"/>
              <a:gd name="connsiteX2" fmla="*/ 2244369 w 2244369"/>
              <a:gd name="connsiteY2" fmla="*/ 0 h 96453"/>
              <a:gd name="connsiteX3" fmla="*/ 2244369 w 2244369"/>
              <a:gd name="connsiteY3" fmla="*/ 0 h 96453"/>
              <a:gd name="connsiteX4" fmla="*/ 2000529 w 2244369"/>
              <a:gd name="connsiteY4" fmla="*/ 92643 h 96453"/>
              <a:gd name="connsiteX5" fmla="*/ 1998624 w 2244369"/>
              <a:gd name="connsiteY5" fmla="*/ 94548 h 96453"/>
              <a:gd name="connsiteX6" fmla="*/ 0 w 2244369"/>
              <a:gd name="connsiteY6" fmla="*/ 96453 h 96453"/>
              <a:gd name="connsiteX7" fmla="*/ 0 w 2244369"/>
              <a:gd name="connsiteY7" fmla="*/ 96453 h 96453"/>
              <a:gd name="connsiteX8" fmla="*/ 0 w 2244369"/>
              <a:gd name="connsiteY8" fmla="*/ 0 h 9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4369" h="96453">
                <a:moveTo>
                  <a:pt x="0" y="0"/>
                </a:moveTo>
                <a:lnTo>
                  <a:pt x="0" y="0"/>
                </a:lnTo>
                <a:lnTo>
                  <a:pt x="2244369" y="0"/>
                </a:lnTo>
                <a:lnTo>
                  <a:pt x="2244369" y="0"/>
                </a:lnTo>
                <a:cubicBezTo>
                  <a:pt x="2163089" y="30881"/>
                  <a:pt x="2215159" y="77002"/>
                  <a:pt x="2000529" y="92643"/>
                </a:cubicBezTo>
                <a:lnTo>
                  <a:pt x="1998624" y="94548"/>
                </a:lnTo>
                <a:lnTo>
                  <a:pt x="0" y="96453"/>
                </a:lnTo>
                <a:lnTo>
                  <a:pt x="0" y="96453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9">
            <a:extLst>
              <a:ext uri="{FF2B5EF4-FFF2-40B4-BE49-F238E27FC236}">
                <a16:creationId xmlns:a16="http://schemas.microsoft.com/office/drawing/2014/main" id="{D3E06F7E-E3D1-DA3B-0F8F-99363B7A6500}"/>
              </a:ext>
            </a:extLst>
          </p:cNvPr>
          <p:cNvSpPr/>
          <p:nvPr/>
        </p:nvSpPr>
        <p:spPr>
          <a:xfrm>
            <a:off x="569383" y="2545069"/>
            <a:ext cx="2199217" cy="678619"/>
          </a:xfrm>
          <a:custGeom>
            <a:avLst/>
            <a:gdLst>
              <a:gd name="connsiteX0" fmla="*/ 0 w 18722803"/>
              <a:gd name="connsiteY0" fmla="*/ 0 h 208346"/>
              <a:gd name="connsiteX1" fmla="*/ 18722803 w 18722803"/>
              <a:gd name="connsiteY1" fmla="*/ 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22803"/>
              <a:gd name="connsiteY0" fmla="*/ 0 h 208346"/>
              <a:gd name="connsiteX1" fmla="*/ 18696134 w 18722803"/>
              <a:gd name="connsiteY1" fmla="*/ 3810 h 208346"/>
              <a:gd name="connsiteX2" fmla="*/ 18722803 w 18722803"/>
              <a:gd name="connsiteY2" fmla="*/ 208346 h 208346"/>
              <a:gd name="connsiteX3" fmla="*/ 0 w 18722803"/>
              <a:gd name="connsiteY3" fmla="*/ 208346 h 208346"/>
              <a:gd name="connsiteX4" fmla="*/ 0 w 18722803"/>
              <a:gd name="connsiteY4" fmla="*/ 0 h 208346"/>
              <a:gd name="connsiteX0" fmla="*/ 0 w 18734234"/>
              <a:gd name="connsiteY0" fmla="*/ 0 h 208346"/>
              <a:gd name="connsiteX1" fmla="*/ 18696134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  <a:gd name="connsiteX0" fmla="*/ 0 w 18734234"/>
              <a:gd name="connsiteY0" fmla="*/ 0 h 208346"/>
              <a:gd name="connsiteX1" fmla="*/ 18701849 w 18734234"/>
              <a:gd name="connsiteY1" fmla="*/ 3810 h 208346"/>
              <a:gd name="connsiteX2" fmla="*/ 18734234 w 18734234"/>
              <a:gd name="connsiteY2" fmla="*/ 208346 h 208346"/>
              <a:gd name="connsiteX3" fmla="*/ 0 w 18734234"/>
              <a:gd name="connsiteY3" fmla="*/ 208346 h 208346"/>
              <a:gd name="connsiteX4" fmla="*/ 0 w 18734234"/>
              <a:gd name="connsiteY4" fmla="*/ 0 h 20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34234" h="208346">
                <a:moveTo>
                  <a:pt x="0" y="0"/>
                </a:moveTo>
                <a:lnTo>
                  <a:pt x="18701849" y="3810"/>
                </a:lnTo>
                <a:lnTo>
                  <a:pt x="18734234" y="208346"/>
                </a:lnTo>
                <a:lnTo>
                  <a:pt x="0" y="208346"/>
                </a:lnTo>
                <a:lnTo>
                  <a:pt x="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35">
            <a:extLst>
              <a:ext uri="{FF2B5EF4-FFF2-40B4-BE49-F238E27FC236}">
                <a16:creationId xmlns:a16="http://schemas.microsoft.com/office/drawing/2014/main" id="{C600BC1B-1A64-DDE9-F769-7C58FE091BA8}"/>
              </a:ext>
            </a:extLst>
          </p:cNvPr>
          <p:cNvSpPr/>
          <p:nvPr/>
        </p:nvSpPr>
        <p:spPr>
          <a:xfrm>
            <a:off x="7037079" y="6588105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: Rounded Corners 35">
            <a:extLst>
              <a:ext uri="{FF2B5EF4-FFF2-40B4-BE49-F238E27FC236}">
                <a16:creationId xmlns:a16="http://schemas.microsoft.com/office/drawing/2014/main" id="{C2FAF6C3-7CF3-884E-8537-3F92752EF50F}"/>
              </a:ext>
            </a:extLst>
          </p:cNvPr>
          <p:cNvSpPr/>
          <p:nvPr/>
        </p:nvSpPr>
        <p:spPr>
          <a:xfrm>
            <a:off x="11776710" y="6569162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: Rounded Corners 35">
            <a:extLst>
              <a:ext uri="{FF2B5EF4-FFF2-40B4-BE49-F238E27FC236}">
                <a16:creationId xmlns:a16="http://schemas.microsoft.com/office/drawing/2014/main" id="{649E955F-3563-01AB-99CD-311314F65BB1}"/>
              </a:ext>
            </a:extLst>
          </p:cNvPr>
          <p:cNvSpPr/>
          <p:nvPr/>
        </p:nvSpPr>
        <p:spPr>
          <a:xfrm>
            <a:off x="16485355" y="6596594"/>
            <a:ext cx="1252346" cy="3615601"/>
          </a:xfrm>
          <a:custGeom>
            <a:avLst/>
            <a:gdLst>
              <a:gd name="connsiteX0" fmla="*/ 0 w 1250441"/>
              <a:gd name="connsiteY0" fmla="*/ 170310 h 3612556"/>
              <a:gd name="connsiteX1" fmla="*/ 170310 w 1250441"/>
              <a:gd name="connsiteY1" fmla="*/ 0 h 3612556"/>
              <a:gd name="connsiteX2" fmla="*/ 1080131 w 1250441"/>
              <a:gd name="connsiteY2" fmla="*/ 0 h 3612556"/>
              <a:gd name="connsiteX3" fmla="*/ 1250441 w 1250441"/>
              <a:gd name="connsiteY3" fmla="*/ 170310 h 3612556"/>
              <a:gd name="connsiteX4" fmla="*/ 1250441 w 1250441"/>
              <a:gd name="connsiteY4" fmla="*/ 3442246 h 3612556"/>
              <a:gd name="connsiteX5" fmla="*/ 1080131 w 1250441"/>
              <a:gd name="connsiteY5" fmla="*/ 3612556 h 3612556"/>
              <a:gd name="connsiteX6" fmla="*/ 170310 w 1250441"/>
              <a:gd name="connsiteY6" fmla="*/ 3612556 h 3612556"/>
              <a:gd name="connsiteX7" fmla="*/ 0 w 1250441"/>
              <a:gd name="connsiteY7" fmla="*/ 3442246 h 3612556"/>
              <a:gd name="connsiteX8" fmla="*/ 0 w 1250441"/>
              <a:gd name="connsiteY8" fmla="*/ 170310 h 3612556"/>
              <a:gd name="connsiteX0" fmla="*/ 1905 w 1252346"/>
              <a:gd name="connsiteY0" fmla="*/ 170310 h 3655206"/>
              <a:gd name="connsiteX1" fmla="*/ 172215 w 1252346"/>
              <a:gd name="connsiteY1" fmla="*/ 0 h 3655206"/>
              <a:gd name="connsiteX2" fmla="*/ 1082036 w 1252346"/>
              <a:gd name="connsiteY2" fmla="*/ 0 h 3655206"/>
              <a:gd name="connsiteX3" fmla="*/ 1252346 w 1252346"/>
              <a:gd name="connsiteY3" fmla="*/ 170310 h 3655206"/>
              <a:gd name="connsiteX4" fmla="*/ 1252346 w 1252346"/>
              <a:gd name="connsiteY4" fmla="*/ 3442246 h 3655206"/>
              <a:gd name="connsiteX5" fmla="*/ 1082036 w 1252346"/>
              <a:gd name="connsiteY5" fmla="*/ 3612556 h 3655206"/>
              <a:gd name="connsiteX6" fmla="*/ 172215 w 1252346"/>
              <a:gd name="connsiteY6" fmla="*/ 3612556 h 3655206"/>
              <a:gd name="connsiteX7" fmla="*/ 0 w 1252346"/>
              <a:gd name="connsiteY7" fmla="*/ 3613696 h 3655206"/>
              <a:gd name="connsiteX8" fmla="*/ 1905 w 1252346"/>
              <a:gd name="connsiteY8" fmla="*/ 170310 h 3655206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442246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48265"/>
              <a:gd name="connsiteX1" fmla="*/ 172215 w 1252346"/>
              <a:gd name="connsiteY1" fmla="*/ 0 h 3648265"/>
              <a:gd name="connsiteX2" fmla="*/ 1082036 w 1252346"/>
              <a:gd name="connsiteY2" fmla="*/ 0 h 3648265"/>
              <a:gd name="connsiteX3" fmla="*/ 1252346 w 1252346"/>
              <a:gd name="connsiteY3" fmla="*/ 170310 h 3648265"/>
              <a:gd name="connsiteX4" fmla="*/ 1252346 w 1252346"/>
              <a:gd name="connsiteY4" fmla="*/ 3604171 h 3648265"/>
              <a:gd name="connsiteX5" fmla="*/ 1082036 w 1252346"/>
              <a:gd name="connsiteY5" fmla="*/ 3612556 h 3648265"/>
              <a:gd name="connsiteX6" fmla="*/ 172215 w 1252346"/>
              <a:gd name="connsiteY6" fmla="*/ 3612556 h 3648265"/>
              <a:gd name="connsiteX7" fmla="*/ 0 w 1252346"/>
              <a:gd name="connsiteY7" fmla="*/ 3613696 h 3648265"/>
              <a:gd name="connsiteX8" fmla="*/ 1905 w 1252346"/>
              <a:gd name="connsiteY8" fmla="*/ 170310 h 3648265"/>
              <a:gd name="connsiteX0" fmla="*/ 1905 w 1252346"/>
              <a:gd name="connsiteY0" fmla="*/ 170310 h 3614623"/>
              <a:gd name="connsiteX1" fmla="*/ 172215 w 1252346"/>
              <a:gd name="connsiteY1" fmla="*/ 0 h 3614623"/>
              <a:gd name="connsiteX2" fmla="*/ 1082036 w 1252346"/>
              <a:gd name="connsiteY2" fmla="*/ 0 h 3614623"/>
              <a:gd name="connsiteX3" fmla="*/ 1252346 w 1252346"/>
              <a:gd name="connsiteY3" fmla="*/ 170310 h 3614623"/>
              <a:gd name="connsiteX4" fmla="*/ 1252346 w 1252346"/>
              <a:gd name="connsiteY4" fmla="*/ 3604171 h 3614623"/>
              <a:gd name="connsiteX5" fmla="*/ 1082036 w 1252346"/>
              <a:gd name="connsiteY5" fmla="*/ 3612556 h 3614623"/>
              <a:gd name="connsiteX6" fmla="*/ 172215 w 1252346"/>
              <a:gd name="connsiteY6" fmla="*/ 3612556 h 3614623"/>
              <a:gd name="connsiteX7" fmla="*/ 0 w 1252346"/>
              <a:gd name="connsiteY7" fmla="*/ 3613696 h 3614623"/>
              <a:gd name="connsiteX8" fmla="*/ 1905 w 1252346"/>
              <a:gd name="connsiteY8" fmla="*/ 170310 h 3614623"/>
              <a:gd name="connsiteX0" fmla="*/ 1905 w 1252346"/>
              <a:gd name="connsiteY0" fmla="*/ 170310 h 3617838"/>
              <a:gd name="connsiteX1" fmla="*/ 172215 w 1252346"/>
              <a:gd name="connsiteY1" fmla="*/ 0 h 3617838"/>
              <a:gd name="connsiteX2" fmla="*/ 1082036 w 1252346"/>
              <a:gd name="connsiteY2" fmla="*/ 0 h 3617838"/>
              <a:gd name="connsiteX3" fmla="*/ 1252346 w 1252346"/>
              <a:gd name="connsiteY3" fmla="*/ 170310 h 3617838"/>
              <a:gd name="connsiteX4" fmla="*/ 1250441 w 1252346"/>
              <a:gd name="connsiteY4" fmla="*/ 3615601 h 3617838"/>
              <a:gd name="connsiteX5" fmla="*/ 1082036 w 1252346"/>
              <a:gd name="connsiteY5" fmla="*/ 3612556 h 3617838"/>
              <a:gd name="connsiteX6" fmla="*/ 172215 w 1252346"/>
              <a:gd name="connsiteY6" fmla="*/ 3612556 h 3617838"/>
              <a:gd name="connsiteX7" fmla="*/ 0 w 1252346"/>
              <a:gd name="connsiteY7" fmla="*/ 3613696 h 3617838"/>
              <a:gd name="connsiteX8" fmla="*/ 1905 w 1252346"/>
              <a:gd name="connsiteY8" fmla="*/ 170310 h 3617838"/>
              <a:gd name="connsiteX0" fmla="*/ 1905 w 1252346"/>
              <a:gd name="connsiteY0" fmla="*/ 170310 h 3615601"/>
              <a:gd name="connsiteX1" fmla="*/ 172215 w 1252346"/>
              <a:gd name="connsiteY1" fmla="*/ 0 h 3615601"/>
              <a:gd name="connsiteX2" fmla="*/ 1082036 w 1252346"/>
              <a:gd name="connsiteY2" fmla="*/ 0 h 3615601"/>
              <a:gd name="connsiteX3" fmla="*/ 1252346 w 1252346"/>
              <a:gd name="connsiteY3" fmla="*/ 170310 h 3615601"/>
              <a:gd name="connsiteX4" fmla="*/ 1250441 w 1252346"/>
              <a:gd name="connsiteY4" fmla="*/ 3615601 h 3615601"/>
              <a:gd name="connsiteX5" fmla="*/ 1082036 w 1252346"/>
              <a:gd name="connsiteY5" fmla="*/ 3612556 h 3615601"/>
              <a:gd name="connsiteX6" fmla="*/ 172215 w 1252346"/>
              <a:gd name="connsiteY6" fmla="*/ 3612556 h 3615601"/>
              <a:gd name="connsiteX7" fmla="*/ 0 w 1252346"/>
              <a:gd name="connsiteY7" fmla="*/ 3613696 h 3615601"/>
              <a:gd name="connsiteX8" fmla="*/ 1905 w 1252346"/>
              <a:gd name="connsiteY8" fmla="*/ 170310 h 361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2346" h="3615601">
                <a:moveTo>
                  <a:pt x="1905" y="170310"/>
                </a:moveTo>
                <a:cubicBezTo>
                  <a:pt x="1905" y="76250"/>
                  <a:pt x="78155" y="0"/>
                  <a:pt x="172215" y="0"/>
                </a:cubicBezTo>
                <a:lnTo>
                  <a:pt x="1082036" y="0"/>
                </a:lnTo>
                <a:cubicBezTo>
                  <a:pt x="1176096" y="0"/>
                  <a:pt x="1252346" y="76250"/>
                  <a:pt x="1252346" y="170310"/>
                </a:cubicBezTo>
                <a:lnTo>
                  <a:pt x="1250441" y="3615601"/>
                </a:lnTo>
                <a:cubicBezTo>
                  <a:pt x="1132331" y="3614411"/>
                  <a:pt x="1176096" y="3612556"/>
                  <a:pt x="1082036" y="3612556"/>
                </a:cubicBezTo>
                <a:lnTo>
                  <a:pt x="172215" y="3612556"/>
                </a:lnTo>
                <a:cubicBezTo>
                  <a:pt x="78155" y="3612556"/>
                  <a:pt x="118110" y="3616316"/>
                  <a:pt x="0" y="3613696"/>
                </a:cubicBezTo>
                <a:cubicBezTo>
                  <a:pt x="0" y="2523051"/>
                  <a:pt x="1905" y="1260955"/>
                  <a:pt x="1905" y="17031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98">
            <a:extLst>
              <a:ext uri="{FF2B5EF4-FFF2-40B4-BE49-F238E27FC236}">
                <a16:creationId xmlns:a16="http://schemas.microsoft.com/office/drawing/2014/main" id="{4ED8DD3C-90DE-F73B-EC53-91AA581533A6}"/>
              </a:ext>
            </a:extLst>
          </p:cNvPr>
          <p:cNvSpPr/>
          <p:nvPr/>
        </p:nvSpPr>
        <p:spPr>
          <a:xfrm>
            <a:off x="10367529" y="5987109"/>
            <a:ext cx="269991" cy="500106"/>
          </a:xfrm>
          <a:prstGeom prst="roundRect">
            <a:avLst>
              <a:gd name="adj" fmla="val 15171"/>
            </a:avLst>
          </a:prstGeom>
          <a:gradFill>
            <a:gsLst>
              <a:gs pos="43178">
                <a:srgbClr val="27C0DB"/>
              </a:gs>
              <a:gs pos="83000">
                <a:srgbClr val="28C0DD"/>
              </a:gs>
              <a:gs pos="100000">
                <a:srgbClr val="26C9E4"/>
              </a:gs>
              <a:gs pos="11520">
                <a:srgbClr val="3CBDD7"/>
              </a:gs>
              <a:gs pos="0">
                <a:srgbClr val="3CBDD7"/>
              </a:gs>
            </a:gsLst>
            <a:lin ang="0" scaled="0"/>
          </a:gradFill>
          <a:ln>
            <a:noFill/>
          </a:ln>
          <a:effectLst>
            <a:glow rad="38100">
              <a:schemeClr val="tx1">
                <a:lumMod val="65000"/>
                <a:lumOff val="35000"/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59" name="角丸四角形 62">
            <a:extLst>
              <a:ext uri="{FF2B5EF4-FFF2-40B4-BE49-F238E27FC236}">
                <a16:creationId xmlns:a16="http://schemas.microsoft.com/office/drawing/2014/main" id="{62A5CFFA-8665-C113-037C-A68CA51F5A21}"/>
              </a:ext>
            </a:extLst>
          </p:cNvPr>
          <p:cNvSpPr/>
          <p:nvPr/>
        </p:nvSpPr>
        <p:spPr>
          <a:xfrm>
            <a:off x="9521952" y="6030259"/>
            <a:ext cx="97536" cy="227907"/>
          </a:xfrm>
          <a:prstGeom prst="roundRect">
            <a:avLst>
              <a:gd name="adj" fmla="val 50000"/>
            </a:avLst>
          </a:prstGeom>
          <a:solidFill>
            <a:srgbClr val="23121C"/>
          </a:solidFill>
          <a:ln>
            <a:noFill/>
          </a:ln>
          <a:effectLst>
            <a:glow rad="25400">
              <a:srgbClr val="23121C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sp>
        <p:nvSpPr>
          <p:cNvPr id="60" name="円/楕円 63">
            <a:extLst>
              <a:ext uri="{FF2B5EF4-FFF2-40B4-BE49-F238E27FC236}">
                <a16:creationId xmlns:a16="http://schemas.microsoft.com/office/drawing/2014/main" id="{0CDA152F-CA29-28A3-8DBA-33F725639ECA}"/>
              </a:ext>
            </a:extLst>
          </p:cNvPr>
          <p:cNvSpPr/>
          <p:nvPr/>
        </p:nvSpPr>
        <p:spPr>
          <a:xfrm>
            <a:off x="9521952" y="6281634"/>
            <a:ext cx="97536" cy="141435"/>
          </a:xfrm>
          <a:prstGeom prst="ellipse">
            <a:avLst/>
          </a:prstGeom>
          <a:solidFill>
            <a:srgbClr val="681F00"/>
          </a:solidFill>
          <a:ln>
            <a:noFill/>
          </a:ln>
          <a:effectLst>
            <a:glow rad="25400">
              <a:srgbClr val="681F00">
                <a:alpha val="5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771"/>
          </a:p>
        </p:txBody>
      </p:sp>
      <p:pic>
        <p:nvPicPr>
          <p:cNvPr id="1032" name="Picture 8" descr="東京地下鉄13000系 報道公開レポート : モデラーな日々 とれいんスタッフブログ">
            <a:extLst>
              <a:ext uri="{FF2B5EF4-FFF2-40B4-BE49-F238E27FC236}">
                <a16:creationId xmlns:a16="http://schemas.microsoft.com/office/drawing/2014/main" id="{0EFE6892-3CEF-7CEE-0537-456CCECF98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2" t="26364" r="61254" b="63676"/>
          <a:stretch/>
        </p:blipFill>
        <p:spPr bwMode="auto">
          <a:xfrm>
            <a:off x="1573456" y="6001211"/>
            <a:ext cx="311551" cy="31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東京地下鉄13000系 報道公開レポート : モデラーな日々 とれいんスタッフブログ">
            <a:extLst>
              <a:ext uri="{FF2B5EF4-FFF2-40B4-BE49-F238E27FC236}">
                <a16:creationId xmlns:a16="http://schemas.microsoft.com/office/drawing/2014/main" id="{FD0DD8E3-FAD0-733B-7039-C33D72C60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84" t="26058" r="44662" b="63982"/>
          <a:stretch/>
        </p:blipFill>
        <p:spPr bwMode="auto">
          <a:xfrm>
            <a:off x="2025704" y="5985625"/>
            <a:ext cx="311551" cy="312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85882C5E-9A3C-36DB-A1BF-48F396E7DF66}"/>
              </a:ext>
            </a:extLst>
          </p:cNvPr>
          <p:cNvSpPr/>
          <p:nvPr/>
        </p:nvSpPr>
        <p:spPr>
          <a:xfrm>
            <a:off x="13934440" y="6048865"/>
            <a:ext cx="680720" cy="330200"/>
          </a:xfrm>
          <a:prstGeom prst="round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B4921B-F3D8-2DA9-FC32-3D5245AB84F2}"/>
              </a:ext>
            </a:extLst>
          </p:cNvPr>
          <p:cNvSpPr/>
          <p:nvPr/>
        </p:nvSpPr>
        <p:spPr>
          <a:xfrm>
            <a:off x="18607382" y="6612208"/>
            <a:ext cx="685800" cy="195333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CDFE4-EE81-D795-E736-86810EBA765B}"/>
              </a:ext>
            </a:extLst>
          </p:cNvPr>
          <p:cNvSpPr/>
          <p:nvPr/>
        </p:nvSpPr>
        <p:spPr>
          <a:xfrm>
            <a:off x="18444209" y="9064852"/>
            <a:ext cx="1116265" cy="207163"/>
          </a:xfrm>
          <a:prstGeom prst="rect">
            <a:avLst/>
          </a:pr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739BE-3739-D596-8D54-DE1E094CE1A7}"/>
              </a:ext>
            </a:extLst>
          </p:cNvPr>
          <p:cNvSpPr/>
          <p:nvPr/>
        </p:nvSpPr>
        <p:spPr>
          <a:xfrm>
            <a:off x="17737701" y="8905991"/>
            <a:ext cx="1822773" cy="156269"/>
          </a:xfrm>
          <a:prstGeom prst="rect">
            <a:avLst/>
          </a:pr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668C35-D794-2EA7-C7FA-68C068264BD8}"/>
              </a:ext>
            </a:extLst>
          </p:cNvPr>
          <p:cNvSpPr/>
          <p:nvPr/>
        </p:nvSpPr>
        <p:spPr>
          <a:xfrm flipH="1">
            <a:off x="9110979" y="5711411"/>
            <a:ext cx="8109733" cy="187976"/>
          </a:xfrm>
          <a:custGeom>
            <a:avLst/>
            <a:gdLst>
              <a:gd name="connsiteX0" fmla="*/ 2580640 w 16667480"/>
              <a:gd name="connsiteY0" fmla="*/ 0 h 238761"/>
              <a:gd name="connsiteX1" fmla="*/ 16667480 w 16667480"/>
              <a:gd name="connsiteY1" fmla="*/ 0 h 238761"/>
              <a:gd name="connsiteX2" fmla="*/ 16667480 w 16667480"/>
              <a:gd name="connsiteY2" fmla="*/ 238760 h 238761"/>
              <a:gd name="connsiteX3" fmla="*/ 2580640 w 16667480"/>
              <a:gd name="connsiteY3" fmla="*/ 238760 h 238761"/>
              <a:gd name="connsiteX4" fmla="*/ 2580640 w 16667480"/>
              <a:gd name="connsiteY4" fmla="*/ 238761 h 238761"/>
              <a:gd name="connsiteX5" fmla="*/ 0 w 16667480"/>
              <a:gd name="connsiteY5" fmla="*/ 238761 h 238761"/>
              <a:gd name="connsiteX6" fmla="*/ 347980 w 16667480"/>
              <a:gd name="connsiteY6" fmla="*/ 33021 h 238761"/>
              <a:gd name="connsiteX7" fmla="*/ 701040 w 16667480"/>
              <a:gd name="connsiteY7" fmla="*/ 1 h 238761"/>
              <a:gd name="connsiteX8" fmla="*/ 2580640 w 16667480"/>
              <a:gd name="connsiteY8" fmla="*/ 1 h 238761"/>
              <a:gd name="connsiteX0" fmla="*/ 2580640 w 16667480"/>
              <a:gd name="connsiteY0" fmla="*/ 0 h 238761"/>
              <a:gd name="connsiteX1" fmla="*/ 7892740 w 16667480"/>
              <a:gd name="connsiteY1" fmla="*/ 0 h 238761"/>
              <a:gd name="connsiteX2" fmla="*/ 16667480 w 16667480"/>
              <a:gd name="connsiteY2" fmla="*/ 238760 h 238761"/>
              <a:gd name="connsiteX3" fmla="*/ 2580640 w 16667480"/>
              <a:gd name="connsiteY3" fmla="*/ 238760 h 238761"/>
              <a:gd name="connsiteX4" fmla="*/ 2580640 w 16667480"/>
              <a:gd name="connsiteY4" fmla="*/ 238761 h 238761"/>
              <a:gd name="connsiteX5" fmla="*/ 0 w 16667480"/>
              <a:gd name="connsiteY5" fmla="*/ 238761 h 238761"/>
              <a:gd name="connsiteX6" fmla="*/ 347980 w 16667480"/>
              <a:gd name="connsiteY6" fmla="*/ 33021 h 238761"/>
              <a:gd name="connsiteX7" fmla="*/ 701040 w 16667480"/>
              <a:gd name="connsiteY7" fmla="*/ 1 h 238761"/>
              <a:gd name="connsiteX8" fmla="*/ 2580640 w 16667480"/>
              <a:gd name="connsiteY8" fmla="*/ 1 h 238761"/>
              <a:gd name="connsiteX9" fmla="*/ 2580640 w 16667480"/>
              <a:gd name="connsiteY9" fmla="*/ 0 h 238761"/>
              <a:gd name="connsiteX0" fmla="*/ 2580640 w 7929074"/>
              <a:gd name="connsiteY0" fmla="*/ 0 h 238761"/>
              <a:gd name="connsiteX1" fmla="*/ 7892740 w 7929074"/>
              <a:gd name="connsiteY1" fmla="*/ 0 h 238761"/>
              <a:gd name="connsiteX2" fmla="*/ 7929074 w 7929074"/>
              <a:gd name="connsiteY2" fmla="*/ 215531 h 238761"/>
              <a:gd name="connsiteX3" fmla="*/ 2580640 w 7929074"/>
              <a:gd name="connsiteY3" fmla="*/ 238760 h 238761"/>
              <a:gd name="connsiteX4" fmla="*/ 2580640 w 7929074"/>
              <a:gd name="connsiteY4" fmla="*/ 238761 h 238761"/>
              <a:gd name="connsiteX5" fmla="*/ 0 w 7929074"/>
              <a:gd name="connsiteY5" fmla="*/ 238761 h 238761"/>
              <a:gd name="connsiteX6" fmla="*/ 347980 w 7929074"/>
              <a:gd name="connsiteY6" fmla="*/ 33021 h 238761"/>
              <a:gd name="connsiteX7" fmla="*/ 701040 w 7929074"/>
              <a:gd name="connsiteY7" fmla="*/ 1 h 238761"/>
              <a:gd name="connsiteX8" fmla="*/ 2580640 w 7929074"/>
              <a:gd name="connsiteY8" fmla="*/ 1 h 238761"/>
              <a:gd name="connsiteX9" fmla="*/ 2580640 w 7929074"/>
              <a:gd name="connsiteY9" fmla="*/ 0 h 23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9074" h="238761">
                <a:moveTo>
                  <a:pt x="2580640" y="0"/>
                </a:moveTo>
                <a:lnTo>
                  <a:pt x="7892740" y="0"/>
                </a:lnTo>
                <a:lnTo>
                  <a:pt x="7929074" y="215531"/>
                </a:lnTo>
                <a:lnTo>
                  <a:pt x="2580640" y="238760"/>
                </a:lnTo>
                <a:lnTo>
                  <a:pt x="2580640" y="238761"/>
                </a:lnTo>
                <a:lnTo>
                  <a:pt x="0" y="238761"/>
                </a:lnTo>
                <a:cubicBezTo>
                  <a:pt x="115993" y="170181"/>
                  <a:pt x="211667" y="86361"/>
                  <a:pt x="347980" y="33021"/>
                </a:cubicBezTo>
                <a:cubicBezTo>
                  <a:pt x="465667" y="-8466"/>
                  <a:pt x="583353" y="11008"/>
                  <a:pt x="701040" y="1"/>
                </a:cubicBezTo>
                <a:lnTo>
                  <a:pt x="2580640" y="1"/>
                </a:lnTo>
                <a:lnTo>
                  <a:pt x="2580640" y="0"/>
                </a:lnTo>
                <a:close/>
              </a:path>
            </a:pathLst>
          </a:custGeom>
          <a:solidFill>
            <a:srgbClr val="DAD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F0F0A1-FC0D-4149-B863-EE2BD50C2684}"/>
              </a:ext>
            </a:extLst>
          </p:cNvPr>
          <p:cNvSpPr/>
          <p:nvPr/>
        </p:nvSpPr>
        <p:spPr>
          <a:xfrm>
            <a:off x="16770258" y="5897968"/>
            <a:ext cx="630646" cy="161118"/>
          </a:xfrm>
          <a:custGeom>
            <a:avLst/>
            <a:gdLst>
              <a:gd name="connsiteX0" fmla="*/ 0 w 377190"/>
              <a:gd name="connsiteY0" fmla="*/ 0 h 150897"/>
              <a:gd name="connsiteX1" fmla="*/ 377190 w 377190"/>
              <a:gd name="connsiteY1" fmla="*/ 0 h 150897"/>
              <a:gd name="connsiteX2" fmla="*/ 377190 w 377190"/>
              <a:gd name="connsiteY2" fmla="*/ 150897 h 150897"/>
              <a:gd name="connsiteX3" fmla="*/ 0 w 377190"/>
              <a:gd name="connsiteY3" fmla="*/ 150897 h 150897"/>
              <a:gd name="connsiteX4" fmla="*/ 0 w 377190"/>
              <a:gd name="connsiteY4" fmla="*/ 0 h 150897"/>
              <a:gd name="connsiteX0" fmla="*/ 116205 w 377190"/>
              <a:gd name="connsiteY0" fmla="*/ 0 h 150897"/>
              <a:gd name="connsiteX1" fmla="*/ 377190 w 377190"/>
              <a:gd name="connsiteY1" fmla="*/ 0 h 150897"/>
              <a:gd name="connsiteX2" fmla="*/ 377190 w 377190"/>
              <a:gd name="connsiteY2" fmla="*/ 150897 h 150897"/>
              <a:gd name="connsiteX3" fmla="*/ 0 w 377190"/>
              <a:gd name="connsiteY3" fmla="*/ 150897 h 150897"/>
              <a:gd name="connsiteX4" fmla="*/ 116205 w 377190"/>
              <a:gd name="connsiteY4" fmla="*/ 0 h 150897"/>
              <a:gd name="connsiteX0" fmla="*/ 116205 w 377190"/>
              <a:gd name="connsiteY0" fmla="*/ 0 h 150897"/>
              <a:gd name="connsiteX1" fmla="*/ 377190 w 377190"/>
              <a:gd name="connsiteY1" fmla="*/ 0 h 150897"/>
              <a:gd name="connsiteX2" fmla="*/ 377190 w 377190"/>
              <a:gd name="connsiteY2" fmla="*/ 150897 h 150897"/>
              <a:gd name="connsiteX3" fmla="*/ 0 w 377190"/>
              <a:gd name="connsiteY3" fmla="*/ 150897 h 150897"/>
              <a:gd name="connsiteX4" fmla="*/ 116205 w 377190"/>
              <a:gd name="connsiteY4" fmla="*/ 0 h 150897"/>
              <a:gd name="connsiteX0" fmla="*/ 373380 w 634365"/>
              <a:gd name="connsiteY0" fmla="*/ 0 h 154707"/>
              <a:gd name="connsiteX1" fmla="*/ 634365 w 634365"/>
              <a:gd name="connsiteY1" fmla="*/ 0 h 154707"/>
              <a:gd name="connsiteX2" fmla="*/ 634365 w 634365"/>
              <a:gd name="connsiteY2" fmla="*/ 150897 h 154707"/>
              <a:gd name="connsiteX3" fmla="*/ 0 w 634365"/>
              <a:gd name="connsiteY3" fmla="*/ 154707 h 154707"/>
              <a:gd name="connsiteX4" fmla="*/ 373380 w 634365"/>
              <a:gd name="connsiteY4" fmla="*/ 0 h 154707"/>
              <a:gd name="connsiteX0" fmla="*/ 373380 w 634365"/>
              <a:gd name="connsiteY0" fmla="*/ 0 h 154707"/>
              <a:gd name="connsiteX1" fmla="*/ 634365 w 634365"/>
              <a:gd name="connsiteY1" fmla="*/ 0 h 154707"/>
              <a:gd name="connsiteX2" fmla="*/ 634365 w 634365"/>
              <a:gd name="connsiteY2" fmla="*/ 150897 h 154707"/>
              <a:gd name="connsiteX3" fmla="*/ 0 w 634365"/>
              <a:gd name="connsiteY3" fmla="*/ 154707 h 154707"/>
              <a:gd name="connsiteX4" fmla="*/ 373380 w 634365"/>
              <a:gd name="connsiteY4" fmla="*/ 0 h 154707"/>
              <a:gd name="connsiteX0" fmla="*/ 373380 w 634365"/>
              <a:gd name="connsiteY0" fmla="*/ 0 h 154707"/>
              <a:gd name="connsiteX1" fmla="*/ 634365 w 634365"/>
              <a:gd name="connsiteY1" fmla="*/ 0 h 154707"/>
              <a:gd name="connsiteX2" fmla="*/ 634365 w 634365"/>
              <a:gd name="connsiteY2" fmla="*/ 150897 h 154707"/>
              <a:gd name="connsiteX3" fmla="*/ 0 w 634365"/>
              <a:gd name="connsiteY3" fmla="*/ 154707 h 154707"/>
              <a:gd name="connsiteX4" fmla="*/ 373380 w 634365"/>
              <a:gd name="connsiteY4" fmla="*/ 0 h 154707"/>
              <a:gd name="connsiteX0" fmla="*/ 644023 w 905008"/>
              <a:gd name="connsiteY0" fmla="*/ 0 h 150897"/>
              <a:gd name="connsiteX1" fmla="*/ 905008 w 905008"/>
              <a:gd name="connsiteY1" fmla="*/ 0 h 150897"/>
              <a:gd name="connsiteX2" fmla="*/ 905008 w 905008"/>
              <a:gd name="connsiteY2" fmla="*/ 150897 h 150897"/>
              <a:gd name="connsiteX3" fmla="*/ 0 w 905008"/>
              <a:gd name="connsiteY3" fmla="*/ 147570 h 150897"/>
              <a:gd name="connsiteX4" fmla="*/ 644023 w 905008"/>
              <a:gd name="connsiteY4" fmla="*/ 0 h 150897"/>
              <a:gd name="connsiteX0" fmla="*/ 644023 w 905008"/>
              <a:gd name="connsiteY0" fmla="*/ 0 h 150897"/>
              <a:gd name="connsiteX1" fmla="*/ 905008 w 905008"/>
              <a:gd name="connsiteY1" fmla="*/ 0 h 150897"/>
              <a:gd name="connsiteX2" fmla="*/ 905008 w 905008"/>
              <a:gd name="connsiteY2" fmla="*/ 150897 h 150897"/>
              <a:gd name="connsiteX3" fmla="*/ 0 w 905008"/>
              <a:gd name="connsiteY3" fmla="*/ 147570 h 150897"/>
              <a:gd name="connsiteX4" fmla="*/ 644023 w 905008"/>
              <a:gd name="connsiteY4" fmla="*/ 0 h 150897"/>
              <a:gd name="connsiteX0" fmla="*/ 644023 w 905008"/>
              <a:gd name="connsiteY0" fmla="*/ 0 h 150897"/>
              <a:gd name="connsiteX1" fmla="*/ 905008 w 905008"/>
              <a:gd name="connsiteY1" fmla="*/ 0 h 150897"/>
              <a:gd name="connsiteX2" fmla="*/ 905008 w 905008"/>
              <a:gd name="connsiteY2" fmla="*/ 150897 h 150897"/>
              <a:gd name="connsiteX3" fmla="*/ 0 w 905008"/>
              <a:gd name="connsiteY3" fmla="*/ 147570 h 150897"/>
              <a:gd name="connsiteX4" fmla="*/ 644023 w 905008"/>
              <a:gd name="connsiteY4" fmla="*/ 0 h 150897"/>
              <a:gd name="connsiteX0" fmla="*/ 644023 w 905008"/>
              <a:gd name="connsiteY0" fmla="*/ 0 h 150897"/>
              <a:gd name="connsiteX1" fmla="*/ 905008 w 905008"/>
              <a:gd name="connsiteY1" fmla="*/ 0 h 150897"/>
              <a:gd name="connsiteX2" fmla="*/ 905008 w 905008"/>
              <a:gd name="connsiteY2" fmla="*/ 150897 h 150897"/>
              <a:gd name="connsiteX3" fmla="*/ 0 w 905008"/>
              <a:gd name="connsiteY3" fmla="*/ 147570 h 150897"/>
              <a:gd name="connsiteX4" fmla="*/ 644023 w 905008"/>
              <a:gd name="connsiteY4" fmla="*/ 0 h 15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08" h="150897">
                <a:moveTo>
                  <a:pt x="644023" y="0"/>
                </a:moveTo>
                <a:lnTo>
                  <a:pt x="905008" y="0"/>
                </a:lnTo>
                <a:lnTo>
                  <a:pt x="905008" y="150897"/>
                </a:lnTo>
                <a:lnTo>
                  <a:pt x="0" y="147570"/>
                </a:lnTo>
                <a:cubicBezTo>
                  <a:pt x="156275" y="125000"/>
                  <a:pt x="527505" y="66748"/>
                  <a:pt x="644023" y="0"/>
                </a:cubicBezTo>
                <a:close/>
              </a:path>
            </a:pathLst>
          </a:custGeom>
          <a:solidFill>
            <a:srgbClr val="C6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73D825-34B5-A5F4-319F-1065F3B00C7D}"/>
              </a:ext>
            </a:extLst>
          </p:cNvPr>
          <p:cNvSpPr/>
          <p:nvPr/>
        </p:nvSpPr>
        <p:spPr>
          <a:xfrm flipH="1">
            <a:off x="17107821" y="5877691"/>
            <a:ext cx="2466760" cy="567459"/>
          </a:xfrm>
          <a:custGeom>
            <a:avLst/>
            <a:gdLst>
              <a:gd name="connsiteX0" fmla="*/ 0 w 2341880"/>
              <a:gd name="connsiteY0" fmla="*/ 0 h 512110"/>
              <a:gd name="connsiteX1" fmla="*/ 1315720 w 2341880"/>
              <a:gd name="connsiteY1" fmla="*/ 0 h 512110"/>
              <a:gd name="connsiteX2" fmla="*/ 1793240 w 2341880"/>
              <a:gd name="connsiteY2" fmla="*/ 19159 h 512110"/>
              <a:gd name="connsiteX3" fmla="*/ 2101850 w 2341880"/>
              <a:gd name="connsiteY3" fmla="*/ 65422 h 512110"/>
              <a:gd name="connsiteX4" fmla="*/ 2341876 w 2341880"/>
              <a:gd name="connsiteY4" fmla="*/ 122461 h 512110"/>
              <a:gd name="connsiteX5" fmla="*/ 2341880 w 2341880"/>
              <a:gd name="connsiteY5" fmla="*/ 122461 h 512110"/>
              <a:gd name="connsiteX6" fmla="*/ 2341879 w 2341880"/>
              <a:gd name="connsiteY6" fmla="*/ 122462 h 512110"/>
              <a:gd name="connsiteX7" fmla="*/ 2341880 w 2341880"/>
              <a:gd name="connsiteY7" fmla="*/ 122462 h 512110"/>
              <a:gd name="connsiteX8" fmla="*/ 2341879 w 2341880"/>
              <a:gd name="connsiteY8" fmla="*/ 122462 h 512110"/>
              <a:gd name="connsiteX9" fmla="*/ 2217579 w 2341880"/>
              <a:gd name="connsiteY9" fmla="*/ 211063 h 512110"/>
              <a:gd name="connsiteX10" fmla="*/ 1793240 w 2341880"/>
              <a:gd name="connsiteY10" fmla="*/ 451150 h 512110"/>
              <a:gd name="connsiteX11" fmla="*/ 1315720 w 2341880"/>
              <a:gd name="connsiteY11" fmla="*/ 512110 h 512110"/>
              <a:gd name="connsiteX12" fmla="*/ 0 w 2341880"/>
              <a:gd name="connsiteY12" fmla="*/ 512110 h 512110"/>
              <a:gd name="connsiteX13" fmla="*/ 0 w 2341880"/>
              <a:gd name="connsiteY13" fmla="*/ 122462 h 512110"/>
              <a:gd name="connsiteX14" fmla="*/ 0 w 2341880"/>
              <a:gd name="connsiteY14" fmla="*/ 122461 h 512110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01850 w 2341880"/>
              <a:gd name="connsiteY3" fmla="*/ 68719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15407"/>
              <a:gd name="connsiteX1" fmla="*/ 1315720 w 2341880"/>
              <a:gd name="connsiteY1" fmla="*/ 3297 h 515407"/>
              <a:gd name="connsiteX2" fmla="*/ 1973610 w 2341880"/>
              <a:gd name="connsiteY2" fmla="*/ 8426 h 515407"/>
              <a:gd name="connsiteX3" fmla="*/ 2159568 w 2341880"/>
              <a:gd name="connsiteY3" fmla="*/ 47673 h 515407"/>
              <a:gd name="connsiteX4" fmla="*/ 2341876 w 2341880"/>
              <a:gd name="connsiteY4" fmla="*/ 125758 h 515407"/>
              <a:gd name="connsiteX5" fmla="*/ 2341880 w 2341880"/>
              <a:gd name="connsiteY5" fmla="*/ 125758 h 515407"/>
              <a:gd name="connsiteX6" fmla="*/ 2341879 w 2341880"/>
              <a:gd name="connsiteY6" fmla="*/ 125759 h 515407"/>
              <a:gd name="connsiteX7" fmla="*/ 2341880 w 2341880"/>
              <a:gd name="connsiteY7" fmla="*/ 125759 h 515407"/>
              <a:gd name="connsiteX8" fmla="*/ 2341879 w 2341880"/>
              <a:gd name="connsiteY8" fmla="*/ 125759 h 515407"/>
              <a:gd name="connsiteX9" fmla="*/ 2217579 w 2341880"/>
              <a:gd name="connsiteY9" fmla="*/ 214360 h 515407"/>
              <a:gd name="connsiteX10" fmla="*/ 1793240 w 2341880"/>
              <a:gd name="connsiteY10" fmla="*/ 454447 h 515407"/>
              <a:gd name="connsiteX11" fmla="*/ 1315720 w 2341880"/>
              <a:gd name="connsiteY11" fmla="*/ 515407 h 515407"/>
              <a:gd name="connsiteX12" fmla="*/ 0 w 2341880"/>
              <a:gd name="connsiteY12" fmla="*/ 515407 h 515407"/>
              <a:gd name="connsiteX13" fmla="*/ 0 w 2341880"/>
              <a:gd name="connsiteY13" fmla="*/ 125759 h 515407"/>
              <a:gd name="connsiteX14" fmla="*/ 0 w 2341880"/>
              <a:gd name="connsiteY14" fmla="*/ 125758 h 515407"/>
              <a:gd name="connsiteX15" fmla="*/ 0 w 2341880"/>
              <a:gd name="connsiteY15" fmla="*/ 3297 h 515407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93240 w 2341880"/>
              <a:gd name="connsiteY10" fmla="*/ 454447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639325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  <a:gd name="connsiteX0" fmla="*/ 0 w 2341880"/>
              <a:gd name="connsiteY0" fmla="*/ 3297 h 522422"/>
              <a:gd name="connsiteX1" fmla="*/ 1315720 w 2341880"/>
              <a:gd name="connsiteY1" fmla="*/ 3297 h 522422"/>
              <a:gd name="connsiteX2" fmla="*/ 1973610 w 2341880"/>
              <a:gd name="connsiteY2" fmla="*/ 8426 h 522422"/>
              <a:gd name="connsiteX3" fmla="*/ 2159568 w 2341880"/>
              <a:gd name="connsiteY3" fmla="*/ 47673 h 522422"/>
              <a:gd name="connsiteX4" fmla="*/ 2341876 w 2341880"/>
              <a:gd name="connsiteY4" fmla="*/ 125758 h 522422"/>
              <a:gd name="connsiteX5" fmla="*/ 2341880 w 2341880"/>
              <a:gd name="connsiteY5" fmla="*/ 125758 h 522422"/>
              <a:gd name="connsiteX6" fmla="*/ 2341879 w 2341880"/>
              <a:gd name="connsiteY6" fmla="*/ 125759 h 522422"/>
              <a:gd name="connsiteX7" fmla="*/ 2341880 w 2341880"/>
              <a:gd name="connsiteY7" fmla="*/ 125759 h 522422"/>
              <a:gd name="connsiteX8" fmla="*/ 2341879 w 2341880"/>
              <a:gd name="connsiteY8" fmla="*/ 125759 h 522422"/>
              <a:gd name="connsiteX9" fmla="*/ 2217579 w 2341880"/>
              <a:gd name="connsiteY9" fmla="*/ 214360 h 522422"/>
              <a:gd name="connsiteX10" fmla="*/ 1711473 w 2341880"/>
              <a:gd name="connsiteY10" fmla="*/ 459124 h 522422"/>
              <a:gd name="connsiteX11" fmla="*/ 878023 w 2341880"/>
              <a:gd name="connsiteY11" fmla="*/ 522422 h 522422"/>
              <a:gd name="connsiteX12" fmla="*/ 0 w 2341880"/>
              <a:gd name="connsiteY12" fmla="*/ 515407 h 522422"/>
              <a:gd name="connsiteX13" fmla="*/ 0 w 2341880"/>
              <a:gd name="connsiteY13" fmla="*/ 125759 h 522422"/>
              <a:gd name="connsiteX14" fmla="*/ 0 w 2341880"/>
              <a:gd name="connsiteY14" fmla="*/ 125758 h 522422"/>
              <a:gd name="connsiteX15" fmla="*/ 0 w 2341880"/>
              <a:gd name="connsiteY15" fmla="*/ 3297 h 52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41880" h="522422">
                <a:moveTo>
                  <a:pt x="0" y="3297"/>
                </a:moveTo>
                <a:lnTo>
                  <a:pt x="1315720" y="3297"/>
                </a:lnTo>
                <a:cubicBezTo>
                  <a:pt x="1474893" y="9683"/>
                  <a:pt x="1809357" y="-10733"/>
                  <a:pt x="1973610" y="8426"/>
                </a:cubicBezTo>
                <a:cubicBezTo>
                  <a:pt x="2110770" y="18459"/>
                  <a:pt x="2079558" y="28660"/>
                  <a:pt x="2159568" y="47673"/>
                </a:cubicBezTo>
                <a:lnTo>
                  <a:pt x="2341876" y="125758"/>
                </a:lnTo>
                <a:lnTo>
                  <a:pt x="2341880" y="125758"/>
                </a:lnTo>
                <a:lnTo>
                  <a:pt x="2341879" y="125759"/>
                </a:lnTo>
                <a:lnTo>
                  <a:pt x="2341880" y="125759"/>
                </a:lnTo>
                <a:lnTo>
                  <a:pt x="2341879" y="125759"/>
                </a:lnTo>
                <a:lnTo>
                  <a:pt x="2217579" y="214360"/>
                </a:lnTo>
                <a:cubicBezTo>
                  <a:pt x="2101850" y="307248"/>
                  <a:pt x="1917213" y="411242"/>
                  <a:pt x="1711473" y="459124"/>
                </a:cubicBezTo>
                <a:cubicBezTo>
                  <a:pt x="1547220" y="520084"/>
                  <a:pt x="1037196" y="502102"/>
                  <a:pt x="878023" y="522422"/>
                </a:cubicBezTo>
                <a:lnTo>
                  <a:pt x="0" y="515407"/>
                </a:lnTo>
                <a:lnTo>
                  <a:pt x="0" y="125759"/>
                </a:lnTo>
                <a:lnTo>
                  <a:pt x="0" y="125758"/>
                </a:lnTo>
                <a:lnTo>
                  <a:pt x="0" y="3297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222089-5393-9696-D245-8A360F8C2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37053" y="6563898"/>
            <a:ext cx="1274174" cy="3664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AFD67-5E3A-DE5C-B604-6874DB2900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70496" y="6556403"/>
            <a:ext cx="1274174" cy="36640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F25AF6-76F0-18DE-8542-F18E0AD220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74441" y="6572387"/>
            <a:ext cx="1274174" cy="36640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BCA0B9-5C9D-FBA1-C82B-7161431E7B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7515" y="6572387"/>
            <a:ext cx="1274174" cy="3664014"/>
          </a:xfrm>
          <a:prstGeom prst="rect">
            <a:avLst/>
          </a:prstGeom>
        </p:spPr>
      </p:pic>
      <p:sp>
        <p:nvSpPr>
          <p:cNvPr id="21" name="Rectangle 1083">
            <a:extLst>
              <a:ext uri="{FF2B5EF4-FFF2-40B4-BE49-F238E27FC236}">
                <a16:creationId xmlns:a16="http://schemas.microsoft.com/office/drawing/2014/main" id="{4A62335D-7038-4085-2754-E026A0C7EE8B}"/>
              </a:ext>
            </a:extLst>
          </p:cNvPr>
          <p:cNvSpPr/>
          <p:nvPr/>
        </p:nvSpPr>
        <p:spPr>
          <a:xfrm>
            <a:off x="2313440" y="8979151"/>
            <a:ext cx="563689" cy="89511"/>
          </a:xfrm>
          <a:custGeom>
            <a:avLst/>
            <a:gdLst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256902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02" h="81666">
                <a:moveTo>
                  <a:pt x="0" y="0"/>
                </a:moveTo>
                <a:lnTo>
                  <a:pt x="256902" y="0"/>
                </a:lnTo>
                <a:cubicBezTo>
                  <a:pt x="192767" y="13887"/>
                  <a:pt x="218167" y="52539"/>
                  <a:pt x="133077" y="81666"/>
                </a:cubicBezTo>
                <a:lnTo>
                  <a:pt x="0" y="81666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Rectangle 1083">
            <a:extLst>
              <a:ext uri="{FF2B5EF4-FFF2-40B4-BE49-F238E27FC236}">
                <a16:creationId xmlns:a16="http://schemas.microsoft.com/office/drawing/2014/main" id="{D8F6FF68-6D5A-9945-3312-6D2F36B719A1}"/>
              </a:ext>
            </a:extLst>
          </p:cNvPr>
          <p:cNvSpPr/>
          <p:nvPr/>
        </p:nvSpPr>
        <p:spPr>
          <a:xfrm flipH="1">
            <a:off x="17175480" y="8975462"/>
            <a:ext cx="548115" cy="93200"/>
          </a:xfrm>
          <a:custGeom>
            <a:avLst/>
            <a:gdLst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256902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  <a:gd name="connsiteX0" fmla="*/ 0 w 256902"/>
              <a:gd name="connsiteY0" fmla="*/ 0 h 81666"/>
              <a:gd name="connsiteX1" fmla="*/ 256902 w 256902"/>
              <a:gd name="connsiteY1" fmla="*/ 0 h 81666"/>
              <a:gd name="connsiteX2" fmla="*/ 133077 w 256902"/>
              <a:gd name="connsiteY2" fmla="*/ 81666 h 81666"/>
              <a:gd name="connsiteX3" fmla="*/ 0 w 256902"/>
              <a:gd name="connsiteY3" fmla="*/ 81666 h 81666"/>
              <a:gd name="connsiteX4" fmla="*/ 0 w 256902"/>
              <a:gd name="connsiteY4" fmla="*/ 0 h 8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02" h="81666">
                <a:moveTo>
                  <a:pt x="0" y="0"/>
                </a:moveTo>
                <a:lnTo>
                  <a:pt x="256902" y="0"/>
                </a:lnTo>
                <a:cubicBezTo>
                  <a:pt x="192767" y="13887"/>
                  <a:pt x="218167" y="52539"/>
                  <a:pt x="133077" y="81666"/>
                </a:cubicBezTo>
                <a:lnTo>
                  <a:pt x="0" y="81666"/>
                </a:lnTo>
                <a:lnTo>
                  <a:pt x="0" y="0"/>
                </a:lnTo>
                <a:close/>
              </a:path>
            </a:pathLst>
          </a:custGeom>
          <a:solidFill>
            <a:srgbClr val="0119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59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EACF4E-06A9-23A5-B362-7DC7AA74D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79"/>
          <a:stretch/>
        </p:blipFill>
        <p:spPr>
          <a:xfrm>
            <a:off x="1769738" y="5598287"/>
            <a:ext cx="7854632" cy="2365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1D2A47-6C9E-AB2F-DB59-62C2440C2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948" y="2550258"/>
            <a:ext cx="5924261" cy="60960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788BF61-FB7B-2936-A4E8-6BE454BAE5FD}"/>
              </a:ext>
            </a:extLst>
          </p:cNvPr>
          <p:cNvSpPr/>
          <p:nvPr/>
        </p:nvSpPr>
        <p:spPr>
          <a:xfrm>
            <a:off x="9154386" y="1504709"/>
            <a:ext cx="672520" cy="1620456"/>
          </a:xfrm>
          <a:custGeom>
            <a:avLst/>
            <a:gdLst>
              <a:gd name="connsiteX0" fmla="*/ 0 w 672520"/>
              <a:gd name="connsiteY0" fmla="*/ 0 h 1620456"/>
              <a:gd name="connsiteX1" fmla="*/ 672520 w 672520"/>
              <a:gd name="connsiteY1" fmla="*/ 0 h 1620456"/>
              <a:gd name="connsiteX2" fmla="*/ 672520 w 672520"/>
              <a:gd name="connsiteY2" fmla="*/ 1620456 h 1620456"/>
              <a:gd name="connsiteX3" fmla="*/ 0 w 672520"/>
              <a:gd name="connsiteY3" fmla="*/ 1620456 h 1620456"/>
              <a:gd name="connsiteX4" fmla="*/ 0 w 672520"/>
              <a:gd name="connsiteY4" fmla="*/ 0 h 1620456"/>
              <a:gd name="connsiteX0" fmla="*/ 23149 w 695669"/>
              <a:gd name="connsiteY0" fmla="*/ 0 h 1620456"/>
              <a:gd name="connsiteX1" fmla="*/ 695669 w 695669"/>
              <a:gd name="connsiteY1" fmla="*/ 0 h 1620456"/>
              <a:gd name="connsiteX2" fmla="*/ 695669 w 695669"/>
              <a:gd name="connsiteY2" fmla="*/ 1620456 h 1620456"/>
              <a:gd name="connsiteX3" fmla="*/ 0 w 695669"/>
              <a:gd name="connsiteY3" fmla="*/ 358815 h 1620456"/>
              <a:gd name="connsiteX4" fmla="*/ 23149 w 695669"/>
              <a:gd name="connsiteY4" fmla="*/ 0 h 1620456"/>
              <a:gd name="connsiteX0" fmla="*/ 23149 w 695669"/>
              <a:gd name="connsiteY0" fmla="*/ 0 h 1620456"/>
              <a:gd name="connsiteX1" fmla="*/ 695669 w 695669"/>
              <a:gd name="connsiteY1" fmla="*/ 0 h 1620456"/>
              <a:gd name="connsiteX2" fmla="*/ 695669 w 695669"/>
              <a:gd name="connsiteY2" fmla="*/ 1620456 h 1620456"/>
              <a:gd name="connsiteX3" fmla="*/ 0 w 695669"/>
              <a:gd name="connsiteY3" fmla="*/ 567159 h 1620456"/>
              <a:gd name="connsiteX4" fmla="*/ 23149 w 695669"/>
              <a:gd name="connsiteY4" fmla="*/ 0 h 1620456"/>
              <a:gd name="connsiteX0" fmla="*/ 23149 w 695669"/>
              <a:gd name="connsiteY0" fmla="*/ 0 h 1620456"/>
              <a:gd name="connsiteX1" fmla="*/ 660945 w 695669"/>
              <a:gd name="connsiteY1" fmla="*/ 208345 h 1620456"/>
              <a:gd name="connsiteX2" fmla="*/ 695669 w 695669"/>
              <a:gd name="connsiteY2" fmla="*/ 1620456 h 1620456"/>
              <a:gd name="connsiteX3" fmla="*/ 0 w 695669"/>
              <a:gd name="connsiteY3" fmla="*/ 567159 h 1620456"/>
              <a:gd name="connsiteX4" fmla="*/ 23149 w 695669"/>
              <a:gd name="connsiteY4" fmla="*/ 0 h 1620456"/>
              <a:gd name="connsiteX0" fmla="*/ 23149 w 695669"/>
              <a:gd name="connsiteY0" fmla="*/ 0 h 1620456"/>
              <a:gd name="connsiteX1" fmla="*/ 660945 w 695669"/>
              <a:gd name="connsiteY1" fmla="*/ 208345 h 1620456"/>
              <a:gd name="connsiteX2" fmla="*/ 695669 w 695669"/>
              <a:gd name="connsiteY2" fmla="*/ 1620456 h 1620456"/>
              <a:gd name="connsiteX3" fmla="*/ 0 w 695669"/>
              <a:gd name="connsiteY3" fmla="*/ 567159 h 1620456"/>
              <a:gd name="connsiteX4" fmla="*/ 23149 w 695669"/>
              <a:gd name="connsiteY4" fmla="*/ 0 h 1620456"/>
              <a:gd name="connsiteX0" fmla="*/ 0 w 672520"/>
              <a:gd name="connsiteY0" fmla="*/ 0 h 1620456"/>
              <a:gd name="connsiteX1" fmla="*/ 637796 w 672520"/>
              <a:gd name="connsiteY1" fmla="*/ 208345 h 1620456"/>
              <a:gd name="connsiteX2" fmla="*/ 672520 w 672520"/>
              <a:gd name="connsiteY2" fmla="*/ 1620456 h 1620456"/>
              <a:gd name="connsiteX3" fmla="*/ 1 w 672520"/>
              <a:gd name="connsiteY3" fmla="*/ 590309 h 1620456"/>
              <a:gd name="connsiteX4" fmla="*/ 0 w 672520"/>
              <a:gd name="connsiteY4" fmla="*/ 0 h 1620456"/>
              <a:gd name="connsiteX0" fmla="*/ 0 w 672520"/>
              <a:gd name="connsiteY0" fmla="*/ 0 h 1620456"/>
              <a:gd name="connsiteX1" fmla="*/ 637796 w 672520"/>
              <a:gd name="connsiteY1" fmla="*/ 208345 h 1620456"/>
              <a:gd name="connsiteX2" fmla="*/ 672520 w 672520"/>
              <a:gd name="connsiteY2" fmla="*/ 1620456 h 1620456"/>
              <a:gd name="connsiteX3" fmla="*/ 1 w 672520"/>
              <a:gd name="connsiteY3" fmla="*/ 590309 h 1620456"/>
              <a:gd name="connsiteX4" fmla="*/ 0 w 672520"/>
              <a:gd name="connsiteY4" fmla="*/ 0 h 1620456"/>
              <a:gd name="connsiteX0" fmla="*/ 0 w 672520"/>
              <a:gd name="connsiteY0" fmla="*/ 0 h 1620456"/>
              <a:gd name="connsiteX1" fmla="*/ 637796 w 672520"/>
              <a:gd name="connsiteY1" fmla="*/ 208345 h 1620456"/>
              <a:gd name="connsiteX2" fmla="*/ 672520 w 672520"/>
              <a:gd name="connsiteY2" fmla="*/ 1620456 h 1620456"/>
              <a:gd name="connsiteX3" fmla="*/ 1 w 672520"/>
              <a:gd name="connsiteY3" fmla="*/ 590309 h 1620456"/>
              <a:gd name="connsiteX4" fmla="*/ 0 w 672520"/>
              <a:gd name="connsiteY4" fmla="*/ 0 h 162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520" h="1620456">
                <a:moveTo>
                  <a:pt x="0" y="0"/>
                </a:moveTo>
                <a:cubicBezTo>
                  <a:pt x="212599" y="69448"/>
                  <a:pt x="436771" y="185196"/>
                  <a:pt x="637796" y="208345"/>
                </a:cubicBezTo>
                <a:lnTo>
                  <a:pt x="672520" y="1620456"/>
                </a:lnTo>
                <a:cubicBezTo>
                  <a:pt x="332600" y="1300223"/>
                  <a:pt x="201025" y="991564"/>
                  <a:pt x="1" y="590309"/>
                </a:cubicBezTo>
                <a:cubicBezTo>
                  <a:pt x="1" y="393539"/>
                  <a:pt x="0" y="196770"/>
                  <a:pt x="0" y="0"/>
                </a:cubicBezTo>
                <a:close/>
              </a:path>
            </a:pathLst>
          </a:custGeom>
          <a:gradFill>
            <a:gsLst>
              <a:gs pos="97000">
                <a:srgbClr val="FFFFFF"/>
              </a:gs>
              <a:gs pos="0">
                <a:srgbClr val="E1E7F3"/>
              </a:gs>
            </a:gsLst>
            <a:lin ang="0" scaled="0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A39D44-C4E9-A739-42B3-4A401F559332}"/>
              </a:ext>
            </a:extLst>
          </p:cNvPr>
          <p:cNvSpPr/>
          <p:nvPr/>
        </p:nvSpPr>
        <p:spPr>
          <a:xfrm>
            <a:off x="9792182" y="1713053"/>
            <a:ext cx="1898249" cy="1851588"/>
          </a:xfrm>
          <a:custGeom>
            <a:avLst/>
            <a:gdLst>
              <a:gd name="connsiteX0" fmla="*/ 0 w 1909823"/>
              <a:gd name="connsiteY0" fmla="*/ 0 h 1863162"/>
              <a:gd name="connsiteX1" fmla="*/ 1909823 w 1909823"/>
              <a:gd name="connsiteY1" fmla="*/ 0 h 1863162"/>
              <a:gd name="connsiteX2" fmla="*/ 1909823 w 1909823"/>
              <a:gd name="connsiteY2" fmla="*/ 1863162 h 1863162"/>
              <a:gd name="connsiteX3" fmla="*/ 0 w 1909823"/>
              <a:gd name="connsiteY3" fmla="*/ 1863162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66754 w 1909823"/>
              <a:gd name="connsiteY1" fmla="*/ 185195 h 1863162"/>
              <a:gd name="connsiteX2" fmla="*/ 1909823 w 1909823"/>
              <a:gd name="connsiteY2" fmla="*/ 1863162 h 1863162"/>
              <a:gd name="connsiteX3" fmla="*/ 0 w 1909823"/>
              <a:gd name="connsiteY3" fmla="*/ 1863162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43605 w 1909823"/>
              <a:gd name="connsiteY1" fmla="*/ 393539 h 1863162"/>
              <a:gd name="connsiteX2" fmla="*/ 1909823 w 1909823"/>
              <a:gd name="connsiteY2" fmla="*/ 1863162 h 1863162"/>
              <a:gd name="connsiteX3" fmla="*/ 0 w 1909823"/>
              <a:gd name="connsiteY3" fmla="*/ 1863162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78329 w 1909823"/>
              <a:gd name="connsiteY1" fmla="*/ 254643 h 1863162"/>
              <a:gd name="connsiteX2" fmla="*/ 1909823 w 1909823"/>
              <a:gd name="connsiteY2" fmla="*/ 1863162 h 1863162"/>
              <a:gd name="connsiteX3" fmla="*/ 0 w 1909823"/>
              <a:gd name="connsiteY3" fmla="*/ 1863162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78329 w 1909823"/>
              <a:gd name="connsiteY1" fmla="*/ 254643 h 1863162"/>
              <a:gd name="connsiteX2" fmla="*/ 1909823 w 1909823"/>
              <a:gd name="connsiteY2" fmla="*/ 1863162 h 1863162"/>
              <a:gd name="connsiteX3" fmla="*/ 127321 w 1909823"/>
              <a:gd name="connsiteY3" fmla="*/ 1620094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78329 w 1909823"/>
              <a:gd name="connsiteY1" fmla="*/ 254643 h 1863162"/>
              <a:gd name="connsiteX2" fmla="*/ 1909823 w 1909823"/>
              <a:gd name="connsiteY2" fmla="*/ 1863162 h 1863162"/>
              <a:gd name="connsiteX3" fmla="*/ 0 w 1909823"/>
              <a:gd name="connsiteY3" fmla="*/ 1458048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78329 w 1909823"/>
              <a:gd name="connsiteY1" fmla="*/ 254643 h 1863162"/>
              <a:gd name="connsiteX2" fmla="*/ 1909823 w 1909823"/>
              <a:gd name="connsiteY2" fmla="*/ 1863162 h 1863162"/>
              <a:gd name="connsiteX3" fmla="*/ 0 w 1909823"/>
              <a:gd name="connsiteY3" fmla="*/ 1458048 h 1863162"/>
              <a:gd name="connsiteX4" fmla="*/ 0 w 1909823"/>
              <a:gd name="connsiteY4" fmla="*/ 0 h 1863162"/>
              <a:gd name="connsiteX0" fmla="*/ 0 w 1909823"/>
              <a:gd name="connsiteY0" fmla="*/ 0 h 1863162"/>
              <a:gd name="connsiteX1" fmla="*/ 1678329 w 1909823"/>
              <a:gd name="connsiteY1" fmla="*/ 254643 h 1863162"/>
              <a:gd name="connsiteX2" fmla="*/ 1909823 w 1909823"/>
              <a:gd name="connsiteY2" fmla="*/ 1863162 h 1863162"/>
              <a:gd name="connsiteX3" fmla="*/ 0 w 1909823"/>
              <a:gd name="connsiteY3" fmla="*/ 1458048 h 1863162"/>
              <a:gd name="connsiteX4" fmla="*/ 0 w 1909823"/>
              <a:gd name="connsiteY4" fmla="*/ 0 h 1863162"/>
              <a:gd name="connsiteX0" fmla="*/ 0 w 1909823"/>
              <a:gd name="connsiteY0" fmla="*/ 0 h 1666393"/>
              <a:gd name="connsiteX1" fmla="*/ 1678329 w 1909823"/>
              <a:gd name="connsiteY1" fmla="*/ 57874 h 1666393"/>
              <a:gd name="connsiteX2" fmla="*/ 1909823 w 1909823"/>
              <a:gd name="connsiteY2" fmla="*/ 1666393 h 1666393"/>
              <a:gd name="connsiteX3" fmla="*/ 0 w 1909823"/>
              <a:gd name="connsiteY3" fmla="*/ 1261279 h 1666393"/>
              <a:gd name="connsiteX4" fmla="*/ 0 w 1909823"/>
              <a:gd name="connsiteY4" fmla="*/ 0 h 1666393"/>
              <a:gd name="connsiteX0" fmla="*/ 0 w 1944547"/>
              <a:gd name="connsiteY0" fmla="*/ 0 h 1816864"/>
              <a:gd name="connsiteX1" fmla="*/ 1713053 w 1944547"/>
              <a:gd name="connsiteY1" fmla="*/ 208345 h 1816864"/>
              <a:gd name="connsiteX2" fmla="*/ 1944547 w 1944547"/>
              <a:gd name="connsiteY2" fmla="*/ 1816864 h 1816864"/>
              <a:gd name="connsiteX3" fmla="*/ 34724 w 1944547"/>
              <a:gd name="connsiteY3" fmla="*/ 1411750 h 1816864"/>
              <a:gd name="connsiteX4" fmla="*/ 0 w 1944547"/>
              <a:gd name="connsiteY4" fmla="*/ 0 h 1816864"/>
              <a:gd name="connsiteX0" fmla="*/ 0 w 1944547"/>
              <a:gd name="connsiteY0" fmla="*/ 0 h 1816864"/>
              <a:gd name="connsiteX1" fmla="*/ 1713053 w 1944547"/>
              <a:gd name="connsiteY1" fmla="*/ 208345 h 1816864"/>
              <a:gd name="connsiteX2" fmla="*/ 1944547 w 1944547"/>
              <a:gd name="connsiteY2" fmla="*/ 1816864 h 1816864"/>
              <a:gd name="connsiteX3" fmla="*/ 34724 w 1944547"/>
              <a:gd name="connsiteY3" fmla="*/ 1411750 h 1816864"/>
              <a:gd name="connsiteX4" fmla="*/ 0 w 1944547"/>
              <a:gd name="connsiteY4" fmla="*/ 0 h 1816864"/>
              <a:gd name="connsiteX0" fmla="*/ 0 w 1944547"/>
              <a:gd name="connsiteY0" fmla="*/ 0 h 1816864"/>
              <a:gd name="connsiteX1" fmla="*/ 1713053 w 1944547"/>
              <a:gd name="connsiteY1" fmla="*/ 208345 h 1816864"/>
              <a:gd name="connsiteX2" fmla="*/ 1944547 w 1944547"/>
              <a:gd name="connsiteY2" fmla="*/ 1816864 h 1816864"/>
              <a:gd name="connsiteX3" fmla="*/ 34724 w 1944547"/>
              <a:gd name="connsiteY3" fmla="*/ 1411750 h 1816864"/>
              <a:gd name="connsiteX4" fmla="*/ 0 w 1944547"/>
              <a:gd name="connsiteY4" fmla="*/ 0 h 1816864"/>
              <a:gd name="connsiteX0" fmla="*/ 0 w 1944547"/>
              <a:gd name="connsiteY0" fmla="*/ 0 h 1851588"/>
              <a:gd name="connsiteX1" fmla="*/ 1713053 w 1944547"/>
              <a:gd name="connsiteY1" fmla="*/ 243069 h 1851588"/>
              <a:gd name="connsiteX2" fmla="*/ 1944547 w 1944547"/>
              <a:gd name="connsiteY2" fmla="*/ 1851588 h 1851588"/>
              <a:gd name="connsiteX3" fmla="*/ 34724 w 1944547"/>
              <a:gd name="connsiteY3" fmla="*/ 1446474 h 1851588"/>
              <a:gd name="connsiteX4" fmla="*/ 0 w 1944547"/>
              <a:gd name="connsiteY4" fmla="*/ 0 h 1851588"/>
              <a:gd name="connsiteX0" fmla="*/ 0 w 1944547"/>
              <a:gd name="connsiteY0" fmla="*/ 0 h 1851588"/>
              <a:gd name="connsiteX1" fmla="*/ 1713053 w 1944547"/>
              <a:gd name="connsiteY1" fmla="*/ 196770 h 1851588"/>
              <a:gd name="connsiteX2" fmla="*/ 1944547 w 1944547"/>
              <a:gd name="connsiteY2" fmla="*/ 1851588 h 1851588"/>
              <a:gd name="connsiteX3" fmla="*/ 34724 w 1944547"/>
              <a:gd name="connsiteY3" fmla="*/ 1446474 h 1851588"/>
              <a:gd name="connsiteX4" fmla="*/ 0 w 1944547"/>
              <a:gd name="connsiteY4" fmla="*/ 0 h 1851588"/>
              <a:gd name="connsiteX0" fmla="*/ 0 w 1944547"/>
              <a:gd name="connsiteY0" fmla="*/ 0 h 1851588"/>
              <a:gd name="connsiteX1" fmla="*/ 1713053 w 1944547"/>
              <a:gd name="connsiteY1" fmla="*/ 196770 h 1851588"/>
              <a:gd name="connsiteX2" fmla="*/ 1944547 w 1944547"/>
              <a:gd name="connsiteY2" fmla="*/ 1851588 h 1851588"/>
              <a:gd name="connsiteX3" fmla="*/ 34724 w 1944547"/>
              <a:gd name="connsiteY3" fmla="*/ 1446474 h 1851588"/>
              <a:gd name="connsiteX4" fmla="*/ 0 w 1944547"/>
              <a:gd name="connsiteY4" fmla="*/ 0 h 1851588"/>
              <a:gd name="connsiteX0" fmla="*/ 0 w 1944547"/>
              <a:gd name="connsiteY0" fmla="*/ 0 h 1851588"/>
              <a:gd name="connsiteX1" fmla="*/ 1713053 w 1944547"/>
              <a:gd name="connsiteY1" fmla="*/ 196770 h 1851588"/>
              <a:gd name="connsiteX2" fmla="*/ 1944547 w 1944547"/>
              <a:gd name="connsiteY2" fmla="*/ 1851588 h 1851588"/>
              <a:gd name="connsiteX3" fmla="*/ 34724 w 1944547"/>
              <a:gd name="connsiteY3" fmla="*/ 1446474 h 1851588"/>
              <a:gd name="connsiteX4" fmla="*/ 0 w 1944547"/>
              <a:gd name="connsiteY4" fmla="*/ 0 h 1851588"/>
              <a:gd name="connsiteX0" fmla="*/ 0 w 1944547"/>
              <a:gd name="connsiteY0" fmla="*/ 0 h 1851588"/>
              <a:gd name="connsiteX1" fmla="*/ 1713053 w 1944547"/>
              <a:gd name="connsiteY1" fmla="*/ 196770 h 1851588"/>
              <a:gd name="connsiteX2" fmla="*/ 1944547 w 1944547"/>
              <a:gd name="connsiteY2" fmla="*/ 1851588 h 1851588"/>
              <a:gd name="connsiteX3" fmla="*/ 34724 w 1944547"/>
              <a:gd name="connsiteY3" fmla="*/ 1446474 h 1851588"/>
              <a:gd name="connsiteX4" fmla="*/ 0 w 1944547"/>
              <a:gd name="connsiteY4" fmla="*/ 0 h 1851588"/>
              <a:gd name="connsiteX0" fmla="*/ 0 w 1898249"/>
              <a:gd name="connsiteY0" fmla="*/ 0 h 1851588"/>
              <a:gd name="connsiteX1" fmla="*/ 1713053 w 1898249"/>
              <a:gd name="connsiteY1" fmla="*/ 196770 h 1851588"/>
              <a:gd name="connsiteX2" fmla="*/ 1898249 w 1898249"/>
              <a:gd name="connsiteY2" fmla="*/ 1851588 h 1851588"/>
              <a:gd name="connsiteX3" fmla="*/ 34724 w 1898249"/>
              <a:gd name="connsiteY3" fmla="*/ 1446474 h 1851588"/>
              <a:gd name="connsiteX4" fmla="*/ 0 w 1898249"/>
              <a:gd name="connsiteY4" fmla="*/ 0 h 185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8249" h="1851588">
                <a:moveTo>
                  <a:pt x="0" y="0"/>
                </a:moveTo>
                <a:cubicBezTo>
                  <a:pt x="582593" y="142754"/>
                  <a:pt x="1130460" y="169763"/>
                  <a:pt x="1713053" y="196770"/>
                </a:cubicBezTo>
                <a:lnTo>
                  <a:pt x="1898249" y="1851588"/>
                </a:lnTo>
                <a:cubicBezTo>
                  <a:pt x="1261641" y="1716550"/>
                  <a:pt x="567159" y="1859304"/>
                  <a:pt x="34724" y="144647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9000">
                <a:srgbClr val="FFFFFF"/>
              </a:gs>
              <a:gs pos="100000">
                <a:srgbClr val="A0AFCC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841707-A6A3-0E9B-C3AB-C25AAFCEA2C2}"/>
              </a:ext>
            </a:extLst>
          </p:cNvPr>
          <p:cNvSpPr/>
          <p:nvPr/>
        </p:nvSpPr>
        <p:spPr>
          <a:xfrm>
            <a:off x="11493661" y="1921398"/>
            <a:ext cx="3402957" cy="1697209"/>
          </a:xfrm>
          <a:custGeom>
            <a:avLst/>
            <a:gdLst>
              <a:gd name="connsiteX0" fmla="*/ 0 w 3345083"/>
              <a:gd name="connsiteY0" fmla="*/ 0 h 1620456"/>
              <a:gd name="connsiteX1" fmla="*/ 3345083 w 3345083"/>
              <a:gd name="connsiteY1" fmla="*/ 0 h 1620456"/>
              <a:gd name="connsiteX2" fmla="*/ 3345083 w 3345083"/>
              <a:gd name="connsiteY2" fmla="*/ 1620456 h 1620456"/>
              <a:gd name="connsiteX3" fmla="*/ 0 w 3345083"/>
              <a:gd name="connsiteY3" fmla="*/ 1620456 h 1620456"/>
              <a:gd name="connsiteX4" fmla="*/ 0 w 3345083"/>
              <a:gd name="connsiteY4" fmla="*/ 0 h 1620456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0 w 3402957"/>
              <a:gd name="connsiteY3" fmla="*/ 1632030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243069 w 3402957"/>
              <a:gd name="connsiteY3" fmla="*/ 1608880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555585 w 3402957"/>
              <a:gd name="connsiteY3" fmla="*/ 1516283 h 1632030"/>
              <a:gd name="connsiteX4" fmla="*/ 0 w 3402957"/>
              <a:gd name="connsiteY4" fmla="*/ 11574 h 1632030"/>
              <a:gd name="connsiteX0" fmla="*/ 0 w 3402957"/>
              <a:gd name="connsiteY0" fmla="*/ 11574 h 1666754"/>
              <a:gd name="connsiteX1" fmla="*/ 3402957 w 3402957"/>
              <a:gd name="connsiteY1" fmla="*/ 0 h 1666754"/>
              <a:gd name="connsiteX2" fmla="*/ 3345083 w 3402957"/>
              <a:gd name="connsiteY2" fmla="*/ 1632030 h 1666754"/>
              <a:gd name="connsiteX3" fmla="*/ 266218 w 3402957"/>
              <a:gd name="connsiteY3" fmla="*/ 1666754 h 1666754"/>
              <a:gd name="connsiteX4" fmla="*/ 0 w 3402957"/>
              <a:gd name="connsiteY4" fmla="*/ 11574 h 1666754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243069 w 3402957"/>
              <a:gd name="connsiteY3" fmla="*/ 1620455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32030"/>
              <a:gd name="connsiteX1" fmla="*/ 3402957 w 3402957"/>
              <a:gd name="connsiteY1" fmla="*/ 0 h 1632030"/>
              <a:gd name="connsiteX2" fmla="*/ 3345083 w 3402957"/>
              <a:gd name="connsiteY2" fmla="*/ 1632030 h 1632030"/>
              <a:gd name="connsiteX3" fmla="*/ 196770 w 3402957"/>
              <a:gd name="connsiteY3" fmla="*/ 1632029 h 1632030"/>
              <a:gd name="connsiteX4" fmla="*/ 0 w 3402957"/>
              <a:gd name="connsiteY4" fmla="*/ 11574 h 1632030"/>
              <a:gd name="connsiteX0" fmla="*/ 0 w 3402957"/>
              <a:gd name="connsiteY0" fmla="*/ 11574 h 1673183"/>
              <a:gd name="connsiteX1" fmla="*/ 3402957 w 3402957"/>
              <a:gd name="connsiteY1" fmla="*/ 0 h 1673183"/>
              <a:gd name="connsiteX2" fmla="*/ 3345083 w 3402957"/>
              <a:gd name="connsiteY2" fmla="*/ 1632030 h 1673183"/>
              <a:gd name="connsiteX3" fmla="*/ 196770 w 3402957"/>
              <a:gd name="connsiteY3" fmla="*/ 1632029 h 1673183"/>
              <a:gd name="connsiteX4" fmla="*/ 0 w 3402957"/>
              <a:gd name="connsiteY4" fmla="*/ 11574 h 1673183"/>
              <a:gd name="connsiteX0" fmla="*/ 0 w 3402957"/>
              <a:gd name="connsiteY0" fmla="*/ 11574 h 1697209"/>
              <a:gd name="connsiteX1" fmla="*/ 3402957 w 3402957"/>
              <a:gd name="connsiteY1" fmla="*/ 0 h 1697209"/>
              <a:gd name="connsiteX2" fmla="*/ 3345083 w 3402957"/>
              <a:gd name="connsiteY2" fmla="*/ 1632030 h 1697209"/>
              <a:gd name="connsiteX3" fmla="*/ 196770 w 3402957"/>
              <a:gd name="connsiteY3" fmla="*/ 1632029 h 1697209"/>
              <a:gd name="connsiteX4" fmla="*/ 0 w 3402957"/>
              <a:gd name="connsiteY4" fmla="*/ 11574 h 169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2957" h="1697209">
                <a:moveTo>
                  <a:pt x="0" y="11574"/>
                </a:moveTo>
                <a:cubicBezTo>
                  <a:pt x="1134319" y="77165"/>
                  <a:pt x="2141317" y="142754"/>
                  <a:pt x="3402957" y="0"/>
                </a:cubicBezTo>
                <a:lnTo>
                  <a:pt x="3345083" y="1632030"/>
                </a:lnTo>
                <a:cubicBezTo>
                  <a:pt x="2295645" y="1713053"/>
                  <a:pt x="1246208" y="1724627"/>
                  <a:pt x="196770" y="1632029"/>
                </a:cubicBezTo>
                <a:lnTo>
                  <a:pt x="0" y="11574"/>
                </a:lnTo>
                <a:close/>
              </a:path>
            </a:pathLst>
          </a:custGeom>
          <a:gradFill>
            <a:gsLst>
              <a:gs pos="100000">
                <a:srgbClr val="768CB2"/>
              </a:gs>
              <a:gs pos="0">
                <a:srgbClr val="A0AFCC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78C46F-C04C-2FB2-E35D-F3991758B319}"/>
              </a:ext>
            </a:extLst>
          </p:cNvPr>
          <p:cNvSpPr/>
          <p:nvPr/>
        </p:nvSpPr>
        <p:spPr>
          <a:xfrm>
            <a:off x="14850318" y="1678329"/>
            <a:ext cx="1632031" cy="1886312"/>
          </a:xfrm>
          <a:custGeom>
            <a:avLst/>
            <a:gdLst>
              <a:gd name="connsiteX0" fmla="*/ 0 w 1666755"/>
              <a:gd name="connsiteY0" fmla="*/ 0 h 1643243"/>
              <a:gd name="connsiteX1" fmla="*/ 1666755 w 1666755"/>
              <a:gd name="connsiteY1" fmla="*/ 0 h 1643243"/>
              <a:gd name="connsiteX2" fmla="*/ 1666755 w 1666755"/>
              <a:gd name="connsiteY2" fmla="*/ 1643243 h 1643243"/>
              <a:gd name="connsiteX3" fmla="*/ 0 w 1666755"/>
              <a:gd name="connsiteY3" fmla="*/ 1643243 h 1643243"/>
              <a:gd name="connsiteX4" fmla="*/ 0 w 1666755"/>
              <a:gd name="connsiteY4" fmla="*/ 0 h 1643243"/>
              <a:gd name="connsiteX0" fmla="*/ 46299 w 1713054"/>
              <a:gd name="connsiteY0" fmla="*/ 0 h 1643243"/>
              <a:gd name="connsiteX1" fmla="*/ 1713054 w 1713054"/>
              <a:gd name="connsiteY1" fmla="*/ 0 h 1643243"/>
              <a:gd name="connsiteX2" fmla="*/ 1713054 w 1713054"/>
              <a:gd name="connsiteY2" fmla="*/ 1643243 h 1643243"/>
              <a:gd name="connsiteX3" fmla="*/ 0 w 1713054"/>
              <a:gd name="connsiteY3" fmla="*/ 1643243 h 1643243"/>
              <a:gd name="connsiteX4" fmla="*/ 46299 w 1713054"/>
              <a:gd name="connsiteY4" fmla="*/ 0 h 1643243"/>
              <a:gd name="connsiteX0" fmla="*/ 46299 w 1713054"/>
              <a:gd name="connsiteY0" fmla="*/ 208344 h 1851587"/>
              <a:gd name="connsiteX1" fmla="*/ 1620457 w 1713054"/>
              <a:gd name="connsiteY1" fmla="*/ 0 h 1851587"/>
              <a:gd name="connsiteX2" fmla="*/ 1713054 w 1713054"/>
              <a:gd name="connsiteY2" fmla="*/ 1851587 h 1851587"/>
              <a:gd name="connsiteX3" fmla="*/ 0 w 1713054"/>
              <a:gd name="connsiteY3" fmla="*/ 1851587 h 1851587"/>
              <a:gd name="connsiteX4" fmla="*/ 46299 w 1713054"/>
              <a:gd name="connsiteY4" fmla="*/ 208344 h 1851587"/>
              <a:gd name="connsiteX0" fmla="*/ 46299 w 1713054"/>
              <a:gd name="connsiteY0" fmla="*/ 208344 h 1851587"/>
              <a:gd name="connsiteX1" fmla="*/ 1620457 w 1713054"/>
              <a:gd name="connsiteY1" fmla="*/ 0 h 1851587"/>
              <a:gd name="connsiteX2" fmla="*/ 1713054 w 1713054"/>
              <a:gd name="connsiteY2" fmla="*/ 1851587 h 1851587"/>
              <a:gd name="connsiteX3" fmla="*/ 0 w 1713054"/>
              <a:gd name="connsiteY3" fmla="*/ 1851587 h 1851587"/>
              <a:gd name="connsiteX4" fmla="*/ 46299 w 1713054"/>
              <a:gd name="connsiteY4" fmla="*/ 208344 h 1851587"/>
              <a:gd name="connsiteX0" fmla="*/ 46299 w 1620457"/>
              <a:gd name="connsiteY0" fmla="*/ 208344 h 1851587"/>
              <a:gd name="connsiteX1" fmla="*/ 1620457 w 1620457"/>
              <a:gd name="connsiteY1" fmla="*/ 0 h 1851587"/>
              <a:gd name="connsiteX2" fmla="*/ 1435261 w 1620457"/>
              <a:gd name="connsiteY2" fmla="*/ 1631668 h 1851587"/>
              <a:gd name="connsiteX3" fmla="*/ 0 w 1620457"/>
              <a:gd name="connsiteY3" fmla="*/ 1851587 h 1851587"/>
              <a:gd name="connsiteX4" fmla="*/ 46299 w 1620457"/>
              <a:gd name="connsiteY4" fmla="*/ 208344 h 1851587"/>
              <a:gd name="connsiteX0" fmla="*/ 46299 w 1620457"/>
              <a:gd name="connsiteY0" fmla="*/ 208344 h 1851587"/>
              <a:gd name="connsiteX1" fmla="*/ 1620457 w 1620457"/>
              <a:gd name="connsiteY1" fmla="*/ 0 h 1851587"/>
              <a:gd name="connsiteX2" fmla="*/ 1377388 w 1620457"/>
              <a:gd name="connsiteY2" fmla="*/ 1539070 h 1851587"/>
              <a:gd name="connsiteX3" fmla="*/ 0 w 1620457"/>
              <a:gd name="connsiteY3" fmla="*/ 1851587 h 1851587"/>
              <a:gd name="connsiteX4" fmla="*/ 46299 w 1620457"/>
              <a:gd name="connsiteY4" fmla="*/ 208344 h 1851587"/>
              <a:gd name="connsiteX0" fmla="*/ 46299 w 1620457"/>
              <a:gd name="connsiteY0" fmla="*/ 208344 h 1851587"/>
              <a:gd name="connsiteX1" fmla="*/ 1620457 w 1620457"/>
              <a:gd name="connsiteY1" fmla="*/ 0 h 1851587"/>
              <a:gd name="connsiteX2" fmla="*/ 1412112 w 1620457"/>
              <a:gd name="connsiteY2" fmla="*/ 1608518 h 1851587"/>
              <a:gd name="connsiteX3" fmla="*/ 0 w 1620457"/>
              <a:gd name="connsiteY3" fmla="*/ 1851587 h 1851587"/>
              <a:gd name="connsiteX4" fmla="*/ 46299 w 1620457"/>
              <a:gd name="connsiteY4" fmla="*/ 208344 h 1851587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196770 h 1840013"/>
              <a:gd name="connsiteX1" fmla="*/ 1527859 w 1527859"/>
              <a:gd name="connsiteY1" fmla="*/ 0 h 1840013"/>
              <a:gd name="connsiteX2" fmla="*/ 1412112 w 1527859"/>
              <a:gd name="connsiteY2" fmla="*/ 1596944 h 1840013"/>
              <a:gd name="connsiteX3" fmla="*/ 0 w 1527859"/>
              <a:gd name="connsiteY3" fmla="*/ 1840013 h 1840013"/>
              <a:gd name="connsiteX4" fmla="*/ 46299 w 1527859"/>
              <a:gd name="connsiteY4" fmla="*/ 196770 h 1840013"/>
              <a:gd name="connsiteX0" fmla="*/ 46299 w 1527859"/>
              <a:gd name="connsiteY0" fmla="*/ 243069 h 1886312"/>
              <a:gd name="connsiteX1" fmla="*/ 1527859 w 1527859"/>
              <a:gd name="connsiteY1" fmla="*/ 0 h 1886312"/>
              <a:gd name="connsiteX2" fmla="*/ 1412112 w 1527859"/>
              <a:gd name="connsiteY2" fmla="*/ 1643243 h 1886312"/>
              <a:gd name="connsiteX3" fmla="*/ 0 w 1527859"/>
              <a:gd name="connsiteY3" fmla="*/ 1886312 h 1886312"/>
              <a:gd name="connsiteX4" fmla="*/ 46299 w 1527859"/>
              <a:gd name="connsiteY4" fmla="*/ 243069 h 1886312"/>
              <a:gd name="connsiteX0" fmla="*/ 46299 w 1527859"/>
              <a:gd name="connsiteY0" fmla="*/ 243069 h 1886312"/>
              <a:gd name="connsiteX1" fmla="*/ 1527859 w 1527859"/>
              <a:gd name="connsiteY1" fmla="*/ 0 h 1886312"/>
              <a:gd name="connsiteX2" fmla="*/ 1455455 w 1527859"/>
              <a:gd name="connsiteY2" fmla="*/ 1504347 h 1886312"/>
              <a:gd name="connsiteX3" fmla="*/ 0 w 1527859"/>
              <a:gd name="connsiteY3" fmla="*/ 1886312 h 1886312"/>
              <a:gd name="connsiteX4" fmla="*/ 46299 w 1527859"/>
              <a:gd name="connsiteY4" fmla="*/ 243069 h 1886312"/>
              <a:gd name="connsiteX0" fmla="*/ 46299 w 1527859"/>
              <a:gd name="connsiteY0" fmla="*/ 243069 h 1886312"/>
              <a:gd name="connsiteX1" fmla="*/ 1527859 w 1527859"/>
              <a:gd name="connsiteY1" fmla="*/ 0 h 1886312"/>
              <a:gd name="connsiteX2" fmla="*/ 1455455 w 1527859"/>
              <a:gd name="connsiteY2" fmla="*/ 1504347 h 1886312"/>
              <a:gd name="connsiteX3" fmla="*/ 0 w 1527859"/>
              <a:gd name="connsiteY3" fmla="*/ 1886312 h 1886312"/>
              <a:gd name="connsiteX4" fmla="*/ 46299 w 1527859"/>
              <a:gd name="connsiteY4" fmla="*/ 243069 h 188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859" h="1886312">
                <a:moveTo>
                  <a:pt x="46299" y="243069"/>
                </a:moveTo>
                <a:cubicBezTo>
                  <a:pt x="540152" y="235352"/>
                  <a:pt x="1034006" y="181336"/>
                  <a:pt x="1527859" y="0"/>
                </a:cubicBezTo>
                <a:lnTo>
                  <a:pt x="1455455" y="1504347"/>
                </a:lnTo>
                <a:cubicBezTo>
                  <a:pt x="984751" y="1782140"/>
                  <a:pt x="470704" y="1886312"/>
                  <a:pt x="0" y="1886312"/>
                </a:cubicBezTo>
                <a:lnTo>
                  <a:pt x="46299" y="243069"/>
                </a:lnTo>
                <a:close/>
              </a:path>
            </a:pathLst>
          </a:custGeom>
          <a:gradFill>
            <a:gsLst>
              <a:gs pos="8000">
                <a:srgbClr val="768CB2"/>
              </a:gs>
              <a:gs pos="100000">
                <a:srgbClr val="FAFAFC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A8A7D0-440B-F975-9787-A477F3F56117}"/>
              </a:ext>
            </a:extLst>
          </p:cNvPr>
          <p:cNvSpPr/>
          <p:nvPr/>
        </p:nvSpPr>
        <p:spPr>
          <a:xfrm>
            <a:off x="16424476" y="1273215"/>
            <a:ext cx="613458" cy="1898249"/>
          </a:xfrm>
          <a:custGeom>
            <a:avLst/>
            <a:gdLst>
              <a:gd name="connsiteX0" fmla="*/ 0 w 648183"/>
              <a:gd name="connsiteY0" fmla="*/ 0 h 1446836"/>
              <a:gd name="connsiteX1" fmla="*/ 648183 w 648183"/>
              <a:gd name="connsiteY1" fmla="*/ 0 h 1446836"/>
              <a:gd name="connsiteX2" fmla="*/ 648183 w 648183"/>
              <a:gd name="connsiteY2" fmla="*/ 1446836 h 1446836"/>
              <a:gd name="connsiteX3" fmla="*/ 0 w 648183"/>
              <a:gd name="connsiteY3" fmla="*/ 1446836 h 1446836"/>
              <a:gd name="connsiteX4" fmla="*/ 0 w 648183"/>
              <a:gd name="connsiteY4" fmla="*/ 0 h 1446836"/>
              <a:gd name="connsiteX0" fmla="*/ 57873 w 706056"/>
              <a:gd name="connsiteY0" fmla="*/ 0 h 1493135"/>
              <a:gd name="connsiteX1" fmla="*/ 706056 w 706056"/>
              <a:gd name="connsiteY1" fmla="*/ 0 h 1493135"/>
              <a:gd name="connsiteX2" fmla="*/ 706056 w 706056"/>
              <a:gd name="connsiteY2" fmla="*/ 1446836 h 1493135"/>
              <a:gd name="connsiteX3" fmla="*/ 0 w 706056"/>
              <a:gd name="connsiteY3" fmla="*/ 1493135 h 1493135"/>
              <a:gd name="connsiteX4" fmla="*/ 57873 w 706056"/>
              <a:gd name="connsiteY4" fmla="*/ 0 h 1493135"/>
              <a:gd name="connsiteX0" fmla="*/ 57873 w 706056"/>
              <a:gd name="connsiteY0" fmla="*/ 0 h 1493135"/>
              <a:gd name="connsiteX1" fmla="*/ 706056 w 706056"/>
              <a:gd name="connsiteY1" fmla="*/ 0 h 1493135"/>
              <a:gd name="connsiteX2" fmla="*/ 555585 w 706056"/>
              <a:gd name="connsiteY2" fmla="*/ 972274 h 1493135"/>
              <a:gd name="connsiteX3" fmla="*/ 0 w 706056"/>
              <a:gd name="connsiteY3" fmla="*/ 1493135 h 1493135"/>
              <a:gd name="connsiteX4" fmla="*/ 57873 w 706056"/>
              <a:gd name="connsiteY4" fmla="*/ 0 h 1493135"/>
              <a:gd name="connsiteX0" fmla="*/ 57873 w 706056"/>
              <a:gd name="connsiteY0" fmla="*/ 0 h 1493135"/>
              <a:gd name="connsiteX1" fmla="*/ 706056 w 706056"/>
              <a:gd name="connsiteY1" fmla="*/ 0 h 1493135"/>
              <a:gd name="connsiteX2" fmla="*/ 544011 w 706056"/>
              <a:gd name="connsiteY2" fmla="*/ 405114 h 1493135"/>
              <a:gd name="connsiteX3" fmla="*/ 0 w 706056"/>
              <a:gd name="connsiteY3" fmla="*/ 1493135 h 1493135"/>
              <a:gd name="connsiteX4" fmla="*/ 57873 w 706056"/>
              <a:gd name="connsiteY4" fmla="*/ 0 h 1493135"/>
              <a:gd name="connsiteX0" fmla="*/ 57873 w 706056"/>
              <a:gd name="connsiteY0" fmla="*/ 0 h 1493135"/>
              <a:gd name="connsiteX1" fmla="*/ 706056 w 706056"/>
              <a:gd name="connsiteY1" fmla="*/ 0 h 1493135"/>
              <a:gd name="connsiteX2" fmla="*/ 520861 w 706056"/>
              <a:gd name="connsiteY2" fmla="*/ 486137 h 1493135"/>
              <a:gd name="connsiteX3" fmla="*/ 0 w 706056"/>
              <a:gd name="connsiteY3" fmla="*/ 1493135 h 1493135"/>
              <a:gd name="connsiteX4" fmla="*/ 57873 w 706056"/>
              <a:gd name="connsiteY4" fmla="*/ 0 h 1493135"/>
              <a:gd name="connsiteX0" fmla="*/ 57873 w 590309"/>
              <a:gd name="connsiteY0" fmla="*/ 405114 h 1898249"/>
              <a:gd name="connsiteX1" fmla="*/ 590309 w 590309"/>
              <a:gd name="connsiteY1" fmla="*/ 0 h 1898249"/>
              <a:gd name="connsiteX2" fmla="*/ 520861 w 590309"/>
              <a:gd name="connsiteY2" fmla="*/ 891251 h 1898249"/>
              <a:gd name="connsiteX3" fmla="*/ 0 w 590309"/>
              <a:gd name="connsiteY3" fmla="*/ 1898249 h 1898249"/>
              <a:gd name="connsiteX4" fmla="*/ 57873 w 590309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  <a:gd name="connsiteX0" fmla="*/ 57873 w 613458"/>
              <a:gd name="connsiteY0" fmla="*/ 405114 h 1898249"/>
              <a:gd name="connsiteX1" fmla="*/ 590309 w 613458"/>
              <a:gd name="connsiteY1" fmla="*/ 0 h 1898249"/>
              <a:gd name="connsiteX2" fmla="*/ 613458 w 613458"/>
              <a:gd name="connsiteY2" fmla="*/ 682906 h 1898249"/>
              <a:gd name="connsiteX3" fmla="*/ 0 w 613458"/>
              <a:gd name="connsiteY3" fmla="*/ 1898249 h 1898249"/>
              <a:gd name="connsiteX4" fmla="*/ 57873 w 613458"/>
              <a:gd name="connsiteY4" fmla="*/ 405114 h 189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458" h="1898249">
                <a:moveTo>
                  <a:pt x="57873" y="405114"/>
                </a:moveTo>
                <a:cubicBezTo>
                  <a:pt x="397398" y="293224"/>
                  <a:pt x="343382" y="250784"/>
                  <a:pt x="590309" y="0"/>
                </a:cubicBezTo>
                <a:lnTo>
                  <a:pt x="613458" y="682906"/>
                </a:lnTo>
                <a:cubicBezTo>
                  <a:pt x="420547" y="1145894"/>
                  <a:pt x="343382" y="1608882"/>
                  <a:pt x="0" y="1898249"/>
                </a:cubicBezTo>
                <a:lnTo>
                  <a:pt x="57873" y="405114"/>
                </a:lnTo>
                <a:close/>
              </a:path>
            </a:pathLst>
          </a:custGeom>
          <a:solidFill>
            <a:srgbClr val="E4EA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98" name="Picture 2" descr="東京メトロ13000系電車 - Wikipedia">
            <a:extLst>
              <a:ext uri="{FF2B5EF4-FFF2-40B4-BE49-F238E27FC236}">
                <a16:creationId xmlns:a16="http://schemas.microsoft.com/office/drawing/2014/main" id="{D3D0CEA4-60DC-E421-9C87-A37B5D37C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89" y="0"/>
            <a:ext cx="6871652" cy="458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5CE9109-FB3A-DF8A-F972-D79C9B6ACE97}"/>
              </a:ext>
            </a:extLst>
          </p:cNvPr>
          <p:cNvSpPr/>
          <p:nvPr/>
        </p:nvSpPr>
        <p:spPr>
          <a:xfrm>
            <a:off x="1769738" y="5717894"/>
            <a:ext cx="2327700" cy="2245488"/>
          </a:xfrm>
          <a:custGeom>
            <a:avLst/>
            <a:gdLst>
              <a:gd name="connsiteX0" fmla="*/ 0 w 2327700"/>
              <a:gd name="connsiteY0" fmla="*/ 0 h 2245488"/>
              <a:gd name="connsiteX1" fmla="*/ 2327700 w 2327700"/>
              <a:gd name="connsiteY1" fmla="*/ 0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1505897 w 2327700"/>
              <a:gd name="connsiteY1" fmla="*/ 844952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700" h="2245488">
                <a:moveTo>
                  <a:pt x="0" y="0"/>
                </a:moveTo>
                <a:lnTo>
                  <a:pt x="2119355" y="162046"/>
                </a:lnTo>
                <a:lnTo>
                  <a:pt x="2327700" y="2245488"/>
                </a:lnTo>
                <a:lnTo>
                  <a:pt x="0" y="224548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rgbClr val="F7F6FC"/>
              </a:gs>
              <a:gs pos="70000">
                <a:srgbClr val="9A9CA5"/>
              </a:gs>
              <a:gs pos="97000">
                <a:srgbClr val="8A91A3"/>
              </a:gs>
              <a:gs pos="18000">
                <a:srgbClr val="A09F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F7C8FB7C-6FAC-F229-E024-7080A70724D3}"/>
              </a:ext>
            </a:extLst>
          </p:cNvPr>
          <p:cNvSpPr/>
          <p:nvPr/>
        </p:nvSpPr>
        <p:spPr>
          <a:xfrm flipH="1">
            <a:off x="7537048" y="5717894"/>
            <a:ext cx="2087322" cy="2245488"/>
          </a:xfrm>
          <a:custGeom>
            <a:avLst/>
            <a:gdLst>
              <a:gd name="connsiteX0" fmla="*/ 0 w 2327700"/>
              <a:gd name="connsiteY0" fmla="*/ 0 h 2245488"/>
              <a:gd name="connsiteX1" fmla="*/ 2327700 w 2327700"/>
              <a:gd name="connsiteY1" fmla="*/ 0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1505897 w 2327700"/>
              <a:gd name="connsiteY1" fmla="*/ 844952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2245488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1539433 h 2245488"/>
              <a:gd name="connsiteX4" fmla="*/ 0 w 2327700"/>
              <a:gd name="connsiteY4" fmla="*/ 0 h 2245488"/>
              <a:gd name="connsiteX0" fmla="*/ 0 w 2327700"/>
              <a:gd name="connsiteY0" fmla="*/ 0 h 2245488"/>
              <a:gd name="connsiteX1" fmla="*/ 2119355 w 2327700"/>
              <a:gd name="connsiteY1" fmla="*/ 162046 h 2245488"/>
              <a:gd name="connsiteX2" fmla="*/ 2327700 w 2327700"/>
              <a:gd name="connsiteY2" fmla="*/ 2245488 h 2245488"/>
              <a:gd name="connsiteX3" fmla="*/ 0 w 2327700"/>
              <a:gd name="connsiteY3" fmla="*/ 1539433 h 2245488"/>
              <a:gd name="connsiteX4" fmla="*/ 0 w 2327700"/>
              <a:gd name="connsiteY4" fmla="*/ 0 h 2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700" h="2245488">
                <a:moveTo>
                  <a:pt x="0" y="0"/>
                </a:moveTo>
                <a:lnTo>
                  <a:pt x="2119355" y="162046"/>
                </a:lnTo>
                <a:lnTo>
                  <a:pt x="2327700" y="2245488"/>
                </a:lnTo>
                <a:cubicBezTo>
                  <a:pt x="1551800" y="2010136"/>
                  <a:pt x="646823" y="2226197"/>
                  <a:pt x="0" y="153943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40000">
                <a:srgbClr val="F7F6FC"/>
              </a:gs>
              <a:gs pos="70000">
                <a:srgbClr val="9A9CA5"/>
              </a:gs>
              <a:gs pos="97000">
                <a:srgbClr val="8A91A3"/>
              </a:gs>
              <a:gs pos="18000">
                <a:srgbClr val="A09F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670FC92B-6FC2-1494-EC0B-5D90696143B1}"/>
              </a:ext>
            </a:extLst>
          </p:cNvPr>
          <p:cNvSpPr/>
          <p:nvPr/>
        </p:nvSpPr>
        <p:spPr>
          <a:xfrm>
            <a:off x="1769738" y="7245752"/>
            <a:ext cx="7888179" cy="2316019"/>
          </a:xfrm>
          <a:custGeom>
            <a:avLst/>
            <a:gdLst>
              <a:gd name="connsiteX0" fmla="*/ 0 w 7617330"/>
              <a:gd name="connsiteY0" fmla="*/ 1273215 h 2546430"/>
              <a:gd name="connsiteX1" fmla="*/ 636608 w 7617330"/>
              <a:gd name="connsiteY1" fmla="*/ 1 h 2546430"/>
              <a:gd name="connsiteX2" fmla="*/ 6980723 w 7617330"/>
              <a:gd name="connsiteY2" fmla="*/ 1 h 2546430"/>
              <a:gd name="connsiteX3" fmla="*/ 7617330 w 7617330"/>
              <a:gd name="connsiteY3" fmla="*/ 1273215 h 2546430"/>
              <a:gd name="connsiteX4" fmla="*/ 6980723 w 7617330"/>
              <a:gd name="connsiteY4" fmla="*/ 2546429 h 2546430"/>
              <a:gd name="connsiteX5" fmla="*/ 636608 w 7617330"/>
              <a:gd name="connsiteY5" fmla="*/ 2546429 h 2546430"/>
              <a:gd name="connsiteX6" fmla="*/ 0 w 7617330"/>
              <a:gd name="connsiteY6" fmla="*/ 1273215 h 2546430"/>
              <a:gd name="connsiteX0" fmla="*/ 0 w 8497007"/>
              <a:gd name="connsiteY0" fmla="*/ 1632029 h 2905243"/>
              <a:gd name="connsiteX1" fmla="*/ 636608 w 8497007"/>
              <a:gd name="connsiteY1" fmla="*/ 358815 h 2905243"/>
              <a:gd name="connsiteX2" fmla="*/ 8497007 w 8497007"/>
              <a:gd name="connsiteY2" fmla="*/ 0 h 2905243"/>
              <a:gd name="connsiteX3" fmla="*/ 7617330 w 8497007"/>
              <a:gd name="connsiteY3" fmla="*/ 1632029 h 2905243"/>
              <a:gd name="connsiteX4" fmla="*/ 6980723 w 8497007"/>
              <a:gd name="connsiteY4" fmla="*/ 2905243 h 2905243"/>
              <a:gd name="connsiteX5" fmla="*/ 636608 w 8497007"/>
              <a:gd name="connsiteY5" fmla="*/ 2905243 h 2905243"/>
              <a:gd name="connsiteX6" fmla="*/ 0 w 8497007"/>
              <a:gd name="connsiteY6" fmla="*/ 1632029 h 2905243"/>
              <a:gd name="connsiteX0" fmla="*/ 0 w 8497007"/>
              <a:gd name="connsiteY0" fmla="*/ 1632029 h 2905243"/>
              <a:gd name="connsiteX1" fmla="*/ 636608 w 8497007"/>
              <a:gd name="connsiteY1" fmla="*/ 358815 h 2905243"/>
              <a:gd name="connsiteX2" fmla="*/ 8497007 w 8497007"/>
              <a:gd name="connsiteY2" fmla="*/ 0 h 2905243"/>
              <a:gd name="connsiteX3" fmla="*/ 7918272 w 8497007"/>
              <a:gd name="connsiteY3" fmla="*/ 1898246 h 2905243"/>
              <a:gd name="connsiteX4" fmla="*/ 6980723 w 8497007"/>
              <a:gd name="connsiteY4" fmla="*/ 2905243 h 2905243"/>
              <a:gd name="connsiteX5" fmla="*/ 636608 w 8497007"/>
              <a:gd name="connsiteY5" fmla="*/ 2905243 h 2905243"/>
              <a:gd name="connsiteX6" fmla="*/ 0 w 8497007"/>
              <a:gd name="connsiteY6" fmla="*/ 1632029 h 2905243"/>
              <a:gd name="connsiteX0" fmla="*/ 1493134 w 7860399"/>
              <a:gd name="connsiteY0" fmla="*/ 1435260 h 2905243"/>
              <a:gd name="connsiteX1" fmla="*/ 0 w 7860399"/>
              <a:gd name="connsiteY1" fmla="*/ 358815 h 2905243"/>
              <a:gd name="connsiteX2" fmla="*/ 7860399 w 7860399"/>
              <a:gd name="connsiteY2" fmla="*/ 0 h 2905243"/>
              <a:gd name="connsiteX3" fmla="*/ 7281664 w 7860399"/>
              <a:gd name="connsiteY3" fmla="*/ 1898246 h 2905243"/>
              <a:gd name="connsiteX4" fmla="*/ 6344115 w 7860399"/>
              <a:gd name="connsiteY4" fmla="*/ 2905243 h 2905243"/>
              <a:gd name="connsiteX5" fmla="*/ 0 w 7860399"/>
              <a:gd name="connsiteY5" fmla="*/ 2905243 h 2905243"/>
              <a:gd name="connsiteX6" fmla="*/ 1493134 w 7860399"/>
              <a:gd name="connsiteY6" fmla="*/ 1435260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339537 w 7918272"/>
              <a:gd name="connsiteY3" fmla="*/ 1898246 h 2905243"/>
              <a:gd name="connsiteX4" fmla="*/ 6401988 w 7918272"/>
              <a:gd name="connsiteY4" fmla="*/ 2905243 h 2905243"/>
              <a:gd name="connsiteX5" fmla="*/ 57873 w 7918272"/>
              <a:gd name="connsiteY5" fmla="*/ 2905243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57873 w 7918272"/>
              <a:gd name="connsiteY5" fmla="*/ 2905243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2488556 w 7918272"/>
              <a:gd name="connsiteY5" fmla="*/ 995420 h 2905243"/>
              <a:gd name="connsiteX6" fmla="*/ 0 w 7918272"/>
              <a:gd name="connsiteY6" fmla="*/ 810227 h 2905243"/>
              <a:gd name="connsiteX0" fmla="*/ 0 w 7918272"/>
              <a:gd name="connsiteY0" fmla="*/ 810227 h 2905243"/>
              <a:gd name="connsiteX1" fmla="*/ 57873 w 7918272"/>
              <a:gd name="connsiteY1" fmla="*/ 358815 h 2905243"/>
              <a:gd name="connsiteX2" fmla="*/ 7918272 w 7918272"/>
              <a:gd name="connsiteY2" fmla="*/ 0 h 2905243"/>
              <a:gd name="connsiteX3" fmla="*/ 7883547 w 7918272"/>
              <a:gd name="connsiteY3" fmla="*/ 798651 h 2905243"/>
              <a:gd name="connsiteX4" fmla="*/ 6401988 w 7918272"/>
              <a:gd name="connsiteY4" fmla="*/ 2905243 h 2905243"/>
              <a:gd name="connsiteX5" fmla="*/ 995422 w 7918272"/>
              <a:gd name="connsiteY5" fmla="*/ 2071866 h 2905243"/>
              <a:gd name="connsiteX6" fmla="*/ 0 w 7918272"/>
              <a:gd name="connsiteY6" fmla="*/ 810227 h 2905243"/>
              <a:gd name="connsiteX0" fmla="*/ 0 w 7918272"/>
              <a:gd name="connsiteY0" fmla="*/ 810227 h 2071866"/>
              <a:gd name="connsiteX1" fmla="*/ 57873 w 7918272"/>
              <a:gd name="connsiteY1" fmla="*/ 358815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6298 w 7918272"/>
              <a:gd name="connsiteY1" fmla="*/ 520861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28263 w 7918272"/>
              <a:gd name="connsiteY1" fmla="*/ 1064871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0 w 7918272"/>
              <a:gd name="connsiteY0" fmla="*/ 810227 h 2071866"/>
              <a:gd name="connsiteX1" fmla="*/ 46298 w 7918272"/>
              <a:gd name="connsiteY1" fmla="*/ 57874 h 2071866"/>
              <a:gd name="connsiteX2" fmla="*/ 7918272 w 7918272"/>
              <a:gd name="connsiteY2" fmla="*/ 0 h 2071866"/>
              <a:gd name="connsiteX3" fmla="*/ 7883547 w 7918272"/>
              <a:gd name="connsiteY3" fmla="*/ 798651 h 2071866"/>
              <a:gd name="connsiteX4" fmla="*/ 7246940 w 7918272"/>
              <a:gd name="connsiteY4" fmla="*/ 2002418 h 2071866"/>
              <a:gd name="connsiteX5" fmla="*/ 995422 w 7918272"/>
              <a:gd name="connsiteY5" fmla="*/ 2071866 h 2071866"/>
              <a:gd name="connsiteX6" fmla="*/ 0 w 7918272"/>
              <a:gd name="connsiteY6" fmla="*/ 810227 h 2071866"/>
              <a:gd name="connsiteX0" fmla="*/ 11576 w 7871974"/>
              <a:gd name="connsiteY0" fmla="*/ 821802 h 2071866"/>
              <a:gd name="connsiteX1" fmla="*/ 0 w 7871974"/>
              <a:gd name="connsiteY1" fmla="*/ 57874 h 2071866"/>
              <a:gd name="connsiteX2" fmla="*/ 7871974 w 7871974"/>
              <a:gd name="connsiteY2" fmla="*/ 0 h 2071866"/>
              <a:gd name="connsiteX3" fmla="*/ 7837249 w 7871974"/>
              <a:gd name="connsiteY3" fmla="*/ 798651 h 2071866"/>
              <a:gd name="connsiteX4" fmla="*/ 7200642 w 7871974"/>
              <a:gd name="connsiteY4" fmla="*/ 2002418 h 2071866"/>
              <a:gd name="connsiteX5" fmla="*/ 949124 w 7871974"/>
              <a:gd name="connsiteY5" fmla="*/ 2071866 h 2071866"/>
              <a:gd name="connsiteX6" fmla="*/ 11576 w 7871974"/>
              <a:gd name="connsiteY6" fmla="*/ 821802 h 2071866"/>
              <a:gd name="connsiteX0" fmla="*/ 0 w 7883547"/>
              <a:gd name="connsiteY0" fmla="*/ 868101 h 2071866"/>
              <a:gd name="connsiteX1" fmla="*/ 11573 w 7883547"/>
              <a:gd name="connsiteY1" fmla="*/ 57874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071866"/>
              <a:gd name="connsiteX1" fmla="*/ 11573 w 7883547"/>
              <a:gd name="connsiteY1" fmla="*/ 173621 h 2071866"/>
              <a:gd name="connsiteX2" fmla="*/ 7883547 w 7883547"/>
              <a:gd name="connsiteY2" fmla="*/ 0 h 2071866"/>
              <a:gd name="connsiteX3" fmla="*/ 7848822 w 7883547"/>
              <a:gd name="connsiteY3" fmla="*/ 798651 h 2071866"/>
              <a:gd name="connsiteX4" fmla="*/ 7212215 w 7883547"/>
              <a:gd name="connsiteY4" fmla="*/ 2002418 h 2071866"/>
              <a:gd name="connsiteX5" fmla="*/ 960697 w 7883547"/>
              <a:gd name="connsiteY5" fmla="*/ 2071866 h 2071866"/>
              <a:gd name="connsiteX6" fmla="*/ 0 w 7883547"/>
              <a:gd name="connsiteY6" fmla="*/ 868101 h 2071866"/>
              <a:gd name="connsiteX0" fmla="*/ 0 w 7883547"/>
              <a:gd name="connsiteY0" fmla="*/ 868101 h 2265585"/>
              <a:gd name="connsiteX1" fmla="*/ 11573 w 7883547"/>
              <a:gd name="connsiteY1" fmla="*/ 173621 h 2265585"/>
              <a:gd name="connsiteX2" fmla="*/ 7883547 w 7883547"/>
              <a:gd name="connsiteY2" fmla="*/ 0 h 2265585"/>
              <a:gd name="connsiteX3" fmla="*/ 7848822 w 7883547"/>
              <a:gd name="connsiteY3" fmla="*/ 798651 h 2265585"/>
              <a:gd name="connsiteX4" fmla="*/ 7212215 w 7883547"/>
              <a:gd name="connsiteY4" fmla="*/ 2002418 h 2265585"/>
              <a:gd name="connsiteX5" fmla="*/ 960697 w 7883547"/>
              <a:gd name="connsiteY5" fmla="*/ 2071866 h 2265585"/>
              <a:gd name="connsiteX6" fmla="*/ 0 w 7883547"/>
              <a:gd name="connsiteY6" fmla="*/ 868101 h 2265585"/>
              <a:gd name="connsiteX0" fmla="*/ 0 w 7883547"/>
              <a:gd name="connsiteY0" fmla="*/ 868101 h 2324125"/>
              <a:gd name="connsiteX1" fmla="*/ 11573 w 7883547"/>
              <a:gd name="connsiteY1" fmla="*/ 173621 h 2324125"/>
              <a:gd name="connsiteX2" fmla="*/ 7883547 w 7883547"/>
              <a:gd name="connsiteY2" fmla="*/ 0 h 2324125"/>
              <a:gd name="connsiteX3" fmla="*/ 7848822 w 7883547"/>
              <a:gd name="connsiteY3" fmla="*/ 798651 h 2324125"/>
              <a:gd name="connsiteX4" fmla="*/ 7212215 w 7883547"/>
              <a:gd name="connsiteY4" fmla="*/ 2002418 h 2324125"/>
              <a:gd name="connsiteX5" fmla="*/ 960697 w 7883547"/>
              <a:gd name="connsiteY5" fmla="*/ 2071866 h 2324125"/>
              <a:gd name="connsiteX6" fmla="*/ 0 w 7883547"/>
              <a:gd name="connsiteY6" fmla="*/ 868101 h 2324125"/>
              <a:gd name="connsiteX0" fmla="*/ 0 w 7883547"/>
              <a:gd name="connsiteY0" fmla="*/ 868101 h 2244992"/>
              <a:gd name="connsiteX1" fmla="*/ 11573 w 7883547"/>
              <a:gd name="connsiteY1" fmla="*/ 173621 h 2244992"/>
              <a:gd name="connsiteX2" fmla="*/ 7883547 w 7883547"/>
              <a:gd name="connsiteY2" fmla="*/ 0 h 2244992"/>
              <a:gd name="connsiteX3" fmla="*/ 7848822 w 7883547"/>
              <a:gd name="connsiteY3" fmla="*/ 798651 h 2244992"/>
              <a:gd name="connsiteX4" fmla="*/ 7212215 w 7883547"/>
              <a:gd name="connsiteY4" fmla="*/ 2002418 h 2244992"/>
              <a:gd name="connsiteX5" fmla="*/ 960697 w 7883547"/>
              <a:gd name="connsiteY5" fmla="*/ 2071866 h 2244992"/>
              <a:gd name="connsiteX6" fmla="*/ 0 w 7883547"/>
              <a:gd name="connsiteY6" fmla="*/ 868101 h 2244992"/>
              <a:gd name="connsiteX0" fmla="*/ 0 w 7883547"/>
              <a:gd name="connsiteY0" fmla="*/ 868101 h 2274325"/>
              <a:gd name="connsiteX1" fmla="*/ 11573 w 7883547"/>
              <a:gd name="connsiteY1" fmla="*/ 173621 h 2274325"/>
              <a:gd name="connsiteX2" fmla="*/ 7883547 w 7883547"/>
              <a:gd name="connsiteY2" fmla="*/ 0 h 2274325"/>
              <a:gd name="connsiteX3" fmla="*/ 7848822 w 7883547"/>
              <a:gd name="connsiteY3" fmla="*/ 798651 h 2274325"/>
              <a:gd name="connsiteX4" fmla="*/ 7212215 w 7883547"/>
              <a:gd name="connsiteY4" fmla="*/ 2002418 h 2274325"/>
              <a:gd name="connsiteX5" fmla="*/ 960697 w 7883547"/>
              <a:gd name="connsiteY5" fmla="*/ 2071866 h 2274325"/>
              <a:gd name="connsiteX6" fmla="*/ 0 w 7883547"/>
              <a:gd name="connsiteY6" fmla="*/ 868101 h 2274325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  <a:gd name="connsiteX0" fmla="*/ 0 w 7883547"/>
              <a:gd name="connsiteY0" fmla="*/ 868101 h 2316019"/>
              <a:gd name="connsiteX1" fmla="*/ 11573 w 7883547"/>
              <a:gd name="connsiteY1" fmla="*/ 173621 h 2316019"/>
              <a:gd name="connsiteX2" fmla="*/ 7883547 w 7883547"/>
              <a:gd name="connsiteY2" fmla="*/ 0 h 2316019"/>
              <a:gd name="connsiteX3" fmla="*/ 7848822 w 7883547"/>
              <a:gd name="connsiteY3" fmla="*/ 798651 h 2316019"/>
              <a:gd name="connsiteX4" fmla="*/ 7212215 w 7883547"/>
              <a:gd name="connsiteY4" fmla="*/ 2002418 h 2316019"/>
              <a:gd name="connsiteX5" fmla="*/ 960697 w 7883547"/>
              <a:gd name="connsiteY5" fmla="*/ 2071866 h 2316019"/>
              <a:gd name="connsiteX6" fmla="*/ 0 w 7883547"/>
              <a:gd name="connsiteY6" fmla="*/ 868101 h 231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83547" h="2316019">
                <a:moveTo>
                  <a:pt x="0" y="868101"/>
                </a:moveTo>
                <a:lnTo>
                  <a:pt x="11573" y="173621"/>
                </a:lnTo>
                <a:cubicBezTo>
                  <a:pt x="285903" y="636609"/>
                  <a:pt x="6868437" y="1169044"/>
                  <a:pt x="7883547" y="0"/>
                </a:cubicBezTo>
                <a:lnTo>
                  <a:pt x="7848822" y="798651"/>
                </a:lnTo>
                <a:cubicBezTo>
                  <a:pt x="7717643" y="1269355"/>
                  <a:pt x="7644336" y="1647461"/>
                  <a:pt x="7212215" y="2002418"/>
                </a:cubicBezTo>
                <a:cubicBezTo>
                  <a:pt x="6633086" y="2395957"/>
                  <a:pt x="1435656" y="2419107"/>
                  <a:pt x="960697" y="2071866"/>
                </a:cubicBezTo>
                <a:cubicBezTo>
                  <a:pt x="374247" y="1751634"/>
                  <a:pt x="216060" y="1327230"/>
                  <a:pt x="0" y="868101"/>
                </a:cubicBezTo>
                <a:close/>
              </a:path>
            </a:pathLst>
          </a:custGeom>
          <a:gradFill>
            <a:gsLst>
              <a:gs pos="32000">
                <a:srgbClr val="CED4D8"/>
              </a:gs>
              <a:gs pos="61000">
                <a:srgbClr val="7E91B2"/>
              </a:gs>
              <a:gs pos="97000">
                <a:srgbClr val="BAC9E1"/>
              </a:gs>
              <a:gs pos="11000">
                <a:srgbClr val="C7CD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22A2EE-BD62-5F86-B3CA-13616DB0CA99}"/>
              </a:ext>
            </a:extLst>
          </p:cNvPr>
          <p:cNvCxnSpPr/>
          <p:nvPr/>
        </p:nvCxnSpPr>
        <p:spPr>
          <a:xfrm>
            <a:off x="2245489" y="5717894"/>
            <a:ext cx="0" cy="3252486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9FAB34-72E7-02A7-DE8A-FCD6CC5B80B5}"/>
              </a:ext>
            </a:extLst>
          </p:cNvPr>
          <p:cNvCxnSpPr>
            <a:cxnSpLocks/>
          </p:cNvCxnSpPr>
          <p:nvPr/>
        </p:nvCxnSpPr>
        <p:spPr>
          <a:xfrm>
            <a:off x="3891024" y="5835570"/>
            <a:ext cx="391609" cy="372620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49766-1CA8-719F-824E-DB1B8D9D3D40}"/>
              </a:ext>
            </a:extLst>
          </p:cNvPr>
          <p:cNvCxnSpPr>
            <a:cxnSpLocks/>
          </p:cNvCxnSpPr>
          <p:nvPr/>
        </p:nvCxnSpPr>
        <p:spPr>
          <a:xfrm flipH="1">
            <a:off x="7330634" y="5835570"/>
            <a:ext cx="391609" cy="3726201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C5E8B7-FF57-1F12-D406-AB0FCED78264}"/>
              </a:ext>
            </a:extLst>
          </p:cNvPr>
          <p:cNvCxnSpPr>
            <a:cxnSpLocks/>
          </p:cNvCxnSpPr>
          <p:nvPr/>
        </p:nvCxnSpPr>
        <p:spPr>
          <a:xfrm>
            <a:off x="9154386" y="5717894"/>
            <a:ext cx="0" cy="3380386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85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725F3F9-518E-28AF-885B-2D47DF1ED92C}"/>
              </a:ext>
            </a:extLst>
          </p:cNvPr>
          <p:cNvSpPr/>
          <p:nvPr/>
        </p:nvSpPr>
        <p:spPr>
          <a:xfrm>
            <a:off x="6949440" y="6593207"/>
            <a:ext cx="14371320" cy="3600450"/>
          </a:xfrm>
          <a:prstGeom prst="rect">
            <a:avLst/>
          </a:prstGeom>
          <a:gradFill>
            <a:gsLst>
              <a:gs pos="0">
                <a:srgbClr val="D1C8B7"/>
              </a:gs>
              <a:gs pos="27000">
                <a:srgbClr val="CAC4BA"/>
              </a:gs>
              <a:gs pos="100000">
                <a:srgbClr val="CDD6E9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F7BDFB-9500-F069-AE2F-A22760CB45E1}"/>
              </a:ext>
            </a:extLst>
          </p:cNvPr>
          <p:cNvSpPr/>
          <p:nvPr/>
        </p:nvSpPr>
        <p:spPr>
          <a:xfrm>
            <a:off x="20216894" y="6593206"/>
            <a:ext cx="1103865" cy="3600450"/>
          </a:xfrm>
          <a:prstGeom prst="rect">
            <a:avLst/>
          </a:prstGeom>
          <a:solidFill>
            <a:srgbClr val="DFCA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173A59-B235-A9F3-AB8A-1262A83E0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120" y="2116200"/>
            <a:ext cx="14371320" cy="3863573"/>
          </a:xfrm>
          <a:prstGeom prst="rect">
            <a:avLst/>
          </a:prstGeom>
        </p:spPr>
      </p:pic>
      <p:pic>
        <p:nvPicPr>
          <p:cNvPr id="6146" name="Picture 2" descr="13000系車内">
            <a:extLst>
              <a:ext uri="{FF2B5EF4-FFF2-40B4-BE49-F238E27FC236}">
                <a16:creationId xmlns:a16="http://schemas.microsoft.com/office/drawing/2014/main" id="{749A49F9-C3B5-3F05-06A3-1022A4BBE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8665"/>
            <a:ext cx="76200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A09E3-F7E5-37E1-C0DF-8528FB989E7C}"/>
              </a:ext>
            </a:extLst>
          </p:cNvPr>
          <p:cNvSpPr/>
          <p:nvPr/>
        </p:nvSpPr>
        <p:spPr>
          <a:xfrm>
            <a:off x="1005840" y="6593206"/>
            <a:ext cx="4754880" cy="2575560"/>
          </a:xfrm>
          <a:prstGeom prst="rect">
            <a:avLst/>
          </a:prstGeom>
          <a:gradFill>
            <a:gsLst>
              <a:gs pos="64000">
                <a:srgbClr val="4F6595"/>
              </a:gs>
              <a:gs pos="97000">
                <a:srgbClr val="01154D"/>
              </a:gs>
              <a:gs pos="34000">
                <a:srgbClr val="4F6595"/>
              </a:gs>
              <a:gs pos="10000">
                <a:srgbClr val="01154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F2234C-136D-5434-6513-6F26B7B8DED7}"/>
              </a:ext>
            </a:extLst>
          </p:cNvPr>
          <p:cNvSpPr/>
          <p:nvPr/>
        </p:nvSpPr>
        <p:spPr>
          <a:xfrm>
            <a:off x="8319134" y="741426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F6937EDA-1D47-DC83-B66D-4C56572DA429}"/>
              </a:ext>
            </a:extLst>
          </p:cNvPr>
          <p:cNvSpPr/>
          <p:nvPr/>
        </p:nvSpPr>
        <p:spPr>
          <a:xfrm>
            <a:off x="11874491" y="741426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F06B8D3F-20FF-B634-4DC7-A9A6CEE2ED3E}"/>
              </a:ext>
            </a:extLst>
          </p:cNvPr>
          <p:cNvSpPr/>
          <p:nvPr/>
        </p:nvSpPr>
        <p:spPr>
          <a:xfrm>
            <a:off x="15429848" y="74025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2BFE3776-AEE6-7556-7EDB-8206C899C110}"/>
              </a:ext>
            </a:extLst>
          </p:cNvPr>
          <p:cNvSpPr/>
          <p:nvPr/>
        </p:nvSpPr>
        <p:spPr>
          <a:xfrm>
            <a:off x="18985205" y="74025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F5FD07-8FB3-FFCA-B69F-1D7411D8D8E8}"/>
              </a:ext>
            </a:extLst>
          </p:cNvPr>
          <p:cNvSpPr/>
          <p:nvPr/>
        </p:nvSpPr>
        <p:spPr>
          <a:xfrm>
            <a:off x="7160894" y="7402551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17CA7A-BF32-4A9C-59D2-771C095CED38}"/>
              </a:ext>
            </a:extLst>
          </p:cNvPr>
          <p:cNvSpPr/>
          <p:nvPr/>
        </p:nvSpPr>
        <p:spPr>
          <a:xfrm>
            <a:off x="9897744" y="741426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484642-82AF-79FE-E892-EF7AA04A5DDC}"/>
              </a:ext>
            </a:extLst>
          </p:cNvPr>
          <p:cNvSpPr/>
          <p:nvPr/>
        </p:nvSpPr>
        <p:spPr>
          <a:xfrm>
            <a:off x="13475652" y="741426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720522-DB49-6CD6-3363-FF5F916D7DB2}"/>
              </a:ext>
            </a:extLst>
          </p:cNvPr>
          <p:cNvSpPr/>
          <p:nvPr/>
        </p:nvSpPr>
        <p:spPr>
          <a:xfrm>
            <a:off x="17023376" y="7402550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68B917-B279-9160-01C1-84291F91AD7A}"/>
              </a:ext>
            </a:extLst>
          </p:cNvPr>
          <p:cNvSpPr/>
          <p:nvPr/>
        </p:nvSpPr>
        <p:spPr>
          <a:xfrm>
            <a:off x="10520044" y="741426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7311B-C80D-0917-6139-11AD4FE9CE16}"/>
              </a:ext>
            </a:extLst>
          </p:cNvPr>
          <p:cNvSpPr/>
          <p:nvPr/>
        </p:nvSpPr>
        <p:spPr>
          <a:xfrm>
            <a:off x="14097952" y="740255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C5CC0F-645A-F9CB-92FE-AAFC1CF72C9C}"/>
              </a:ext>
            </a:extLst>
          </p:cNvPr>
          <p:cNvSpPr/>
          <p:nvPr/>
        </p:nvSpPr>
        <p:spPr>
          <a:xfrm>
            <a:off x="17643458" y="7402550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4F9559-8B4B-8143-BC6B-1FEB60A674F9}"/>
              </a:ext>
            </a:extLst>
          </p:cNvPr>
          <p:cNvSpPr/>
          <p:nvPr/>
        </p:nvSpPr>
        <p:spPr>
          <a:xfrm>
            <a:off x="7960659" y="6723529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0E9C08-2953-B60A-F8E0-B72FFBFCF5E1}"/>
              </a:ext>
            </a:extLst>
          </p:cNvPr>
          <p:cNvSpPr/>
          <p:nvPr/>
        </p:nvSpPr>
        <p:spPr>
          <a:xfrm>
            <a:off x="8067040" y="6817657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8EDD85-B0A3-8842-8BB3-118E7DA93433}"/>
              </a:ext>
            </a:extLst>
          </p:cNvPr>
          <p:cNvSpPr/>
          <p:nvPr/>
        </p:nvSpPr>
        <p:spPr>
          <a:xfrm>
            <a:off x="8611551" y="6817656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7F417DB-0F73-8394-CB13-7DB3C3AD3862}"/>
              </a:ext>
            </a:extLst>
          </p:cNvPr>
          <p:cNvSpPr/>
          <p:nvPr/>
        </p:nvSpPr>
        <p:spPr>
          <a:xfrm>
            <a:off x="9095264" y="682076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0F1F84-AAE9-73E1-6A89-AEB48776A026}"/>
              </a:ext>
            </a:extLst>
          </p:cNvPr>
          <p:cNvSpPr/>
          <p:nvPr/>
        </p:nvSpPr>
        <p:spPr>
          <a:xfrm>
            <a:off x="11525694" y="6723528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420275-B278-7921-9C37-11C81CFDA8CF}"/>
              </a:ext>
            </a:extLst>
          </p:cNvPr>
          <p:cNvSpPr/>
          <p:nvPr/>
        </p:nvSpPr>
        <p:spPr>
          <a:xfrm>
            <a:off x="11632075" y="6817656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535592-B631-6F53-88B5-A07877F3BE56}"/>
              </a:ext>
            </a:extLst>
          </p:cNvPr>
          <p:cNvSpPr/>
          <p:nvPr/>
        </p:nvSpPr>
        <p:spPr>
          <a:xfrm>
            <a:off x="12176587" y="681765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C961484-E21E-219C-0CA3-8ECA770F7E71}"/>
              </a:ext>
            </a:extLst>
          </p:cNvPr>
          <p:cNvSpPr/>
          <p:nvPr/>
        </p:nvSpPr>
        <p:spPr>
          <a:xfrm>
            <a:off x="12660299" y="6820764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1D30C83-3C2E-26B6-0F9C-8B184B462A55}"/>
              </a:ext>
            </a:extLst>
          </p:cNvPr>
          <p:cNvSpPr/>
          <p:nvPr/>
        </p:nvSpPr>
        <p:spPr>
          <a:xfrm>
            <a:off x="15010574" y="670787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C06076D-E73B-84D3-650E-D11D0083BF8F}"/>
              </a:ext>
            </a:extLst>
          </p:cNvPr>
          <p:cNvSpPr/>
          <p:nvPr/>
        </p:nvSpPr>
        <p:spPr>
          <a:xfrm>
            <a:off x="15116955" y="680200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EE7C7DE-DD8F-611E-9003-27ABCC505185}"/>
              </a:ext>
            </a:extLst>
          </p:cNvPr>
          <p:cNvSpPr/>
          <p:nvPr/>
        </p:nvSpPr>
        <p:spPr>
          <a:xfrm>
            <a:off x="15661466" y="6802004"/>
            <a:ext cx="483713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8B68A9-28B6-B40F-05A1-7C8CA689F1E0}"/>
              </a:ext>
            </a:extLst>
          </p:cNvPr>
          <p:cNvSpPr/>
          <p:nvPr/>
        </p:nvSpPr>
        <p:spPr>
          <a:xfrm>
            <a:off x="16205979" y="6805113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2FBC795-45D3-13E4-5A47-FB24C27A1127}"/>
              </a:ext>
            </a:extLst>
          </p:cNvPr>
          <p:cNvSpPr/>
          <p:nvPr/>
        </p:nvSpPr>
        <p:spPr>
          <a:xfrm>
            <a:off x="18501155" y="672352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4751F03-28C3-7003-485C-CAFAF569289E}"/>
              </a:ext>
            </a:extLst>
          </p:cNvPr>
          <p:cNvSpPr/>
          <p:nvPr/>
        </p:nvSpPr>
        <p:spPr>
          <a:xfrm>
            <a:off x="18607536" y="681765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161156F-2395-6A84-EB08-09C1B26C7557}"/>
              </a:ext>
            </a:extLst>
          </p:cNvPr>
          <p:cNvSpPr/>
          <p:nvPr/>
        </p:nvSpPr>
        <p:spPr>
          <a:xfrm>
            <a:off x="19152047" y="6817654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82EEB59-816F-1C6E-1427-E6975C9B8CB3}"/>
              </a:ext>
            </a:extLst>
          </p:cNvPr>
          <p:cNvSpPr/>
          <p:nvPr/>
        </p:nvSpPr>
        <p:spPr>
          <a:xfrm>
            <a:off x="19635760" y="6820763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2A9C8D95-752F-A445-89E1-0197E4EED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25" y="727711"/>
            <a:ext cx="54292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AE6B11D2-AE12-96E6-075A-49DB075A1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4792" y="1553389"/>
            <a:ext cx="54292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F70BCE-B281-F5C4-F37B-3C3F32448873}"/>
              </a:ext>
            </a:extLst>
          </p:cNvPr>
          <p:cNvSpPr/>
          <p:nvPr/>
        </p:nvSpPr>
        <p:spPr>
          <a:xfrm>
            <a:off x="9530750" y="890270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46CED-3B9C-93E6-3E46-FF9C5B276949}"/>
              </a:ext>
            </a:extLst>
          </p:cNvPr>
          <p:cNvSpPr/>
          <p:nvPr/>
        </p:nvSpPr>
        <p:spPr>
          <a:xfrm>
            <a:off x="9530749" y="985005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53F03-8785-3AFA-0367-05A7F56E7797}"/>
              </a:ext>
            </a:extLst>
          </p:cNvPr>
          <p:cNvSpPr/>
          <p:nvPr/>
        </p:nvSpPr>
        <p:spPr>
          <a:xfrm>
            <a:off x="13118848" y="891050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FB274-08C3-4D39-F604-90220E0A1042}"/>
              </a:ext>
            </a:extLst>
          </p:cNvPr>
          <p:cNvSpPr/>
          <p:nvPr/>
        </p:nvSpPr>
        <p:spPr>
          <a:xfrm>
            <a:off x="13118847" y="985785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32DEC-6533-CA0F-900C-D1DD5865CE66}"/>
              </a:ext>
            </a:extLst>
          </p:cNvPr>
          <p:cNvSpPr/>
          <p:nvPr/>
        </p:nvSpPr>
        <p:spPr>
          <a:xfrm>
            <a:off x="16676579" y="8890055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F86DEF-DEF9-404D-4339-9B7BEC55B5A2}"/>
              </a:ext>
            </a:extLst>
          </p:cNvPr>
          <p:cNvSpPr/>
          <p:nvPr/>
        </p:nvSpPr>
        <p:spPr>
          <a:xfrm>
            <a:off x="16676578" y="9837411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日比谷線の新型車両がお披露目 「13000系」のポイントはココだ！ | 話題 | 鉄道新聞">
            <a:extLst>
              <a:ext uri="{FF2B5EF4-FFF2-40B4-BE49-F238E27FC236}">
                <a16:creationId xmlns:a16="http://schemas.microsoft.com/office/drawing/2014/main" id="{EDB6386D-61EF-37EF-20D8-6950C89CE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271" y="3332699"/>
            <a:ext cx="44577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2F86B08-471A-67BD-E912-433588780A3F}"/>
              </a:ext>
            </a:extLst>
          </p:cNvPr>
          <p:cNvSpPr/>
          <p:nvPr/>
        </p:nvSpPr>
        <p:spPr>
          <a:xfrm>
            <a:off x="20433940" y="7368262"/>
            <a:ext cx="608835" cy="282539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98C5D9-CAEB-B69A-5F04-BEA246283960}"/>
              </a:ext>
            </a:extLst>
          </p:cNvPr>
          <p:cNvSpPr/>
          <p:nvPr/>
        </p:nvSpPr>
        <p:spPr>
          <a:xfrm>
            <a:off x="20593652" y="7544791"/>
            <a:ext cx="308940" cy="1248690"/>
          </a:xfrm>
          <a:prstGeom prst="roundRect">
            <a:avLst>
              <a:gd name="adj" fmla="val 0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8D728E-57EC-83EE-AF01-263EC8AA1B10}"/>
              </a:ext>
            </a:extLst>
          </p:cNvPr>
          <p:cNvSpPr/>
          <p:nvPr/>
        </p:nvSpPr>
        <p:spPr>
          <a:xfrm>
            <a:off x="6960314" y="8931061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75DC8B-1CC2-4F40-17D6-8F338EFC5363}"/>
              </a:ext>
            </a:extLst>
          </p:cNvPr>
          <p:cNvSpPr/>
          <p:nvPr/>
        </p:nvSpPr>
        <p:spPr>
          <a:xfrm>
            <a:off x="6960312" y="9878417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86D25E-75AF-C278-1013-41FA9D0B7700}"/>
              </a:ext>
            </a:extLst>
          </p:cNvPr>
          <p:cNvSpPr/>
          <p:nvPr/>
        </p:nvSpPr>
        <p:spPr>
          <a:xfrm>
            <a:off x="6949440" y="10255597"/>
            <a:ext cx="14371320" cy="3600450"/>
          </a:xfrm>
          <a:prstGeom prst="rect">
            <a:avLst/>
          </a:prstGeom>
          <a:gradFill>
            <a:gsLst>
              <a:gs pos="0">
                <a:srgbClr val="D1C8B7"/>
              </a:gs>
              <a:gs pos="27000">
                <a:srgbClr val="CAC4BA"/>
              </a:gs>
              <a:gs pos="100000">
                <a:srgbClr val="CDD6E9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8">
            <a:extLst>
              <a:ext uri="{FF2B5EF4-FFF2-40B4-BE49-F238E27FC236}">
                <a16:creationId xmlns:a16="http://schemas.microsoft.com/office/drawing/2014/main" id="{2A63115F-718D-FC41-58FB-F5C0287D352E}"/>
              </a:ext>
            </a:extLst>
          </p:cNvPr>
          <p:cNvSpPr/>
          <p:nvPr/>
        </p:nvSpPr>
        <p:spPr>
          <a:xfrm>
            <a:off x="8319134" y="110766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: Rounded Corners 8">
            <a:extLst>
              <a:ext uri="{FF2B5EF4-FFF2-40B4-BE49-F238E27FC236}">
                <a16:creationId xmlns:a16="http://schemas.microsoft.com/office/drawing/2014/main" id="{1C0B97BA-D9DA-F6CF-F505-A04ABFD37C22}"/>
              </a:ext>
            </a:extLst>
          </p:cNvPr>
          <p:cNvSpPr/>
          <p:nvPr/>
        </p:nvSpPr>
        <p:spPr>
          <a:xfrm>
            <a:off x="11874491" y="110766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: Rounded Corners 8">
            <a:extLst>
              <a:ext uri="{FF2B5EF4-FFF2-40B4-BE49-F238E27FC236}">
                <a16:creationId xmlns:a16="http://schemas.microsoft.com/office/drawing/2014/main" id="{9FFBB7C7-6E88-9B16-EBBA-515503A3E02B}"/>
              </a:ext>
            </a:extLst>
          </p:cNvPr>
          <p:cNvSpPr/>
          <p:nvPr/>
        </p:nvSpPr>
        <p:spPr>
          <a:xfrm>
            <a:off x="15429848" y="1106494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8">
            <a:extLst>
              <a:ext uri="{FF2B5EF4-FFF2-40B4-BE49-F238E27FC236}">
                <a16:creationId xmlns:a16="http://schemas.microsoft.com/office/drawing/2014/main" id="{925F5E41-1D1A-0EF6-8578-E975270D02E6}"/>
              </a:ext>
            </a:extLst>
          </p:cNvPr>
          <p:cNvSpPr/>
          <p:nvPr/>
        </p:nvSpPr>
        <p:spPr>
          <a:xfrm>
            <a:off x="18985205" y="1106494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682438F-30A2-9C50-80A6-C9B936E4C959}"/>
              </a:ext>
            </a:extLst>
          </p:cNvPr>
          <p:cNvSpPr/>
          <p:nvPr/>
        </p:nvSpPr>
        <p:spPr>
          <a:xfrm>
            <a:off x="7160894" y="11064941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FB3846E-21AC-C876-7985-DCF52A515AE1}"/>
              </a:ext>
            </a:extLst>
          </p:cNvPr>
          <p:cNvSpPr/>
          <p:nvPr/>
        </p:nvSpPr>
        <p:spPr>
          <a:xfrm>
            <a:off x="9897744" y="1107665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71F7214-C694-285D-D746-C62AB5A9D50C}"/>
              </a:ext>
            </a:extLst>
          </p:cNvPr>
          <p:cNvSpPr/>
          <p:nvPr/>
        </p:nvSpPr>
        <p:spPr>
          <a:xfrm>
            <a:off x="13475652" y="1107665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55FA45E-1438-B297-87C2-A0E2C985FA90}"/>
              </a:ext>
            </a:extLst>
          </p:cNvPr>
          <p:cNvSpPr/>
          <p:nvPr/>
        </p:nvSpPr>
        <p:spPr>
          <a:xfrm>
            <a:off x="17023376" y="11064940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1012B9-6057-006E-036F-63424436878C}"/>
              </a:ext>
            </a:extLst>
          </p:cNvPr>
          <p:cNvSpPr/>
          <p:nvPr/>
        </p:nvSpPr>
        <p:spPr>
          <a:xfrm>
            <a:off x="10520044" y="1107665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39E76D-5CA4-733D-FC9C-7964E1611513}"/>
              </a:ext>
            </a:extLst>
          </p:cNvPr>
          <p:cNvSpPr/>
          <p:nvPr/>
        </p:nvSpPr>
        <p:spPr>
          <a:xfrm>
            <a:off x="14097952" y="1106494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9528C32-7780-5375-B0E2-55E249FDADA2}"/>
              </a:ext>
            </a:extLst>
          </p:cNvPr>
          <p:cNvSpPr/>
          <p:nvPr/>
        </p:nvSpPr>
        <p:spPr>
          <a:xfrm>
            <a:off x="17643458" y="11064940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A221612-B4B6-8023-8C6C-28218297BDDC}"/>
              </a:ext>
            </a:extLst>
          </p:cNvPr>
          <p:cNvSpPr/>
          <p:nvPr/>
        </p:nvSpPr>
        <p:spPr>
          <a:xfrm>
            <a:off x="7960659" y="10385919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12510C5-F232-CF67-7A24-90290736559C}"/>
              </a:ext>
            </a:extLst>
          </p:cNvPr>
          <p:cNvSpPr/>
          <p:nvPr/>
        </p:nvSpPr>
        <p:spPr>
          <a:xfrm>
            <a:off x="8067040" y="10480047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D0DDD41-B90F-2CAE-710B-3942B9B99048}"/>
              </a:ext>
            </a:extLst>
          </p:cNvPr>
          <p:cNvSpPr/>
          <p:nvPr/>
        </p:nvSpPr>
        <p:spPr>
          <a:xfrm>
            <a:off x="8611551" y="10480046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01DDA8A-2FCC-31B9-B06F-B83BD1B9C55A}"/>
              </a:ext>
            </a:extLst>
          </p:cNvPr>
          <p:cNvSpPr/>
          <p:nvPr/>
        </p:nvSpPr>
        <p:spPr>
          <a:xfrm>
            <a:off x="9095264" y="1048315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491330A-EFF2-9800-7A03-2EAE696F5F20}"/>
              </a:ext>
            </a:extLst>
          </p:cNvPr>
          <p:cNvSpPr/>
          <p:nvPr/>
        </p:nvSpPr>
        <p:spPr>
          <a:xfrm>
            <a:off x="11525694" y="10385918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5DF2E5C-57C9-1D77-BF7A-7B856AF4611C}"/>
              </a:ext>
            </a:extLst>
          </p:cNvPr>
          <p:cNvSpPr/>
          <p:nvPr/>
        </p:nvSpPr>
        <p:spPr>
          <a:xfrm>
            <a:off x="11632075" y="10480046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4BA9B65-C18D-1BF5-01CF-E1EEC46B86F9}"/>
              </a:ext>
            </a:extLst>
          </p:cNvPr>
          <p:cNvSpPr/>
          <p:nvPr/>
        </p:nvSpPr>
        <p:spPr>
          <a:xfrm>
            <a:off x="12176587" y="1048004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FB24DC4-EA5F-B438-79AB-8360E968AD48}"/>
              </a:ext>
            </a:extLst>
          </p:cNvPr>
          <p:cNvSpPr/>
          <p:nvPr/>
        </p:nvSpPr>
        <p:spPr>
          <a:xfrm>
            <a:off x="12660299" y="10483154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032F1F39-1AA1-1E6A-4384-592CE3854C6B}"/>
              </a:ext>
            </a:extLst>
          </p:cNvPr>
          <p:cNvSpPr/>
          <p:nvPr/>
        </p:nvSpPr>
        <p:spPr>
          <a:xfrm>
            <a:off x="15010574" y="1037026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5A4A23EB-DD95-CE2F-A5FF-67AE757432D0}"/>
              </a:ext>
            </a:extLst>
          </p:cNvPr>
          <p:cNvSpPr/>
          <p:nvPr/>
        </p:nvSpPr>
        <p:spPr>
          <a:xfrm>
            <a:off x="15116955" y="1046439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19162524-3E45-0D02-2996-B76ABBEBA5B5}"/>
              </a:ext>
            </a:extLst>
          </p:cNvPr>
          <p:cNvSpPr/>
          <p:nvPr/>
        </p:nvSpPr>
        <p:spPr>
          <a:xfrm>
            <a:off x="15661466" y="10464394"/>
            <a:ext cx="483713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58577C60-EF2F-AF9B-478A-E2E5C1190A44}"/>
              </a:ext>
            </a:extLst>
          </p:cNvPr>
          <p:cNvSpPr/>
          <p:nvPr/>
        </p:nvSpPr>
        <p:spPr>
          <a:xfrm>
            <a:off x="16205979" y="10467503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CCC0512B-6627-3EC6-EBC6-4F23487198CF}"/>
              </a:ext>
            </a:extLst>
          </p:cNvPr>
          <p:cNvSpPr/>
          <p:nvPr/>
        </p:nvSpPr>
        <p:spPr>
          <a:xfrm>
            <a:off x="18501155" y="1038591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2D9AF0E6-958B-3341-CF23-AABD884B7E19}"/>
              </a:ext>
            </a:extLst>
          </p:cNvPr>
          <p:cNvSpPr/>
          <p:nvPr/>
        </p:nvSpPr>
        <p:spPr>
          <a:xfrm>
            <a:off x="18607536" y="1048004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2F2865F0-A57A-7A6B-AE55-16E83A56DAAD}"/>
              </a:ext>
            </a:extLst>
          </p:cNvPr>
          <p:cNvSpPr/>
          <p:nvPr/>
        </p:nvSpPr>
        <p:spPr>
          <a:xfrm>
            <a:off x="19152047" y="10480044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24D85D49-467B-D75A-8003-3A465C9A6B6A}"/>
              </a:ext>
            </a:extLst>
          </p:cNvPr>
          <p:cNvSpPr/>
          <p:nvPr/>
        </p:nvSpPr>
        <p:spPr>
          <a:xfrm>
            <a:off x="19635760" y="10483153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A871A3-A33C-C48A-0777-2B47530A5AFD}"/>
              </a:ext>
            </a:extLst>
          </p:cNvPr>
          <p:cNvSpPr/>
          <p:nvPr/>
        </p:nvSpPr>
        <p:spPr>
          <a:xfrm>
            <a:off x="9530750" y="1256509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0FD5D53A-564A-7220-F44F-0E54847B8DEB}"/>
              </a:ext>
            </a:extLst>
          </p:cNvPr>
          <p:cNvSpPr/>
          <p:nvPr/>
        </p:nvSpPr>
        <p:spPr>
          <a:xfrm>
            <a:off x="9530749" y="1351244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5CCC04B-C381-E4D5-0473-815EB44E6D10}"/>
              </a:ext>
            </a:extLst>
          </p:cNvPr>
          <p:cNvSpPr/>
          <p:nvPr/>
        </p:nvSpPr>
        <p:spPr>
          <a:xfrm>
            <a:off x="13118848" y="1257289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06F5317F-AA88-5606-7EC6-71B1F6CBCA14}"/>
              </a:ext>
            </a:extLst>
          </p:cNvPr>
          <p:cNvSpPr/>
          <p:nvPr/>
        </p:nvSpPr>
        <p:spPr>
          <a:xfrm>
            <a:off x="13118847" y="1352024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D6DBE80-21B1-CE6C-E100-AF8DD8B3ED1A}"/>
              </a:ext>
            </a:extLst>
          </p:cNvPr>
          <p:cNvSpPr/>
          <p:nvPr/>
        </p:nvSpPr>
        <p:spPr>
          <a:xfrm>
            <a:off x="16676579" y="12552445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30403965-8D1A-44C3-C3D5-B1E56FF01E6F}"/>
              </a:ext>
            </a:extLst>
          </p:cNvPr>
          <p:cNvSpPr/>
          <p:nvPr/>
        </p:nvSpPr>
        <p:spPr>
          <a:xfrm>
            <a:off x="16676578" y="13499801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61FE60C-11F3-BE7E-5248-924C31266859}"/>
              </a:ext>
            </a:extLst>
          </p:cNvPr>
          <p:cNvSpPr/>
          <p:nvPr/>
        </p:nvSpPr>
        <p:spPr>
          <a:xfrm>
            <a:off x="6960314" y="12593451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C1010B5-7FF5-8D4F-0121-2AF8653509B4}"/>
              </a:ext>
            </a:extLst>
          </p:cNvPr>
          <p:cNvSpPr/>
          <p:nvPr/>
        </p:nvSpPr>
        <p:spPr>
          <a:xfrm>
            <a:off x="6960312" y="13540807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4E9D01F7-5378-B9A5-2021-B16AB8DB1094}"/>
              </a:ext>
            </a:extLst>
          </p:cNvPr>
          <p:cNvSpPr/>
          <p:nvPr/>
        </p:nvSpPr>
        <p:spPr>
          <a:xfrm>
            <a:off x="20512549" y="11005544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20D51C-2A65-004B-DDE3-3D8D052556D4}"/>
              </a:ext>
            </a:extLst>
          </p:cNvPr>
          <p:cNvSpPr/>
          <p:nvPr/>
        </p:nvSpPr>
        <p:spPr>
          <a:xfrm>
            <a:off x="20392684" y="12574886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1529302A-1BD8-25AE-2106-33066D5654E1}"/>
              </a:ext>
            </a:extLst>
          </p:cNvPr>
          <p:cNvSpPr/>
          <p:nvPr/>
        </p:nvSpPr>
        <p:spPr>
          <a:xfrm>
            <a:off x="20392682" y="13522242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1C059AD-91DB-6A66-B0AD-0571D83A226A}"/>
              </a:ext>
            </a:extLst>
          </p:cNvPr>
          <p:cNvSpPr/>
          <p:nvPr/>
        </p:nvSpPr>
        <p:spPr>
          <a:xfrm>
            <a:off x="1883610" y="9300558"/>
            <a:ext cx="2421310" cy="3129925"/>
          </a:xfrm>
          <a:custGeom>
            <a:avLst/>
            <a:gdLst>
              <a:gd name="connsiteX0" fmla="*/ 0 w 2453754"/>
              <a:gd name="connsiteY0" fmla="*/ 0 h 3129925"/>
              <a:gd name="connsiteX1" fmla="*/ 2453754 w 2453754"/>
              <a:gd name="connsiteY1" fmla="*/ 0 h 3129925"/>
              <a:gd name="connsiteX2" fmla="*/ 2453754 w 2453754"/>
              <a:gd name="connsiteY2" fmla="*/ 3129925 h 3129925"/>
              <a:gd name="connsiteX3" fmla="*/ 0 w 2453754"/>
              <a:gd name="connsiteY3" fmla="*/ 3129925 h 3129925"/>
              <a:gd name="connsiteX4" fmla="*/ 0 w 2453754"/>
              <a:gd name="connsiteY4" fmla="*/ 0 h 3129925"/>
              <a:gd name="connsiteX0" fmla="*/ 0 w 2453754"/>
              <a:gd name="connsiteY0" fmla="*/ 0 h 3129925"/>
              <a:gd name="connsiteX1" fmla="*/ 2209914 w 2453754"/>
              <a:gd name="connsiteY1" fmla="*/ 640080 h 3129925"/>
              <a:gd name="connsiteX2" fmla="*/ 2453754 w 2453754"/>
              <a:gd name="connsiteY2" fmla="*/ 3129925 h 3129925"/>
              <a:gd name="connsiteX3" fmla="*/ 0 w 2453754"/>
              <a:gd name="connsiteY3" fmla="*/ 3129925 h 3129925"/>
              <a:gd name="connsiteX4" fmla="*/ 0 w 2453754"/>
              <a:gd name="connsiteY4" fmla="*/ 0 h 3129925"/>
              <a:gd name="connsiteX0" fmla="*/ 0 w 2240394"/>
              <a:gd name="connsiteY0" fmla="*/ 0 h 3129925"/>
              <a:gd name="connsiteX1" fmla="*/ 2209914 w 2240394"/>
              <a:gd name="connsiteY1" fmla="*/ 640080 h 3129925"/>
              <a:gd name="connsiteX2" fmla="*/ 2240394 w 2240394"/>
              <a:gd name="connsiteY2" fmla="*/ 3114685 h 3129925"/>
              <a:gd name="connsiteX3" fmla="*/ 0 w 2240394"/>
              <a:gd name="connsiteY3" fmla="*/ 3129925 h 3129925"/>
              <a:gd name="connsiteX4" fmla="*/ 0 w 2240394"/>
              <a:gd name="connsiteY4" fmla="*/ 0 h 3129925"/>
              <a:gd name="connsiteX0" fmla="*/ 0 w 2426833"/>
              <a:gd name="connsiteY0" fmla="*/ 0 h 3129925"/>
              <a:gd name="connsiteX1" fmla="*/ 2209914 w 2426833"/>
              <a:gd name="connsiteY1" fmla="*/ 640080 h 3129925"/>
              <a:gd name="connsiteX2" fmla="*/ 2240394 w 2426833"/>
              <a:gd name="connsiteY2" fmla="*/ 3114685 h 3129925"/>
              <a:gd name="connsiteX3" fmla="*/ 0 w 2426833"/>
              <a:gd name="connsiteY3" fmla="*/ 3129925 h 3129925"/>
              <a:gd name="connsiteX4" fmla="*/ 0 w 2426833"/>
              <a:gd name="connsiteY4" fmla="*/ 0 h 3129925"/>
              <a:gd name="connsiteX0" fmla="*/ 0 w 2485152"/>
              <a:gd name="connsiteY0" fmla="*/ 0 h 3129925"/>
              <a:gd name="connsiteX1" fmla="*/ 2209914 w 2485152"/>
              <a:gd name="connsiteY1" fmla="*/ 640080 h 3129925"/>
              <a:gd name="connsiteX2" fmla="*/ 2240394 w 2485152"/>
              <a:gd name="connsiteY2" fmla="*/ 3114685 h 3129925"/>
              <a:gd name="connsiteX3" fmla="*/ 0 w 2485152"/>
              <a:gd name="connsiteY3" fmla="*/ 3129925 h 3129925"/>
              <a:gd name="connsiteX4" fmla="*/ 0 w 2485152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1310" h="3129925">
                <a:moveTo>
                  <a:pt x="0" y="0"/>
                </a:moveTo>
                <a:cubicBezTo>
                  <a:pt x="1513878" y="121920"/>
                  <a:pt x="1518996" y="243840"/>
                  <a:pt x="2209914" y="640080"/>
                </a:cubicBezTo>
                <a:cubicBezTo>
                  <a:pt x="2448674" y="1464948"/>
                  <a:pt x="2519794" y="2152657"/>
                  <a:pt x="2240394" y="3114685"/>
                </a:cubicBezTo>
                <a:lnTo>
                  <a:pt x="0" y="31299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7000">
                <a:srgbClr val="8B7A6C"/>
              </a:gs>
              <a:gs pos="27000">
                <a:srgbClr val="898173"/>
              </a:gs>
              <a:gs pos="20000">
                <a:srgbClr val="625E5D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33DB671-2FC5-2C07-070B-B6EFE4488B74}"/>
              </a:ext>
            </a:extLst>
          </p:cNvPr>
          <p:cNvSpPr/>
          <p:nvPr/>
        </p:nvSpPr>
        <p:spPr>
          <a:xfrm>
            <a:off x="1917291" y="9447948"/>
            <a:ext cx="1987373" cy="2825395"/>
          </a:xfrm>
          <a:custGeom>
            <a:avLst/>
            <a:gdLst>
              <a:gd name="connsiteX0" fmla="*/ 0 w 1987373"/>
              <a:gd name="connsiteY0" fmla="*/ 0 h 2825395"/>
              <a:gd name="connsiteX1" fmla="*/ 1987373 w 1987373"/>
              <a:gd name="connsiteY1" fmla="*/ 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7373" h="2825395">
                <a:moveTo>
                  <a:pt x="0" y="0"/>
                </a:moveTo>
                <a:cubicBezTo>
                  <a:pt x="555778" y="81280"/>
                  <a:pt x="1050595" y="147320"/>
                  <a:pt x="1484453" y="426720"/>
                </a:cubicBezTo>
                <a:cubicBezTo>
                  <a:pt x="1850213" y="1211038"/>
                  <a:pt x="1895933" y="1553397"/>
                  <a:pt x="1987373" y="2825395"/>
                </a:cubicBezTo>
                <a:lnTo>
                  <a:pt x="0" y="2825395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58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1498-E314-3712-6394-E0BD6846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B263214-43F3-BC0D-F98D-6DDBBB673558}"/>
              </a:ext>
            </a:extLst>
          </p:cNvPr>
          <p:cNvSpPr/>
          <p:nvPr/>
        </p:nvSpPr>
        <p:spPr>
          <a:xfrm>
            <a:off x="6949440" y="6593207"/>
            <a:ext cx="14371320" cy="3600450"/>
          </a:xfrm>
          <a:prstGeom prst="rect">
            <a:avLst/>
          </a:prstGeom>
          <a:gradFill>
            <a:gsLst>
              <a:gs pos="0">
                <a:srgbClr val="D1C8B7"/>
              </a:gs>
              <a:gs pos="27000">
                <a:srgbClr val="CAC4BA"/>
              </a:gs>
              <a:gs pos="100000">
                <a:srgbClr val="CDD6E9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DE0F41-6123-3E4F-2917-7129E353F4B7}"/>
              </a:ext>
            </a:extLst>
          </p:cNvPr>
          <p:cNvSpPr/>
          <p:nvPr/>
        </p:nvSpPr>
        <p:spPr>
          <a:xfrm>
            <a:off x="20216894" y="6593206"/>
            <a:ext cx="1103865" cy="3600450"/>
          </a:xfrm>
          <a:prstGeom prst="rect">
            <a:avLst/>
          </a:prstGeom>
          <a:solidFill>
            <a:srgbClr val="DFCA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199981-847D-CA8D-DED8-D21727F11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120" y="2116200"/>
            <a:ext cx="14371320" cy="3863573"/>
          </a:xfrm>
          <a:prstGeom prst="rect">
            <a:avLst/>
          </a:prstGeom>
        </p:spPr>
      </p:pic>
      <p:pic>
        <p:nvPicPr>
          <p:cNvPr id="6146" name="Picture 2" descr="13000系車内">
            <a:extLst>
              <a:ext uri="{FF2B5EF4-FFF2-40B4-BE49-F238E27FC236}">
                <a16:creationId xmlns:a16="http://schemas.microsoft.com/office/drawing/2014/main" id="{A2F9C727-D722-4112-2EE3-F6A14AB02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8665"/>
            <a:ext cx="76200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734E64-C9C1-1171-E444-C9745D777B5A}"/>
              </a:ext>
            </a:extLst>
          </p:cNvPr>
          <p:cNvSpPr/>
          <p:nvPr/>
        </p:nvSpPr>
        <p:spPr>
          <a:xfrm>
            <a:off x="1005840" y="6593206"/>
            <a:ext cx="4754880" cy="2575560"/>
          </a:xfrm>
          <a:prstGeom prst="rect">
            <a:avLst/>
          </a:prstGeom>
          <a:gradFill>
            <a:gsLst>
              <a:gs pos="64000">
                <a:srgbClr val="4F6595"/>
              </a:gs>
              <a:gs pos="90000">
                <a:srgbClr val="01154D"/>
              </a:gs>
              <a:gs pos="34000">
                <a:srgbClr val="4F6595"/>
              </a:gs>
              <a:gs pos="7000">
                <a:srgbClr val="01154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9B0CEC-C2E7-4FC9-0304-8922914A69BB}"/>
              </a:ext>
            </a:extLst>
          </p:cNvPr>
          <p:cNvSpPr/>
          <p:nvPr/>
        </p:nvSpPr>
        <p:spPr>
          <a:xfrm>
            <a:off x="8319134" y="741426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2637DBE4-9633-8884-2836-989A0CA34605}"/>
              </a:ext>
            </a:extLst>
          </p:cNvPr>
          <p:cNvSpPr/>
          <p:nvPr/>
        </p:nvSpPr>
        <p:spPr>
          <a:xfrm>
            <a:off x="11874491" y="741426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3AD0FDEA-8393-C00D-0909-7BC49B07C4D5}"/>
              </a:ext>
            </a:extLst>
          </p:cNvPr>
          <p:cNvSpPr/>
          <p:nvPr/>
        </p:nvSpPr>
        <p:spPr>
          <a:xfrm>
            <a:off x="15429848" y="74025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40DE8B0B-7917-37C4-7EA2-D64FA1C112AB}"/>
              </a:ext>
            </a:extLst>
          </p:cNvPr>
          <p:cNvSpPr/>
          <p:nvPr/>
        </p:nvSpPr>
        <p:spPr>
          <a:xfrm>
            <a:off x="18985205" y="74025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8F6856-C5B2-4AFA-6278-26730DBFE83A}"/>
              </a:ext>
            </a:extLst>
          </p:cNvPr>
          <p:cNvSpPr/>
          <p:nvPr/>
        </p:nvSpPr>
        <p:spPr>
          <a:xfrm>
            <a:off x="7160894" y="7402551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CF1C36-48DE-E308-0B0B-9C442B25D070}"/>
              </a:ext>
            </a:extLst>
          </p:cNvPr>
          <p:cNvSpPr/>
          <p:nvPr/>
        </p:nvSpPr>
        <p:spPr>
          <a:xfrm>
            <a:off x="9897744" y="741426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53404C-5BD0-8CF6-9972-97ED77739446}"/>
              </a:ext>
            </a:extLst>
          </p:cNvPr>
          <p:cNvSpPr/>
          <p:nvPr/>
        </p:nvSpPr>
        <p:spPr>
          <a:xfrm>
            <a:off x="13475652" y="741426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710BC6A-1DE5-B73A-6553-56662CC341FA}"/>
              </a:ext>
            </a:extLst>
          </p:cNvPr>
          <p:cNvSpPr/>
          <p:nvPr/>
        </p:nvSpPr>
        <p:spPr>
          <a:xfrm>
            <a:off x="17023376" y="7402550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B7F204-57EA-CE27-514F-17EC711F7319}"/>
              </a:ext>
            </a:extLst>
          </p:cNvPr>
          <p:cNvSpPr/>
          <p:nvPr/>
        </p:nvSpPr>
        <p:spPr>
          <a:xfrm>
            <a:off x="10520044" y="741426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5E4499-1AED-AA38-5A01-B87E53638623}"/>
              </a:ext>
            </a:extLst>
          </p:cNvPr>
          <p:cNvSpPr/>
          <p:nvPr/>
        </p:nvSpPr>
        <p:spPr>
          <a:xfrm>
            <a:off x="14097952" y="740255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360C6D-2A24-0A2A-5B61-43885B59498E}"/>
              </a:ext>
            </a:extLst>
          </p:cNvPr>
          <p:cNvSpPr/>
          <p:nvPr/>
        </p:nvSpPr>
        <p:spPr>
          <a:xfrm>
            <a:off x="17643458" y="7402550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67CE77-FF62-9EE7-BD49-4F0DC233251D}"/>
              </a:ext>
            </a:extLst>
          </p:cNvPr>
          <p:cNvSpPr/>
          <p:nvPr/>
        </p:nvSpPr>
        <p:spPr>
          <a:xfrm>
            <a:off x="7960659" y="6723529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08FAB3-0735-8D31-5545-F5E71154D58F}"/>
              </a:ext>
            </a:extLst>
          </p:cNvPr>
          <p:cNvSpPr/>
          <p:nvPr/>
        </p:nvSpPr>
        <p:spPr>
          <a:xfrm>
            <a:off x="8067040" y="6817657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3BBF1C-FF88-2451-6E6B-ACF1C7E30545}"/>
              </a:ext>
            </a:extLst>
          </p:cNvPr>
          <p:cNvSpPr/>
          <p:nvPr/>
        </p:nvSpPr>
        <p:spPr>
          <a:xfrm>
            <a:off x="8611551" y="6817656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919F0E-8DB5-0F5A-E439-20727E57444A}"/>
              </a:ext>
            </a:extLst>
          </p:cNvPr>
          <p:cNvSpPr/>
          <p:nvPr/>
        </p:nvSpPr>
        <p:spPr>
          <a:xfrm>
            <a:off x="9095264" y="682076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56D1B3-8015-8012-3495-A9A402AB45CB}"/>
              </a:ext>
            </a:extLst>
          </p:cNvPr>
          <p:cNvSpPr/>
          <p:nvPr/>
        </p:nvSpPr>
        <p:spPr>
          <a:xfrm>
            <a:off x="11525694" y="6723528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934783-083B-01F8-8D4E-4BFC190F867F}"/>
              </a:ext>
            </a:extLst>
          </p:cNvPr>
          <p:cNvSpPr/>
          <p:nvPr/>
        </p:nvSpPr>
        <p:spPr>
          <a:xfrm>
            <a:off x="11632075" y="6817656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280710B-9F09-B11D-0FFD-BDF75E61B5F4}"/>
              </a:ext>
            </a:extLst>
          </p:cNvPr>
          <p:cNvSpPr/>
          <p:nvPr/>
        </p:nvSpPr>
        <p:spPr>
          <a:xfrm>
            <a:off x="12176587" y="681765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5BBC078-7868-A6EC-EB0D-786F87EDBDA7}"/>
              </a:ext>
            </a:extLst>
          </p:cNvPr>
          <p:cNvSpPr/>
          <p:nvPr/>
        </p:nvSpPr>
        <p:spPr>
          <a:xfrm>
            <a:off x="12660299" y="6820764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DACA09-46D4-1E5B-016F-AD9196F0AEB7}"/>
              </a:ext>
            </a:extLst>
          </p:cNvPr>
          <p:cNvSpPr/>
          <p:nvPr/>
        </p:nvSpPr>
        <p:spPr>
          <a:xfrm>
            <a:off x="15010574" y="670787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3F59782-8BC6-0BD5-7E0C-40167E1E6FC2}"/>
              </a:ext>
            </a:extLst>
          </p:cNvPr>
          <p:cNvSpPr/>
          <p:nvPr/>
        </p:nvSpPr>
        <p:spPr>
          <a:xfrm>
            <a:off x="15116955" y="680200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E0D5E5-F9BD-2156-53B6-CE7955A01A5C}"/>
              </a:ext>
            </a:extLst>
          </p:cNvPr>
          <p:cNvSpPr/>
          <p:nvPr/>
        </p:nvSpPr>
        <p:spPr>
          <a:xfrm>
            <a:off x="15661466" y="6802004"/>
            <a:ext cx="483713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80FC1A3-64F3-A276-83ED-D4B2040A9054}"/>
              </a:ext>
            </a:extLst>
          </p:cNvPr>
          <p:cNvSpPr/>
          <p:nvPr/>
        </p:nvSpPr>
        <p:spPr>
          <a:xfrm>
            <a:off x="16205979" y="6805113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879EFCA-4500-3D46-2EF1-4C739C6ED501}"/>
              </a:ext>
            </a:extLst>
          </p:cNvPr>
          <p:cNvSpPr/>
          <p:nvPr/>
        </p:nvSpPr>
        <p:spPr>
          <a:xfrm>
            <a:off x="18501155" y="672352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0D87711-D68F-2070-859E-D8E24B1CFA72}"/>
              </a:ext>
            </a:extLst>
          </p:cNvPr>
          <p:cNvSpPr/>
          <p:nvPr/>
        </p:nvSpPr>
        <p:spPr>
          <a:xfrm>
            <a:off x="18607536" y="681765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6280C9F-76E9-AFBE-4109-5AC1A91EB1A6}"/>
              </a:ext>
            </a:extLst>
          </p:cNvPr>
          <p:cNvSpPr/>
          <p:nvPr/>
        </p:nvSpPr>
        <p:spPr>
          <a:xfrm>
            <a:off x="19152047" y="6817654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5F6C50E-AD28-25ED-E411-145415442F48}"/>
              </a:ext>
            </a:extLst>
          </p:cNvPr>
          <p:cNvSpPr/>
          <p:nvPr/>
        </p:nvSpPr>
        <p:spPr>
          <a:xfrm>
            <a:off x="19635760" y="6820763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A42FF66A-9941-BE83-C854-478361292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425" y="727711"/>
            <a:ext cx="54292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9DF35D71-840A-DAC9-3DF5-3E47EDCD9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4792" y="1553389"/>
            <a:ext cx="54292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A2E594-0C71-3925-493E-BC79B4D8716A}"/>
              </a:ext>
            </a:extLst>
          </p:cNvPr>
          <p:cNvSpPr/>
          <p:nvPr/>
        </p:nvSpPr>
        <p:spPr>
          <a:xfrm>
            <a:off x="9530750" y="890270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ADD6E-8394-ABF4-1E03-2A76EB215864}"/>
              </a:ext>
            </a:extLst>
          </p:cNvPr>
          <p:cNvSpPr/>
          <p:nvPr/>
        </p:nvSpPr>
        <p:spPr>
          <a:xfrm>
            <a:off x="9530749" y="985005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6D6C5-4FFF-81CE-CF35-6FFAC782DFDA}"/>
              </a:ext>
            </a:extLst>
          </p:cNvPr>
          <p:cNvSpPr/>
          <p:nvPr/>
        </p:nvSpPr>
        <p:spPr>
          <a:xfrm>
            <a:off x="13118848" y="891050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15118-572B-63BC-B08B-691A96AB5C28}"/>
              </a:ext>
            </a:extLst>
          </p:cNvPr>
          <p:cNvSpPr/>
          <p:nvPr/>
        </p:nvSpPr>
        <p:spPr>
          <a:xfrm>
            <a:off x="13118847" y="985785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24750-9BBE-56AB-9182-3B37B4075813}"/>
              </a:ext>
            </a:extLst>
          </p:cNvPr>
          <p:cNvSpPr/>
          <p:nvPr/>
        </p:nvSpPr>
        <p:spPr>
          <a:xfrm>
            <a:off x="16676579" y="8890055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36361F-BFD9-4928-ABBC-9925EE055E6E}"/>
              </a:ext>
            </a:extLst>
          </p:cNvPr>
          <p:cNvSpPr/>
          <p:nvPr/>
        </p:nvSpPr>
        <p:spPr>
          <a:xfrm>
            <a:off x="16676578" y="9837411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日比谷線の新型車両がお披露目 「13000系」のポイントはココだ！ | 話題 | 鉄道新聞">
            <a:extLst>
              <a:ext uri="{FF2B5EF4-FFF2-40B4-BE49-F238E27FC236}">
                <a16:creationId xmlns:a16="http://schemas.microsoft.com/office/drawing/2014/main" id="{769BF6FB-E32F-EFB0-2E15-C7CD01AE4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271" y="3332699"/>
            <a:ext cx="44577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DCCC997-8902-4205-53AC-FFC914C866E6}"/>
              </a:ext>
            </a:extLst>
          </p:cNvPr>
          <p:cNvSpPr/>
          <p:nvPr/>
        </p:nvSpPr>
        <p:spPr>
          <a:xfrm>
            <a:off x="20433940" y="7368262"/>
            <a:ext cx="608835" cy="282539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0EDEB3-E39E-84B7-9FDA-FC0D9E45AEBB}"/>
              </a:ext>
            </a:extLst>
          </p:cNvPr>
          <p:cNvSpPr/>
          <p:nvPr/>
        </p:nvSpPr>
        <p:spPr>
          <a:xfrm>
            <a:off x="20593652" y="7544791"/>
            <a:ext cx="308940" cy="1248690"/>
          </a:xfrm>
          <a:prstGeom prst="roundRect">
            <a:avLst>
              <a:gd name="adj" fmla="val 0"/>
            </a:avLst>
          </a:prstGeom>
          <a:solidFill>
            <a:srgbClr val="FF00FF"/>
          </a:solidFill>
          <a:ln w="25400">
            <a:solidFill>
              <a:srgbClr val="434343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19ACD1-4450-7EEB-3AE1-5AA5B1290EF7}"/>
              </a:ext>
            </a:extLst>
          </p:cNvPr>
          <p:cNvSpPr/>
          <p:nvPr/>
        </p:nvSpPr>
        <p:spPr>
          <a:xfrm>
            <a:off x="6960314" y="8931061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8BA9B8-817A-C309-91D0-954333BEA70F}"/>
              </a:ext>
            </a:extLst>
          </p:cNvPr>
          <p:cNvSpPr/>
          <p:nvPr/>
        </p:nvSpPr>
        <p:spPr>
          <a:xfrm>
            <a:off x="6960312" y="9878417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CEE4CB-4467-988E-7B59-D6F353078FC4}"/>
              </a:ext>
            </a:extLst>
          </p:cNvPr>
          <p:cNvSpPr/>
          <p:nvPr/>
        </p:nvSpPr>
        <p:spPr>
          <a:xfrm>
            <a:off x="6949440" y="10255597"/>
            <a:ext cx="14371320" cy="3600450"/>
          </a:xfrm>
          <a:prstGeom prst="rect">
            <a:avLst/>
          </a:prstGeom>
          <a:gradFill>
            <a:gsLst>
              <a:gs pos="0">
                <a:srgbClr val="D1C8B7"/>
              </a:gs>
              <a:gs pos="27000">
                <a:srgbClr val="CAC4BA"/>
              </a:gs>
              <a:gs pos="100000">
                <a:srgbClr val="CDD6E9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8">
            <a:extLst>
              <a:ext uri="{FF2B5EF4-FFF2-40B4-BE49-F238E27FC236}">
                <a16:creationId xmlns:a16="http://schemas.microsoft.com/office/drawing/2014/main" id="{7AF6E5AB-55E2-B1D4-C895-872895C420B4}"/>
              </a:ext>
            </a:extLst>
          </p:cNvPr>
          <p:cNvSpPr/>
          <p:nvPr/>
        </p:nvSpPr>
        <p:spPr>
          <a:xfrm>
            <a:off x="8319134" y="110766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: Rounded Corners 8">
            <a:extLst>
              <a:ext uri="{FF2B5EF4-FFF2-40B4-BE49-F238E27FC236}">
                <a16:creationId xmlns:a16="http://schemas.microsoft.com/office/drawing/2014/main" id="{7249AEF7-5E08-2762-0BF2-12C8E8718E66}"/>
              </a:ext>
            </a:extLst>
          </p:cNvPr>
          <p:cNvSpPr/>
          <p:nvPr/>
        </p:nvSpPr>
        <p:spPr>
          <a:xfrm>
            <a:off x="11874491" y="1107665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: Rounded Corners 8">
            <a:extLst>
              <a:ext uri="{FF2B5EF4-FFF2-40B4-BE49-F238E27FC236}">
                <a16:creationId xmlns:a16="http://schemas.microsoft.com/office/drawing/2014/main" id="{23D2C010-6F9B-B627-8E84-3F4E175A9933}"/>
              </a:ext>
            </a:extLst>
          </p:cNvPr>
          <p:cNvSpPr/>
          <p:nvPr/>
        </p:nvSpPr>
        <p:spPr>
          <a:xfrm>
            <a:off x="15429848" y="1106494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8">
            <a:extLst>
              <a:ext uri="{FF2B5EF4-FFF2-40B4-BE49-F238E27FC236}">
                <a16:creationId xmlns:a16="http://schemas.microsoft.com/office/drawing/2014/main" id="{3225F756-022A-C383-71AD-9D00C69F40B2}"/>
              </a:ext>
            </a:extLst>
          </p:cNvPr>
          <p:cNvSpPr/>
          <p:nvPr/>
        </p:nvSpPr>
        <p:spPr>
          <a:xfrm>
            <a:off x="18985205" y="11064941"/>
            <a:ext cx="950596" cy="2731084"/>
          </a:xfrm>
          <a:custGeom>
            <a:avLst/>
            <a:gdLst>
              <a:gd name="connsiteX0" fmla="*/ 0 w 941071"/>
              <a:gd name="connsiteY0" fmla="*/ 133990 h 2727583"/>
              <a:gd name="connsiteX1" fmla="*/ 133990 w 941071"/>
              <a:gd name="connsiteY1" fmla="*/ 0 h 2727583"/>
              <a:gd name="connsiteX2" fmla="*/ 807081 w 941071"/>
              <a:gd name="connsiteY2" fmla="*/ 0 h 2727583"/>
              <a:gd name="connsiteX3" fmla="*/ 941071 w 941071"/>
              <a:gd name="connsiteY3" fmla="*/ 133990 h 2727583"/>
              <a:gd name="connsiteX4" fmla="*/ 941071 w 941071"/>
              <a:gd name="connsiteY4" fmla="*/ 2593593 h 2727583"/>
              <a:gd name="connsiteX5" fmla="*/ 807081 w 941071"/>
              <a:gd name="connsiteY5" fmla="*/ 2727583 h 2727583"/>
              <a:gd name="connsiteX6" fmla="*/ 133990 w 941071"/>
              <a:gd name="connsiteY6" fmla="*/ 2727583 h 2727583"/>
              <a:gd name="connsiteX7" fmla="*/ 0 w 941071"/>
              <a:gd name="connsiteY7" fmla="*/ 2593593 h 2727583"/>
              <a:gd name="connsiteX8" fmla="*/ 0 w 941071"/>
              <a:gd name="connsiteY8" fmla="*/ 133990 h 2727583"/>
              <a:gd name="connsiteX0" fmla="*/ 1905 w 942976"/>
              <a:gd name="connsiteY0" fmla="*/ 133990 h 2751852"/>
              <a:gd name="connsiteX1" fmla="*/ 135895 w 942976"/>
              <a:gd name="connsiteY1" fmla="*/ 0 h 2751852"/>
              <a:gd name="connsiteX2" fmla="*/ 808986 w 942976"/>
              <a:gd name="connsiteY2" fmla="*/ 0 h 2751852"/>
              <a:gd name="connsiteX3" fmla="*/ 942976 w 942976"/>
              <a:gd name="connsiteY3" fmla="*/ 133990 h 2751852"/>
              <a:gd name="connsiteX4" fmla="*/ 942976 w 942976"/>
              <a:gd name="connsiteY4" fmla="*/ 2593593 h 2751852"/>
              <a:gd name="connsiteX5" fmla="*/ 808986 w 942976"/>
              <a:gd name="connsiteY5" fmla="*/ 2727583 h 2751852"/>
              <a:gd name="connsiteX6" fmla="*/ 135895 w 942976"/>
              <a:gd name="connsiteY6" fmla="*/ 2727583 h 2751852"/>
              <a:gd name="connsiteX7" fmla="*/ 0 w 942976"/>
              <a:gd name="connsiteY7" fmla="*/ 2715513 h 2751852"/>
              <a:gd name="connsiteX8" fmla="*/ 1905 w 942976"/>
              <a:gd name="connsiteY8" fmla="*/ 133990 h 2751852"/>
              <a:gd name="connsiteX0" fmla="*/ 1905 w 942976"/>
              <a:gd name="connsiteY0" fmla="*/ 133990 h 2727583"/>
              <a:gd name="connsiteX1" fmla="*/ 135895 w 942976"/>
              <a:gd name="connsiteY1" fmla="*/ 0 h 2727583"/>
              <a:gd name="connsiteX2" fmla="*/ 808986 w 942976"/>
              <a:gd name="connsiteY2" fmla="*/ 0 h 2727583"/>
              <a:gd name="connsiteX3" fmla="*/ 942976 w 942976"/>
              <a:gd name="connsiteY3" fmla="*/ 133990 h 2727583"/>
              <a:gd name="connsiteX4" fmla="*/ 942976 w 942976"/>
              <a:gd name="connsiteY4" fmla="*/ 2593593 h 2727583"/>
              <a:gd name="connsiteX5" fmla="*/ 808986 w 942976"/>
              <a:gd name="connsiteY5" fmla="*/ 2727583 h 2727583"/>
              <a:gd name="connsiteX6" fmla="*/ 135895 w 942976"/>
              <a:gd name="connsiteY6" fmla="*/ 2727583 h 2727583"/>
              <a:gd name="connsiteX7" fmla="*/ 0 w 942976"/>
              <a:gd name="connsiteY7" fmla="*/ 2715513 h 2727583"/>
              <a:gd name="connsiteX8" fmla="*/ 1905 w 942976"/>
              <a:gd name="connsiteY8" fmla="*/ 133990 h 2727583"/>
              <a:gd name="connsiteX0" fmla="*/ 1905 w 942976"/>
              <a:gd name="connsiteY0" fmla="*/ 133990 h 2730138"/>
              <a:gd name="connsiteX1" fmla="*/ 135895 w 942976"/>
              <a:gd name="connsiteY1" fmla="*/ 0 h 2730138"/>
              <a:gd name="connsiteX2" fmla="*/ 808986 w 942976"/>
              <a:gd name="connsiteY2" fmla="*/ 0 h 2730138"/>
              <a:gd name="connsiteX3" fmla="*/ 942976 w 942976"/>
              <a:gd name="connsiteY3" fmla="*/ 133990 h 2730138"/>
              <a:gd name="connsiteX4" fmla="*/ 942976 w 942976"/>
              <a:gd name="connsiteY4" fmla="*/ 2593593 h 2730138"/>
              <a:gd name="connsiteX5" fmla="*/ 808986 w 942976"/>
              <a:gd name="connsiteY5" fmla="*/ 2727583 h 2730138"/>
              <a:gd name="connsiteX6" fmla="*/ 135895 w 942976"/>
              <a:gd name="connsiteY6" fmla="*/ 2727583 h 2730138"/>
              <a:gd name="connsiteX7" fmla="*/ 0 w 942976"/>
              <a:gd name="connsiteY7" fmla="*/ 2728848 h 2730138"/>
              <a:gd name="connsiteX8" fmla="*/ 1905 w 942976"/>
              <a:gd name="connsiteY8" fmla="*/ 133990 h 2730138"/>
              <a:gd name="connsiteX0" fmla="*/ 1905 w 942976"/>
              <a:gd name="connsiteY0" fmla="*/ 133990 h 2728848"/>
              <a:gd name="connsiteX1" fmla="*/ 135895 w 942976"/>
              <a:gd name="connsiteY1" fmla="*/ 0 h 2728848"/>
              <a:gd name="connsiteX2" fmla="*/ 808986 w 942976"/>
              <a:gd name="connsiteY2" fmla="*/ 0 h 2728848"/>
              <a:gd name="connsiteX3" fmla="*/ 942976 w 942976"/>
              <a:gd name="connsiteY3" fmla="*/ 133990 h 2728848"/>
              <a:gd name="connsiteX4" fmla="*/ 942976 w 942976"/>
              <a:gd name="connsiteY4" fmla="*/ 2593593 h 2728848"/>
              <a:gd name="connsiteX5" fmla="*/ 808986 w 942976"/>
              <a:gd name="connsiteY5" fmla="*/ 2727583 h 2728848"/>
              <a:gd name="connsiteX6" fmla="*/ 135895 w 942976"/>
              <a:gd name="connsiteY6" fmla="*/ 2727583 h 2728848"/>
              <a:gd name="connsiteX7" fmla="*/ 0 w 942976"/>
              <a:gd name="connsiteY7" fmla="*/ 2728848 h 2728848"/>
              <a:gd name="connsiteX8" fmla="*/ 1905 w 942976"/>
              <a:gd name="connsiteY8" fmla="*/ 133990 h 2728848"/>
              <a:gd name="connsiteX0" fmla="*/ 1905 w 950596"/>
              <a:gd name="connsiteY0" fmla="*/ 133990 h 2762840"/>
              <a:gd name="connsiteX1" fmla="*/ 135895 w 950596"/>
              <a:gd name="connsiteY1" fmla="*/ 0 h 2762840"/>
              <a:gd name="connsiteX2" fmla="*/ 808986 w 950596"/>
              <a:gd name="connsiteY2" fmla="*/ 0 h 2762840"/>
              <a:gd name="connsiteX3" fmla="*/ 942976 w 950596"/>
              <a:gd name="connsiteY3" fmla="*/ 133990 h 2762840"/>
              <a:gd name="connsiteX4" fmla="*/ 950596 w 950596"/>
              <a:gd name="connsiteY4" fmla="*/ 2730753 h 2762840"/>
              <a:gd name="connsiteX5" fmla="*/ 808986 w 950596"/>
              <a:gd name="connsiteY5" fmla="*/ 2727583 h 2762840"/>
              <a:gd name="connsiteX6" fmla="*/ 135895 w 950596"/>
              <a:gd name="connsiteY6" fmla="*/ 2727583 h 2762840"/>
              <a:gd name="connsiteX7" fmla="*/ 0 w 950596"/>
              <a:gd name="connsiteY7" fmla="*/ 2728848 h 2762840"/>
              <a:gd name="connsiteX8" fmla="*/ 1905 w 950596"/>
              <a:gd name="connsiteY8" fmla="*/ 133990 h 2762840"/>
              <a:gd name="connsiteX0" fmla="*/ 1905 w 950596"/>
              <a:gd name="connsiteY0" fmla="*/ 133990 h 2731084"/>
              <a:gd name="connsiteX1" fmla="*/ 135895 w 950596"/>
              <a:gd name="connsiteY1" fmla="*/ 0 h 2731084"/>
              <a:gd name="connsiteX2" fmla="*/ 808986 w 950596"/>
              <a:gd name="connsiteY2" fmla="*/ 0 h 2731084"/>
              <a:gd name="connsiteX3" fmla="*/ 942976 w 950596"/>
              <a:gd name="connsiteY3" fmla="*/ 133990 h 2731084"/>
              <a:gd name="connsiteX4" fmla="*/ 950596 w 950596"/>
              <a:gd name="connsiteY4" fmla="*/ 2730753 h 2731084"/>
              <a:gd name="connsiteX5" fmla="*/ 808986 w 950596"/>
              <a:gd name="connsiteY5" fmla="*/ 2727583 h 2731084"/>
              <a:gd name="connsiteX6" fmla="*/ 135895 w 950596"/>
              <a:gd name="connsiteY6" fmla="*/ 2727583 h 2731084"/>
              <a:gd name="connsiteX7" fmla="*/ 0 w 950596"/>
              <a:gd name="connsiteY7" fmla="*/ 2728848 h 2731084"/>
              <a:gd name="connsiteX8" fmla="*/ 1905 w 950596"/>
              <a:gd name="connsiteY8" fmla="*/ 133990 h 2731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596" h="2731084">
                <a:moveTo>
                  <a:pt x="1905" y="133990"/>
                </a:moveTo>
                <a:cubicBezTo>
                  <a:pt x="1905" y="59989"/>
                  <a:pt x="61894" y="0"/>
                  <a:pt x="135895" y="0"/>
                </a:cubicBezTo>
                <a:lnTo>
                  <a:pt x="808986" y="0"/>
                </a:lnTo>
                <a:cubicBezTo>
                  <a:pt x="882987" y="0"/>
                  <a:pt x="942976" y="59989"/>
                  <a:pt x="942976" y="133990"/>
                </a:cubicBezTo>
                <a:lnTo>
                  <a:pt x="950596" y="2730753"/>
                </a:lnTo>
                <a:cubicBezTo>
                  <a:pt x="802006" y="2732364"/>
                  <a:pt x="882987" y="2727583"/>
                  <a:pt x="808986" y="2727583"/>
                </a:cubicBezTo>
                <a:lnTo>
                  <a:pt x="135895" y="2727583"/>
                </a:lnTo>
                <a:cubicBezTo>
                  <a:pt x="61894" y="2727583"/>
                  <a:pt x="146685" y="2724744"/>
                  <a:pt x="0" y="2728848"/>
                </a:cubicBezTo>
                <a:cubicBezTo>
                  <a:pt x="0" y="1908980"/>
                  <a:pt x="1905" y="953858"/>
                  <a:pt x="1905" y="133990"/>
                </a:cubicBez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8661119-6FFE-9D74-2B61-C95D5BC82CE8}"/>
              </a:ext>
            </a:extLst>
          </p:cNvPr>
          <p:cNvSpPr/>
          <p:nvPr/>
        </p:nvSpPr>
        <p:spPr>
          <a:xfrm>
            <a:off x="7160894" y="11064941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534E59A-3555-D1EE-E85F-E7B9C5FA64D2}"/>
              </a:ext>
            </a:extLst>
          </p:cNvPr>
          <p:cNvSpPr/>
          <p:nvPr/>
        </p:nvSpPr>
        <p:spPr>
          <a:xfrm>
            <a:off x="9897744" y="1107665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A94E31F-0067-3BEE-71E4-909F79790FD8}"/>
              </a:ext>
            </a:extLst>
          </p:cNvPr>
          <p:cNvSpPr/>
          <p:nvPr/>
        </p:nvSpPr>
        <p:spPr>
          <a:xfrm>
            <a:off x="13475652" y="11076651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C3274C2-B0B4-AEEA-4DCB-FB418E6F35CB}"/>
              </a:ext>
            </a:extLst>
          </p:cNvPr>
          <p:cNvSpPr/>
          <p:nvPr/>
        </p:nvSpPr>
        <p:spPr>
          <a:xfrm>
            <a:off x="17023376" y="11064940"/>
            <a:ext cx="1318896" cy="1467129"/>
          </a:xfrm>
          <a:prstGeom prst="roundRect">
            <a:avLst>
              <a:gd name="adj" fmla="val 360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9FF41B-EA46-5C4A-6DBA-35AEE5B5FCD9}"/>
              </a:ext>
            </a:extLst>
          </p:cNvPr>
          <p:cNvSpPr/>
          <p:nvPr/>
        </p:nvSpPr>
        <p:spPr>
          <a:xfrm>
            <a:off x="10520044" y="1107665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59E36F-3BE0-3DC3-F8F3-E96D707804C0}"/>
              </a:ext>
            </a:extLst>
          </p:cNvPr>
          <p:cNvSpPr/>
          <p:nvPr/>
        </p:nvSpPr>
        <p:spPr>
          <a:xfrm>
            <a:off x="14097952" y="11064941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A4A29F5-463F-70D8-3E57-8E8439521F23}"/>
              </a:ext>
            </a:extLst>
          </p:cNvPr>
          <p:cNvSpPr/>
          <p:nvPr/>
        </p:nvSpPr>
        <p:spPr>
          <a:xfrm>
            <a:off x="17643458" y="11064940"/>
            <a:ext cx="74295" cy="1467128"/>
          </a:xfrm>
          <a:prstGeom prst="rect">
            <a:avLst/>
          </a:prstGeom>
          <a:solidFill>
            <a:srgbClr val="9AA8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B120FD5-2DAF-7044-879C-7CC4D3699A89}"/>
              </a:ext>
            </a:extLst>
          </p:cNvPr>
          <p:cNvSpPr/>
          <p:nvPr/>
        </p:nvSpPr>
        <p:spPr>
          <a:xfrm>
            <a:off x="7960659" y="10385919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EF75314-3877-F0CB-6425-7E38747EE3A3}"/>
              </a:ext>
            </a:extLst>
          </p:cNvPr>
          <p:cNvSpPr/>
          <p:nvPr/>
        </p:nvSpPr>
        <p:spPr>
          <a:xfrm>
            <a:off x="8067040" y="10480047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A5E9DD9-29E0-1034-D854-A71B5EE42634}"/>
              </a:ext>
            </a:extLst>
          </p:cNvPr>
          <p:cNvSpPr/>
          <p:nvPr/>
        </p:nvSpPr>
        <p:spPr>
          <a:xfrm>
            <a:off x="8611551" y="10480046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FC3DFE-CAB7-F739-0435-93C8276822D3}"/>
              </a:ext>
            </a:extLst>
          </p:cNvPr>
          <p:cNvSpPr/>
          <p:nvPr/>
        </p:nvSpPr>
        <p:spPr>
          <a:xfrm>
            <a:off x="9095264" y="1048315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D2F29A8-4F93-9607-3E6E-AB42EE9D7E1A}"/>
              </a:ext>
            </a:extLst>
          </p:cNvPr>
          <p:cNvSpPr/>
          <p:nvPr/>
        </p:nvSpPr>
        <p:spPr>
          <a:xfrm>
            <a:off x="11525694" y="10385918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1BDC22A-D8A3-F53A-964E-4DD82E1AACC7}"/>
              </a:ext>
            </a:extLst>
          </p:cNvPr>
          <p:cNvSpPr/>
          <p:nvPr/>
        </p:nvSpPr>
        <p:spPr>
          <a:xfrm>
            <a:off x="11632075" y="10480046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8D1783A-A083-A417-ADC3-DE324C3575A5}"/>
              </a:ext>
            </a:extLst>
          </p:cNvPr>
          <p:cNvSpPr/>
          <p:nvPr/>
        </p:nvSpPr>
        <p:spPr>
          <a:xfrm>
            <a:off x="12176587" y="10480045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890A1B-888C-28EB-F05A-20BE5561D006}"/>
              </a:ext>
            </a:extLst>
          </p:cNvPr>
          <p:cNvSpPr/>
          <p:nvPr/>
        </p:nvSpPr>
        <p:spPr>
          <a:xfrm>
            <a:off x="12660299" y="10483154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F68B4753-12D1-5D5C-D166-3635A8210C71}"/>
              </a:ext>
            </a:extLst>
          </p:cNvPr>
          <p:cNvSpPr/>
          <p:nvPr/>
        </p:nvSpPr>
        <p:spPr>
          <a:xfrm>
            <a:off x="15010574" y="1037026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0CB2EE45-DD53-0882-28A0-9967B2C40D91}"/>
              </a:ext>
            </a:extLst>
          </p:cNvPr>
          <p:cNvSpPr/>
          <p:nvPr/>
        </p:nvSpPr>
        <p:spPr>
          <a:xfrm>
            <a:off x="15116955" y="1046439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CB6628F8-5FF8-DEBA-3EF4-87138431C14A}"/>
              </a:ext>
            </a:extLst>
          </p:cNvPr>
          <p:cNvSpPr/>
          <p:nvPr/>
        </p:nvSpPr>
        <p:spPr>
          <a:xfrm>
            <a:off x="15661466" y="10464394"/>
            <a:ext cx="483713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043CDFFE-5C80-380D-3455-C09A44109622}"/>
              </a:ext>
            </a:extLst>
          </p:cNvPr>
          <p:cNvSpPr/>
          <p:nvPr/>
        </p:nvSpPr>
        <p:spPr>
          <a:xfrm>
            <a:off x="16205979" y="10467503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85E9BE24-D7F7-BFA4-FD71-701C147A8A42}"/>
              </a:ext>
            </a:extLst>
          </p:cNvPr>
          <p:cNvSpPr/>
          <p:nvPr/>
        </p:nvSpPr>
        <p:spPr>
          <a:xfrm>
            <a:off x="18501155" y="10385917"/>
            <a:ext cx="1703294" cy="679021"/>
          </a:xfrm>
          <a:prstGeom prst="roundRect">
            <a:avLst>
              <a:gd name="adj" fmla="val 4697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D2E16438-49CB-0928-2CF7-9231EAF5ACCA}"/>
              </a:ext>
            </a:extLst>
          </p:cNvPr>
          <p:cNvSpPr/>
          <p:nvPr/>
        </p:nvSpPr>
        <p:spPr>
          <a:xfrm>
            <a:off x="18607536" y="10480045"/>
            <a:ext cx="3773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DEF262C4-00EC-A5F2-CA62-EED6CF29A4A7}"/>
              </a:ext>
            </a:extLst>
          </p:cNvPr>
          <p:cNvSpPr/>
          <p:nvPr/>
        </p:nvSpPr>
        <p:spPr>
          <a:xfrm>
            <a:off x="19152047" y="10480044"/>
            <a:ext cx="413955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890AC781-7963-1505-63B6-980708D81032}"/>
              </a:ext>
            </a:extLst>
          </p:cNvPr>
          <p:cNvSpPr/>
          <p:nvPr/>
        </p:nvSpPr>
        <p:spPr>
          <a:xfrm>
            <a:off x="19635760" y="10483153"/>
            <a:ext cx="438132" cy="45420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A016C6C-E113-A818-C0B6-66FCABCA81D7}"/>
              </a:ext>
            </a:extLst>
          </p:cNvPr>
          <p:cNvSpPr/>
          <p:nvPr/>
        </p:nvSpPr>
        <p:spPr>
          <a:xfrm>
            <a:off x="9530750" y="1256509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F9675E0-5DCB-0E81-B433-D74833806104}"/>
              </a:ext>
            </a:extLst>
          </p:cNvPr>
          <p:cNvSpPr/>
          <p:nvPr/>
        </p:nvSpPr>
        <p:spPr>
          <a:xfrm>
            <a:off x="9530749" y="1351244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8F45ECF-440E-86AE-07CF-529073D72D9A}"/>
              </a:ext>
            </a:extLst>
          </p:cNvPr>
          <p:cNvSpPr/>
          <p:nvPr/>
        </p:nvSpPr>
        <p:spPr>
          <a:xfrm>
            <a:off x="13118848" y="12572890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0BBE6D07-D056-E625-1592-34FA0522250B}"/>
              </a:ext>
            </a:extLst>
          </p:cNvPr>
          <p:cNvSpPr/>
          <p:nvPr/>
        </p:nvSpPr>
        <p:spPr>
          <a:xfrm>
            <a:off x="13118847" y="13520246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136B27D-A39D-7454-8C4A-4FCE2B3F0685}"/>
              </a:ext>
            </a:extLst>
          </p:cNvPr>
          <p:cNvSpPr/>
          <p:nvPr/>
        </p:nvSpPr>
        <p:spPr>
          <a:xfrm>
            <a:off x="16676579" y="12552445"/>
            <a:ext cx="2055025" cy="947355"/>
          </a:xfrm>
          <a:prstGeom prst="rect">
            <a:avLst/>
          </a:prstGeom>
          <a:gradFill>
            <a:gsLst>
              <a:gs pos="66000">
                <a:srgbClr val="485264"/>
              </a:gs>
              <a:gs pos="95000">
                <a:srgbClr val="2C3545"/>
              </a:gs>
              <a:gs pos="86000">
                <a:srgbClr val="697FAE"/>
              </a:gs>
              <a:gs pos="63000">
                <a:srgbClr val="2F354B"/>
              </a:gs>
              <a:gs pos="7000">
                <a:srgbClr val="2B2F3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6AF4E5D-A5F5-3F31-F48F-7A7E944C7604}"/>
              </a:ext>
            </a:extLst>
          </p:cNvPr>
          <p:cNvSpPr/>
          <p:nvPr/>
        </p:nvSpPr>
        <p:spPr>
          <a:xfrm>
            <a:off x="16676578" y="13499801"/>
            <a:ext cx="205502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AC6248C0-45A6-73D1-1243-965AF0CCB542}"/>
              </a:ext>
            </a:extLst>
          </p:cNvPr>
          <p:cNvSpPr/>
          <p:nvPr/>
        </p:nvSpPr>
        <p:spPr>
          <a:xfrm>
            <a:off x="6960314" y="12593451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8385A0CD-9DC0-643A-DDC7-602C22ECA2A3}"/>
              </a:ext>
            </a:extLst>
          </p:cNvPr>
          <p:cNvSpPr/>
          <p:nvPr/>
        </p:nvSpPr>
        <p:spPr>
          <a:xfrm>
            <a:off x="6960312" y="13540807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9583460D-477B-CB44-3172-AA1CA0AE1E36}"/>
              </a:ext>
            </a:extLst>
          </p:cNvPr>
          <p:cNvSpPr/>
          <p:nvPr/>
        </p:nvSpPr>
        <p:spPr>
          <a:xfrm>
            <a:off x="20512549" y="11005544"/>
            <a:ext cx="530226" cy="1467129"/>
          </a:xfrm>
          <a:prstGeom prst="roundRect">
            <a:avLst>
              <a:gd name="adj" fmla="val 15542"/>
            </a:avLst>
          </a:prstGeom>
          <a:solidFill>
            <a:srgbClr val="FF00FF"/>
          </a:solidFill>
          <a:ln w="254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470207FE-1360-15E7-FEE4-77EE3C5576D6}"/>
              </a:ext>
            </a:extLst>
          </p:cNvPr>
          <p:cNvSpPr/>
          <p:nvPr/>
        </p:nvSpPr>
        <p:spPr>
          <a:xfrm>
            <a:off x="20392684" y="12574886"/>
            <a:ext cx="950596" cy="947355"/>
          </a:xfrm>
          <a:prstGeom prst="rect">
            <a:avLst/>
          </a:prstGeom>
          <a:gradFill>
            <a:gsLst>
              <a:gs pos="66000">
                <a:srgbClr val="245075"/>
              </a:gs>
              <a:gs pos="95000">
                <a:srgbClr val="1A497A"/>
              </a:gs>
              <a:gs pos="86000">
                <a:srgbClr val="3F87AD"/>
              </a:gs>
              <a:gs pos="63000">
                <a:srgbClr val="144573"/>
              </a:gs>
              <a:gs pos="7000">
                <a:srgbClr val="1F5A7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F4567321-8E04-B1E6-4DE2-23A6D0EEFFB7}"/>
              </a:ext>
            </a:extLst>
          </p:cNvPr>
          <p:cNvSpPr/>
          <p:nvPr/>
        </p:nvSpPr>
        <p:spPr>
          <a:xfrm>
            <a:off x="20392682" y="13522242"/>
            <a:ext cx="950596" cy="2952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829CB7E2-FD18-EFAD-9EB6-AADA19C213D5}"/>
              </a:ext>
            </a:extLst>
          </p:cNvPr>
          <p:cNvSpPr/>
          <p:nvPr/>
        </p:nvSpPr>
        <p:spPr>
          <a:xfrm>
            <a:off x="1883610" y="9300558"/>
            <a:ext cx="2421310" cy="3129925"/>
          </a:xfrm>
          <a:custGeom>
            <a:avLst/>
            <a:gdLst>
              <a:gd name="connsiteX0" fmla="*/ 0 w 2453754"/>
              <a:gd name="connsiteY0" fmla="*/ 0 h 3129925"/>
              <a:gd name="connsiteX1" fmla="*/ 2453754 w 2453754"/>
              <a:gd name="connsiteY1" fmla="*/ 0 h 3129925"/>
              <a:gd name="connsiteX2" fmla="*/ 2453754 w 2453754"/>
              <a:gd name="connsiteY2" fmla="*/ 3129925 h 3129925"/>
              <a:gd name="connsiteX3" fmla="*/ 0 w 2453754"/>
              <a:gd name="connsiteY3" fmla="*/ 3129925 h 3129925"/>
              <a:gd name="connsiteX4" fmla="*/ 0 w 2453754"/>
              <a:gd name="connsiteY4" fmla="*/ 0 h 3129925"/>
              <a:gd name="connsiteX0" fmla="*/ 0 w 2453754"/>
              <a:gd name="connsiteY0" fmla="*/ 0 h 3129925"/>
              <a:gd name="connsiteX1" fmla="*/ 2209914 w 2453754"/>
              <a:gd name="connsiteY1" fmla="*/ 640080 h 3129925"/>
              <a:gd name="connsiteX2" fmla="*/ 2453754 w 2453754"/>
              <a:gd name="connsiteY2" fmla="*/ 3129925 h 3129925"/>
              <a:gd name="connsiteX3" fmla="*/ 0 w 2453754"/>
              <a:gd name="connsiteY3" fmla="*/ 3129925 h 3129925"/>
              <a:gd name="connsiteX4" fmla="*/ 0 w 2453754"/>
              <a:gd name="connsiteY4" fmla="*/ 0 h 3129925"/>
              <a:gd name="connsiteX0" fmla="*/ 0 w 2240394"/>
              <a:gd name="connsiteY0" fmla="*/ 0 h 3129925"/>
              <a:gd name="connsiteX1" fmla="*/ 2209914 w 2240394"/>
              <a:gd name="connsiteY1" fmla="*/ 640080 h 3129925"/>
              <a:gd name="connsiteX2" fmla="*/ 2240394 w 2240394"/>
              <a:gd name="connsiteY2" fmla="*/ 3114685 h 3129925"/>
              <a:gd name="connsiteX3" fmla="*/ 0 w 2240394"/>
              <a:gd name="connsiteY3" fmla="*/ 3129925 h 3129925"/>
              <a:gd name="connsiteX4" fmla="*/ 0 w 2240394"/>
              <a:gd name="connsiteY4" fmla="*/ 0 h 3129925"/>
              <a:gd name="connsiteX0" fmla="*/ 0 w 2426833"/>
              <a:gd name="connsiteY0" fmla="*/ 0 h 3129925"/>
              <a:gd name="connsiteX1" fmla="*/ 2209914 w 2426833"/>
              <a:gd name="connsiteY1" fmla="*/ 640080 h 3129925"/>
              <a:gd name="connsiteX2" fmla="*/ 2240394 w 2426833"/>
              <a:gd name="connsiteY2" fmla="*/ 3114685 h 3129925"/>
              <a:gd name="connsiteX3" fmla="*/ 0 w 2426833"/>
              <a:gd name="connsiteY3" fmla="*/ 3129925 h 3129925"/>
              <a:gd name="connsiteX4" fmla="*/ 0 w 2426833"/>
              <a:gd name="connsiteY4" fmla="*/ 0 h 3129925"/>
              <a:gd name="connsiteX0" fmla="*/ 0 w 2485152"/>
              <a:gd name="connsiteY0" fmla="*/ 0 h 3129925"/>
              <a:gd name="connsiteX1" fmla="*/ 2209914 w 2485152"/>
              <a:gd name="connsiteY1" fmla="*/ 640080 h 3129925"/>
              <a:gd name="connsiteX2" fmla="*/ 2240394 w 2485152"/>
              <a:gd name="connsiteY2" fmla="*/ 3114685 h 3129925"/>
              <a:gd name="connsiteX3" fmla="*/ 0 w 2485152"/>
              <a:gd name="connsiteY3" fmla="*/ 3129925 h 3129925"/>
              <a:gd name="connsiteX4" fmla="*/ 0 w 2485152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  <a:gd name="connsiteX0" fmla="*/ 0 w 2421310"/>
              <a:gd name="connsiteY0" fmla="*/ 0 h 3129925"/>
              <a:gd name="connsiteX1" fmla="*/ 2209914 w 2421310"/>
              <a:gd name="connsiteY1" fmla="*/ 640080 h 3129925"/>
              <a:gd name="connsiteX2" fmla="*/ 2240394 w 2421310"/>
              <a:gd name="connsiteY2" fmla="*/ 3114685 h 3129925"/>
              <a:gd name="connsiteX3" fmla="*/ 0 w 2421310"/>
              <a:gd name="connsiteY3" fmla="*/ 3129925 h 3129925"/>
              <a:gd name="connsiteX4" fmla="*/ 0 w 2421310"/>
              <a:gd name="connsiteY4" fmla="*/ 0 h 3129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1310" h="3129925">
                <a:moveTo>
                  <a:pt x="0" y="0"/>
                </a:moveTo>
                <a:cubicBezTo>
                  <a:pt x="1513878" y="121920"/>
                  <a:pt x="1518996" y="243840"/>
                  <a:pt x="2209914" y="640080"/>
                </a:cubicBezTo>
                <a:cubicBezTo>
                  <a:pt x="2448674" y="1464948"/>
                  <a:pt x="2519794" y="2152657"/>
                  <a:pt x="2240394" y="3114685"/>
                </a:cubicBezTo>
                <a:lnTo>
                  <a:pt x="0" y="31299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7000">
                <a:srgbClr val="8B7A6C"/>
              </a:gs>
              <a:gs pos="27000">
                <a:srgbClr val="898173"/>
              </a:gs>
              <a:gs pos="20000">
                <a:srgbClr val="625E5D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25BD15E-683A-8B94-7301-525A4D6EB831}"/>
              </a:ext>
            </a:extLst>
          </p:cNvPr>
          <p:cNvSpPr/>
          <p:nvPr/>
        </p:nvSpPr>
        <p:spPr>
          <a:xfrm>
            <a:off x="1917291" y="9447948"/>
            <a:ext cx="1987373" cy="2825395"/>
          </a:xfrm>
          <a:custGeom>
            <a:avLst/>
            <a:gdLst>
              <a:gd name="connsiteX0" fmla="*/ 0 w 1987373"/>
              <a:gd name="connsiteY0" fmla="*/ 0 h 2825395"/>
              <a:gd name="connsiteX1" fmla="*/ 1987373 w 1987373"/>
              <a:gd name="connsiteY1" fmla="*/ 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  <a:gd name="connsiteX0" fmla="*/ 0 w 1987373"/>
              <a:gd name="connsiteY0" fmla="*/ 0 h 2825395"/>
              <a:gd name="connsiteX1" fmla="*/ 1484453 w 1987373"/>
              <a:gd name="connsiteY1" fmla="*/ 426720 h 2825395"/>
              <a:gd name="connsiteX2" fmla="*/ 1987373 w 1987373"/>
              <a:gd name="connsiteY2" fmla="*/ 2825395 h 2825395"/>
              <a:gd name="connsiteX3" fmla="*/ 0 w 1987373"/>
              <a:gd name="connsiteY3" fmla="*/ 2825395 h 2825395"/>
              <a:gd name="connsiteX4" fmla="*/ 0 w 1987373"/>
              <a:gd name="connsiteY4" fmla="*/ 0 h 282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7373" h="2825395">
                <a:moveTo>
                  <a:pt x="0" y="0"/>
                </a:moveTo>
                <a:cubicBezTo>
                  <a:pt x="555778" y="81280"/>
                  <a:pt x="1050595" y="147320"/>
                  <a:pt x="1484453" y="426720"/>
                </a:cubicBezTo>
                <a:cubicBezTo>
                  <a:pt x="1850213" y="1211038"/>
                  <a:pt x="1895933" y="1553397"/>
                  <a:pt x="1987373" y="2825395"/>
                </a:cubicBezTo>
                <a:lnTo>
                  <a:pt x="0" y="2825395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CA5F203A-45B2-BADA-2F75-EE3640DE70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4157" y="6802004"/>
            <a:ext cx="2438400" cy="2438400"/>
          </a:xfrm>
          <a:prstGeom prst="rect">
            <a:avLst/>
          </a:prstGeom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6220E56C-0B85-1CD6-5524-1567FF18EE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3467" y="8954506"/>
            <a:ext cx="2438400" cy="2438400"/>
          </a:xfrm>
          <a:prstGeom prst="rect">
            <a:avLst/>
          </a:prstGeom>
        </p:spPr>
      </p:pic>
      <p:sp>
        <p:nvSpPr>
          <p:cNvPr id="1049" name="正方形/長方形 4114">
            <a:extLst>
              <a:ext uri="{FF2B5EF4-FFF2-40B4-BE49-F238E27FC236}">
                <a16:creationId xmlns:a16="http://schemas.microsoft.com/office/drawing/2014/main" id="{7D829AC0-82DD-B868-4884-F42D1F928616}"/>
              </a:ext>
            </a:extLst>
          </p:cNvPr>
          <p:cNvSpPr/>
          <p:nvPr/>
        </p:nvSpPr>
        <p:spPr>
          <a:xfrm>
            <a:off x="9442226" y="6978752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0" name="正方形/長方形 4114">
            <a:extLst>
              <a:ext uri="{FF2B5EF4-FFF2-40B4-BE49-F238E27FC236}">
                <a16:creationId xmlns:a16="http://schemas.microsoft.com/office/drawing/2014/main" id="{AF645B3C-D03A-87AA-890A-81A7AD063E83}"/>
              </a:ext>
            </a:extLst>
          </p:cNvPr>
          <p:cNvSpPr/>
          <p:nvPr/>
        </p:nvSpPr>
        <p:spPr>
          <a:xfrm>
            <a:off x="11782514" y="6960773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1" name="正方形/長方形 4139">
            <a:extLst>
              <a:ext uri="{FF2B5EF4-FFF2-40B4-BE49-F238E27FC236}">
                <a16:creationId xmlns:a16="http://schemas.microsoft.com/office/drawing/2014/main" id="{FFB0C4AB-8781-9E3D-312A-7851FA2CFE84}"/>
              </a:ext>
            </a:extLst>
          </p:cNvPr>
          <p:cNvSpPr/>
          <p:nvPr/>
        </p:nvSpPr>
        <p:spPr>
          <a:xfrm>
            <a:off x="9443381" y="6955431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2" name="正方形/長方形 4114">
            <a:extLst>
              <a:ext uri="{FF2B5EF4-FFF2-40B4-BE49-F238E27FC236}">
                <a16:creationId xmlns:a16="http://schemas.microsoft.com/office/drawing/2014/main" id="{DE47CCE0-8285-77CB-CC7E-26A67A6970E0}"/>
              </a:ext>
            </a:extLst>
          </p:cNvPr>
          <p:cNvSpPr/>
          <p:nvPr/>
        </p:nvSpPr>
        <p:spPr>
          <a:xfrm>
            <a:off x="10491849" y="7368261"/>
            <a:ext cx="74295" cy="2887335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</p:spTree>
    <p:extLst>
      <p:ext uri="{BB962C8B-B14F-4D97-AF65-F5344CB8AC3E}">
        <p14:creationId xmlns:p14="http://schemas.microsoft.com/office/powerpoint/2010/main" val="171236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537CBD-BEBA-1400-5638-C61DC0E08393}"/>
              </a:ext>
            </a:extLst>
          </p:cNvPr>
          <p:cNvSpPr/>
          <p:nvPr/>
        </p:nvSpPr>
        <p:spPr>
          <a:xfrm>
            <a:off x="522086" y="203507"/>
            <a:ext cx="15866194" cy="3948343"/>
          </a:xfrm>
          <a:prstGeom prst="rect">
            <a:avLst/>
          </a:prstGeom>
          <a:gradFill>
            <a:gsLst>
              <a:gs pos="74000">
                <a:srgbClr val="C1C5D1"/>
              </a:gs>
              <a:gs pos="34000">
                <a:srgbClr val="E0DDD8"/>
              </a:gs>
              <a:gs pos="0">
                <a:srgbClr val="C4CAC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6C7E5-D7CA-B453-2161-9A55022276B1}"/>
              </a:ext>
            </a:extLst>
          </p:cNvPr>
          <p:cNvSpPr/>
          <p:nvPr/>
        </p:nvSpPr>
        <p:spPr>
          <a:xfrm>
            <a:off x="3657600" y="1134113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ECE64-902C-A370-D9FE-C410E6517EC5}"/>
              </a:ext>
            </a:extLst>
          </p:cNvPr>
          <p:cNvSpPr/>
          <p:nvPr/>
        </p:nvSpPr>
        <p:spPr>
          <a:xfrm>
            <a:off x="7571831" y="1111706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1144B-B648-AF0C-FE23-97E56381692C}"/>
              </a:ext>
            </a:extLst>
          </p:cNvPr>
          <p:cNvSpPr/>
          <p:nvPr/>
        </p:nvSpPr>
        <p:spPr>
          <a:xfrm>
            <a:off x="11549611" y="1124930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235E7-D60F-D440-77C7-39F4F2DC52FA}"/>
              </a:ext>
            </a:extLst>
          </p:cNvPr>
          <p:cNvSpPr/>
          <p:nvPr/>
        </p:nvSpPr>
        <p:spPr>
          <a:xfrm>
            <a:off x="15385144" y="1197664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572079-15DE-A200-AFA9-813F98A29344}"/>
              </a:ext>
            </a:extLst>
          </p:cNvPr>
          <p:cNvSpPr/>
          <p:nvPr/>
        </p:nvSpPr>
        <p:spPr>
          <a:xfrm>
            <a:off x="651944" y="1134113"/>
            <a:ext cx="832764" cy="1745727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: Rounded Corners 30">
            <a:extLst>
              <a:ext uri="{FF2B5EF4-FFF2-40B4-BE49-F238E27FC236}">
                <a16:creationId xmlns:a16="http://schemas.microsoft.com/office/drawing/2014/main" id="{8DBD40FC-E748-5984-718D-74629444FA9D}"/>
              </a:ext>
            </a:extLst>
          </p:cNvPr>
          <p:cNvSpPr/>
          <p:nvPr/>
        </p:nvSpPr>
        <p:spPr>
          <a:xfrm>
            <a:off x="13860295" y="109824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7638D8BD-14C6-CB29-E74A-2FD3DADBFB35}"/>
              </a:ext>
            </a:extLst>
          </p:cNvPr>
          <p:cNvSpPr/>
          <p:nvPr/>
        </p:nvSpPr>
        <p:spPr>
          <a:xfrm>
            <a:off x="9910016" y="111731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: Rounded Corners 30">
            <a:extLst>
              <a:ext uri="{FF2B5EF4-FFF2-40B4-BE49-F238E27FC236}">
                <a16:creationId xmlns:a16="http://schemas.microsoft.com/office/drawing/2014/main" id="{A43B6A8B-3447-AC02-59F3-49EAEC4FA8AF}"/>
              </a:ext>
            </a:extLst>
          </p:cNvPr>
          <p:cNvSpPr/>
          <p:nvPr/>
        </p:nvSpPr>
        <p:spPr>
          <a:xfrm>
            <a:off x="5953586" y="1124930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: Rounded Corners 30">
            <a:extLst>
              <a:ext uri="{FF2B5EF4-FFF2-40B4-BE49-F238E27FC236}">
                <a16:creationId xmlns:a16="http://schemas.microsoft.com/office/drawing/2014/main" id="{45E0190E-62EC-EBE2-C562-C9C81251BBF5}"/>
              </a:ext>
            </a:extLst>
          </p:cNvPr>
          <p:cNvSpPr/>
          <p:nvPr/>
        </p:nvSpPr>
        <p:spPr>
          <a:xfrm>
            <a:off x="2036176" y="1098241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DA64ED-47BF-7F6B-7395-2BA0E23C4404}"/>
              </a:ext>
            </a:extLst>
          </p:cNvPr>
          <p:cNvSpPr/>
          <p:nvPr/>
        </p:nvSpPr>
        <p:spPr>
          <a:xfrm>
            <a:off x="14501439" y="129931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9956CC-80BC-8B95-9D80-542FCD290D93}"/>
              </a:ext>
            </a:extLst>
          </p:cNvPr>
          <p:cNvSpPr/>
          <p:nvPr/>
        </p:nvSpPr>
        <p:spPr>
          <a:xfrm>
            <a:off x="13973627" y="129309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BDB232-A2E6-6259-3172-BA6D4C1611DD}"/>
              </a:ext>
            </a:extLst>
          </p:cNvPr>
          <p:cNvSpPr/>
          <p:nvPr/>
        </p:nvSpPr>
        <p:spPr>
          <a:xfrm>
            <a:off x="10555253" y="132434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58FCD8-2E0A-D2E0-50A3-2DD2C1F1C7CB}"/>
              </a:ext>
            </a:extLst>
          </p:cNvPr>
          <p:cNvSpPr/>
          <p:nvPr/>
        </p:nvSpPr>
        <p:spPr>
          <a:xfrm>
            <a:off x="10023348" y="131216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8DD9B2-535B-7013-70A5-0270091445A2}"/>
              </a:ext>
            </a:extLst>
          </p:cNvPr>
          <p:cNvSpPr/>
          <p:nvPr/>
        </p:nvSpPr>
        <p:spPr>
          <a:xfrm>
            <a:off x="6594730" y="132600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719B97-C237-521A-A929-6DECE7235E96}"/>
              </a:ext>
            </a:extLst>
          </p:cNvPr>
          <p:cNvSpPr/>
          <p:nvPr/>
        </p:nvSpPr>
        <p:spPr>
          <a:xfrm>
            <a:off x="6066918" y="1319782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122F5E-E2F8-80A3-2C1F-874819E97808}"/>
              </a:ext>
            </a:extLst>
          </p:cNvPr>
          <p:cNvSpPr/>
          <p:nvPr/>
        </p:nvSpPr>
        <p:spPr>
          <a:xfrm>
            <a:off x="2677320" y="1299316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AE6C33-EC2B-2E9E-97CF-BD21350F090E}"/>
              </a:ext>
            </a:extLst>
          </p:cNvPr>
          <p:cNvSpPr/>
          <p:nvPr/>
        </p:nvSpPr>
        <p:spPr>
          <a:xfrm>
            <a:off x="2149508" y="1293093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06C08A-1018-606B-6018-4BA433F1EADD}"/>
              </a:ext>
            </a:extLst>
          </p:cNvPr>
          <p:cNvSpPr/>
          <p:nvPr/>
        </p:nvSpPr>
        <p:spPr>
          <a:xfrm>
            <a:off x="11653330" y="1173285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5A4398-AB83-AF78-BA85-C5BC061327AA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12422346" y="1189813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9A026C-4621-CFC3-F528-2E11B339A9EB}"/>
              </a:ext>
            </a:extLst>
          </p:cNvPr>
          <p:cNvSpPr/>
          <p:nvPr/>
        </p:nvSpPr>
        <p:spPr>
          <a:xfrm>
            <a:off x="7700770" y="114309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FAB6C1-0523-0C9B-4BD6-70F58C5F3002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8469786" y="115962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20D238A-7A84-34D1-299C-B475383BD872}"/>
              </a:ext>
            </a:extLst>
          </p:cNvPr>
          <p:cNvSpPr/>
          <p:nvPr/>
        </p:nvSpPr>
        <p:spPr>
          <a:xfrm>
            <a:off x="3769086" y="1185494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2DDF43-28EE-ACA5-193C-B3BFF9A96D64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4538102" y="1202022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445341C-AC69-CEB0-7342-4E201C653E00}"/>
              </a:ext>
            </a:extLst>
          </p:cNvPr>
          <p:cNvSpPr/>
          <p:nvPr/>
        </p:nvSpPr>
        <p:spPr>
          <a:xfrm>
            <a:off x="781929" y="1197664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5B5FD8-2353-317F-2B39-552DFC0A6901}"/>
              </a:ext>
            </a:extLst>
          </p:cNvPr>
          <p:cNvSpPr/>
          <p:nvPr/>
        </p:nvSpPr>
        <p:spPr>
          <a:xfrm>
            <a:off x="15580719" y="1191639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9D6AC3-A4B5-A8CA-B3BF-107DF56069A1}"/>
              </a:ext>
            </a:extLst>
          </p:cNvPr>
          <p:cNvSpPr/>
          <p:nvPr/>
        </p:nvSpPr>
        <p:spPr>
          <a:xfrm>
            <a:off x="515980" y="184860"/>
            <a:ext cx="15866194" cy="805162"/>
          </a:xfrm>
          <a:prstGeom prst="rect">
            <a:avLst/>
          </a:prstGeom>
          <a:gradFill>
            <a:gsLst>
              <a:gs pos="46000">
                <a:srgbClr val="AEACA4"/>
              </a:gs>
              <a:gs pos="33000">
                <a:srgbClr val="9E9392"/>
              </a:gs>
              <a:gs pos="0">
                <a:srgbClr val="7F8788"/>
              </a:gs>
              <a:gs pos="100000">
                <a:srgbClr val="DAD4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9ECC00-A1DF-C1B0-D164-B1515A56C9DD}"/>
              </a:ext>
            </a:extLst>
          </p:cNvPr>
          <p:cNvSpPr/>
          <p:nvPr/>
        </p:nvSpPr>
        <p:spPr>
          <a:xfrm>
            <a:off x="1760989" y="502032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DA965D-61F3-F15B-680F-DA9B48A3AE99}"/>
              </a:ext>
            </a:extLst>
          </p:cNvPr>
          <p:cNvSpPr/>
          <p:nvPr/>
        </p:nvSpPr>
        <p:spPr>
          <a:xfrm>
            <a:off x="5705813" y="483233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F87B54-49BC-B53F-07D3-F599F8C937BE}"/>
              </a:ext>
            </a:extLst>
          </p:cNvPr>
          <p:cNvSpPr/>
          <p:nvPr/>
        </p:nvSpPr>
        <p:spPr>
          <a:xfrm>
            <a:off x="9646957" y="471980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7573FA-D8D3-59B4-442D-F65CD30C085A}"/>
              </a:ext>
            </a:extLst>
          </p:cNvPr>
          <p:cNvSpPr/>
          <p:nvPr/>
        </p:nvSpPr>
        <p:spPr>
          <a:xfrm>
            <a:off x="13595785" y="448120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24769D-0DA1-D5DE-8C51-AA1304C73266}"/>
              </a:ext>
            </a:extLst>
          </p:cNvPr>
          <p:cNvSpPr/>
          <p:nvPr/>
        </p:nvSpPr>
        <p:spPr>
          <a:xfrm>
            <a:off x="2036176" y="386991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3DD1C2-C9D6-12C9-C5DC-4CDFF56E0B4B}"/>
              </a:ext>
            </a:extLst>
          </p:cNvPr>
          <p:cNvCxnSpPr/>
          <p:nvPr/>
        </p:nvCxnSpPr>
        <p:spPr>
          <a:xfrm>
            <a:off x="2563987" y="109824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7C109EF-3270-1A0B-9569-F3EA561400DE}"/>
              </a:ext>
            </a:extLst>
          </p:cNvPr>
          <p:cNvSpPr/>
          <p:nvPr/>
        </p:nvSpPr>
        <p:spPr>
          <a:xfrm>
            <a:off x="5953586" y="3906354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F302AA-1C1E-6428-250B-56C90A03F94D}"/>
              </a:ext>
            </a:extLst>
          </p:cNvPr>
          <p:cNvSpPr/>
          <p:nvPr/>
        </p:nvSpPr>
        <p:spPr>
          <a:xfrm>
            <a:off x="9914486" y="3884418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FB5DB1-3AE6-876E-3652-6AEBCE38C27A}"/>
              </a:ext>
            </a:extLst>
          </p:cNvPr>
          <p:cNvSpPr/>
          <p:nvPr/>
        </p:nvSpPr>
        <p:spPr>
          <a:xfrm>
            <a:off x="13875386" y="389486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781CBA-94DE-2A9D-607A-21071B77A94C}"/>
              </a:ext>
            </a:extLst>
          </p:cNvPr>
          <p:cNvCxnSpPr>
            <a:cxnSpLocks/>
          </p:cNvCxnSpPr>
          <p:nvPr/>
        </p:nvCxnSpPr>
        <p:spPr>
          <a:xfrm>
            <a:off x="6481397" y="1124930"/>
            <a:ext cx="0" cy="290398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E4D1491-AC33-0C7C-1190-37E4E972E852}"/>
              </a:ext>
            </a:extLst>
          </p:cNvPr>
          <p:cNvCxnSpPr/>
          <p:nvPr/>
        </p:nvCxnSpPr>
        <p:spPr>
          <a:xfrm>
            <a:off x="10437827" y="1117310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ADCC46-4A4C-751B-B783-C67E4118158E}"/>
              </a:ext>
            </a:extLst>
          </p:cNvPr>
          <p:cNvCxnSpPr/>
          <p:nvPr/>
        </p:nvCxnSpPr>
        <p:spPr>
          <a:xfrm>
            <a:off x="14388106" y="1098241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72B796D-0809-4149-FD4B-845A45151EFD}"/>
              </a:ext>
            </a:extLst>
          </p:cNvPr>
          <p:cNvSpPr/>
          <p:nvPr/>
        </p:nvSpPr>
        <p:spPr>
          <a:xfrm>
            <a:off x="2391156" y="539094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2B0BB4-7754-82BB-0F06-D405AC34CD44}"/>
              </a:ext>
            </a:extLst>
          </p:cNvPr>
          <p:cNvSpPr/>
          <p:nvPr/>
        </p:nvSpPr>
        <p:spPr>
          <a:xfrm>
            <a:off x="1847088" y="539094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03696B-2209-A04F-4008-1D7D2DE6C2ED}"/>
              </a:ext>
            </a:extLst>
          </p:cNvPr>
          <p:cNvCxnSpPr>
            <a:stCxn id="46" idx="0"/>
            <a:endCxn id="46" idx="2"/>
          </p:cNvCxnSpPr>
          <p:nvPr/>
        </p:nvCxnSpPr>
        <p:spPr>
          <a:xfrm>
            <a:off x="2828609" y="539094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3384B00-AD43-AB4B-F394-0CDB75CEF043}"/>
              </a:ext>
            </a:extLst>
          </p:cNvPr>
          <p:cNvSpPr/>
          <p:nvPr/>
        </p:nvSpPr>
        <p:spPr>
          <a:xfrm>
            <a:off x="6305947" y="524488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63B2CC1-D929-6634-5027-7FB46B82C07C}"/>
              </a:ext>
            </a:extLst>
          </p:cNvPr>
          <p:cNvSpPr/>
          <p:nvPr/>
        </p:nvSpPr>
        <p:spPr>
          <a:xfrm>
            <a:off x="5761879" y="524488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D2620AD-DCB0-F762-B239-C44BCE2032DE}"/>
              </a:ext>
            </a:extLst>
          </p:cNvPr>
          <p:cNvCxnSpPr>
            <a:stCxn id="49" idx="0"/>
            <a:endCxn id="49" idx="2"/>
          </p:cNvCxnSpPr>
          <p:nvPr/>
        </p:nvCxnSpPr>
        <p:spPr>
          <a:xfrm>
            <a:off x="6743400" y="524488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5421944-9347-8699-B058-A7E4EC20B5B5}"/>
              </a:ext>
            </a:extLst>
          </p:cNvPr>
          <p:cNvSpPr/>
          <p:nvPr/>
        </p:nvSpPr>
        <p:spPr>
          <a:xfrm>
            <a:off x="10238238" y="538916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F347FD-14DB-5F50-D5A0-EA4FD2391DDB}"/>
              </a:ext>
            </a:extLst>
          </p:cNvPr>
          <p:cNvSpPr/>
          <p:nvPr/>
        </p:nvSpPr>
        <p:spPr>
          <a:xfrm>
            <a:off x="9694170" y="538916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BF8A9C3-9ADE-6A40-1953-D274875B7D89}"/>
              </a:ext>
            </a:extLst>
          </p:cNvPr>
          <p:cNvCxnSpPr>
            <a:stCxn id="52" idx="0"/>
            <a:endCxn id="52" idx="2"/>
          </p:cNvCxnSpPr>
          <p:nvPr/>
        </p:nvCxnSpPr>
        <p:spPr>
          <a:xfrm>
            <a:off x="10675691" y="538916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27E8C08-852E-2DD9-321D-CD95C9C833A7}"/>
              </a:ext>
            </a:extLst>
          </p:cNvPr>
          <p:cNvSpPr/>
          <p:nvPr/>
        </p:nvSpPr>
        <p:spPr>
          <a:xfrm>
            <a:off x="14272048" y="508255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6ADD7CA-4373-7547-FB68-65DC716EECF2}"/>
              </a:ext>
            </a:extLst>
          </p:cNvPr>
          <p:cNvSpPr/>
          <p:nvPr/>
        </p:nvSpPr>
        <p:spPr>
          <a:xfrm>
            <a:off x="13727980" y="508255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97CEBC3-A204-1C19-927D-BA781A399AAA}"/>
              </a:ext>
            </a:extLst>
          </p:cNvPr>
          <p:cNvCxnSpPr>
            <a:stCxn id="55" idx="0"/>
            <a:endCxn id="55" idx="2"/>
          </p:cNvCxnSpPr>
          <p:nvPr/>
        </p:nvCxnSpPr>
        <p:spPr>
          <a:xfrm>
            <a:off x="14709501" y="508255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353E068B-394A-9057-D269-99CB2DA35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3268536" y="2829050"/>
            <a:ext cx="431539" cy="60967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90B0423-E0CD-54A4-89FE-94CC834E3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3700075" y="2829050"/>
            <a:ext cx="431539" cy="60967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28B2B38F-BFEC-CC46-8BC6-6A384088D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4130954" y="2825786"/>
            <a:ext cx="431539" cy="60967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AF51406-2C79-F861-48AF-C7D484EBF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4553094" y="2819553"/>
            <a:ext cx="431539" cy="60967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B5E12B4-0F75-53F9-35D3-989E3F882D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4949710" y="2819553"/>
            <a:ext cx="431539" cy="60967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3ECA108-19C7-5003-91E7-B7BB3284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5362169" y="2819553"/>
            <a:ext cx="329403" cy="60967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F4CB235-F0F8-1383-9A57-E5B07B4AF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828" y="3431073"/>
            <a:ext cx="594802" cy="32130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6D38CD7-E93C-237F-64EB-4C7D2DAEB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9" y="3429227"/>
            <a:ext cx="594802" cy="32130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80AA8FE-8394-3E38-5276-085CA543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806" y="3429227"/>
            <a:ext cx="594802" cy="32130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13C5C8F-C6E8-C338-89CA-85C622B59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739" y="3424469"/>
            <a:ext cx="594802" cy="32130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D9EAB86-1F8A-EB1D-FBA9-3F468129C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056" y="3427622"/>
            <a:ext cx="454025" cy="321303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DE193C74-3F38-A4E0-5FF4-574050E9850C}"/>
              </a:ext>
            </a:extLst>
          </p:cNvPr>
          <p:cNvSpPr/>
          <p:nvPr/>
        </p:nvSpPr>
        <p:spPr>
          <a:xfrm>
            <a:off x="3276682" y="3745772"/>
            <a:ext cx="2374396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07912D3-1EBB-389A-D193-A491FF75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7238144" y="2779844"/>
            <a:ext cx="364246" cy="60967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C864A0C-58BF-41E8-CDFB-45F06B72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7602390" y="2779844"/>
            <a:ext cx="431539" cy="60967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7470B09A-ACD6-7E7B-25CE-1918C81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033269" y="2776580"/>
            <a:ext cx="431539" cy="60967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623FC55-1D5E-5790-52DE-2C0EEE4B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455409" y="2770347"/>
            <a:ext cx="431539" cy="60967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129C969-A094-4E9A-0CCA-DC75E4EC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852025" y="2770347"/>
            <a:ext cx="431539" cy="60967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B94D06B-843A-42F0-E7FE-7CD25A7EA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264485" y="2770347"/>
            <a:ext cx="334858" cy="60967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0102D5E-B43B-FDFD-0CC0-684260180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799" y="3381867"/>
            <a:ext cx="548145" cy="32130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CF8D5A7-C6F1-AC92-E9A3-B5C509CC4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054" y="3380021"/>
            <a:ext cx="594802" cy="32130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D31CD92-23CA-4F5D-24D0-49C1BF80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121" y="3380021"/>
            <a:ext cx="594802" cy="32130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F0F32D6-F72E-69C9-6970-D3426267F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54" y="3375263"/>
            <a:ext cx="594802" cy="32130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7C5ADFF-CAD7-EBAC-37E9-E73D9F6EB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371" y="3378416"/>
            <a:ext cx="520818" cy="321303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043CAC69-6607-53FC-9AF5-34CADEF3EE07}"/>
              </a:ext>
            </a:extLst>
          </p:cNvPr>
          <p:cNvSpPr/>
          <p:nvPr/>
        </p:nvSpPr>
        <p:spPr>
          <a:xfrm>
            <a:off x="7256982" y="3696566"/>
            <a:ext cx="236320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7DB2913E-D3A9-E970-01C0-2A2B317F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1233871" y="2788451"/>
            <a:ext cx="350928" cy="60967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9880BB2D-0C61-E02E-5A29-40A6ECEB7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1584799" y="2788451"/>
            <a:ext cx="431539" cy="609674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9ADAAE2-EBA5-BD22-4906-8FAFA2D9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2015678" y="2785187"/>
            <a:ext cx="431539" cy="609674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7FAEEDB4-39F6-E31E-DF6A-FAEB8A48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2437818" y="2778954"/>
            <a:ext cx="431539" cy="60967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77DB8C4E-100E-2A2B-598B-F41442A7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2834434" y="2778954"/>
            <a:ext cx="431539" cy="60967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C514653-BDCF-55BD-4D19-CC6DA31F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3246894" y="2778954"/>
            <a:ext cx="348892" cy="60967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19AEF9C-442C-13C2-FA43-CECDEB7CF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222" y="3390474"/>
            <a:ext cx="537131" cy="321303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12CBADB-AB4D-09A1-4279-7A458841E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463" y="3388628"/>
            <a:ext cx="594802" cy="32130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F6D286D-F1E0-843A-BB98-D7846EE1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530" y="3388628"/>
            <a:ext cx="594802" cy="32130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46B8E3A-757F-50B1-551F-9AC7216C0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463" y="3383870"/>
            <a:ext cx="594802" cy="32130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DFE52AC3-CF70-D1F8-514C-15DB474FB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780" y="3387023"/>
            <a:ext cx="455819" cy="321303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399A0EFC-E6DE-6E1E-AB4B-1334475801C4}"/>
              </a:ext>
            </a:extLst>
          </p:cNvPr>
          <p:cNvSpPr/>
          <p:nvPr/>
        </p:nvSpPr>
        <p:spPr>
          <a:xfrm>
            <a:off x="11228315" y="3705173"/>
            <a:ext cx="2394830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4114">
            <a:extLst>
              <a:ext uri="{FF2B5EF4-FFF2-40B4-BE49-F238E27FC236}">
                <a16:creationId xmlns:a16="http://schemas.microsoft.com/office/drawing/2014/main" id="{C0E43EAD-B69E-46FB-812C-8DCA3C143EEB}"/>
              </a:ext>
            </a:extLst>
          </p:cNvPr>
          <p:cNvSpPr/>
          <p:nvPr/>
        </p:nvSpPr>
        <p:spPr>
          <a:xfrm>
            <a:off x="3264907" y="943248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5" name="正方形/長方形 4114">
            <a:extLst>
              <a:ext uri="{FF2B5EF4-FFF2-40B4-BE49-F238E27FC236}">
                <a16:creationId xmlns:a16="http://schemas.microsoft.com/office/drawing/2014/main" id="{42582889-D1D9-3899-9675-634B79E9C5A9}"/>
              </a:ext>
            </a:extLst>
          </p:cNvPr>
          <p:cNvSpPr/>
          <p:nvPr/>
        </p:nvSpPr>
        <p:spPr>
          <a:xfrm>
            <a:off x="5605195" y="92526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6" name="正方形/長方形 4139">
            <a:extLst>
              <a:ext uri="{FF2B5EF4-FFF2-40B4-BE49-F238E27FC236}">
                <a16:creationId xmlns:a16="http://schemas.microsoft.com/office/drawing/2014/main" id="{50D33B02-068F-36CB-ECEC-6718FD5EF454}"/>
              </a:ext>
            </a:extLst>
          </p:cNvPr>
          <p:cNvSpPr/>
          <p:nvPr/>
        </p:nvSpPr>
        <p:spPr>
          <a:xfrm>
            <a:off x="3266062" y="919927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0" name="正方形/長方形 4139">
            <a:extLst>
              <a:ext uri="{FF2B5EF4-FFF2-40B4-BE49-F238E27FC236}">
                <a16:creationId xmlns:a16="http://schemas.microsoft.com/office/drawing/2014/main" id="{F263152E-4183-0F49-178E-F19845900972}"/>
              </a:ext>
            </a:extLst>
          </p:cNvPr>
          <p:cNvSpPr/>
          <p:nvPr/>
        </p:nvSpPr>
        <p:spPr>
          <a:xfrm>
            <a:off x="7210068" y="838329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" name="正方形/長方形 4139">
            <a:extLst>
              <a:ext uri="{FF2B5EF4-FFF2-40B4-BE49-F238E27FC236}">
                <a16:creationId xmlns:a16="http://schemas.microsoft.com/office/drawing/2014/main" id="{F339876C-36F6-6AA1-B119-B06C51B0E7DC}"/>
              </a:ext>
            </a:extLst>
          </p:cNvPr>
          <p:cNvSpPr/>
          <p:nvPr/>
        </p:nvSpPr>
        <p:spPr>
          <a:xfrm>
            <a:off x="11193655" y="889406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FD18EDC-F92C-5018-2A24-68A5A0C7B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60320" y="2885541"/>
            <a:ext cx="1121853" cy="553183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B8F0BFAB-0FC9-9F4F-8A80-12451A0E2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67725" y="3438724"/>
            <a:ext cx="1122847" cy="272161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16A2F15B-483C-11F0-EB4A-C9C62A13291B}"/>
              </a:ext>
            </a:extLst>
          </p:cNvPr>
          <p:cNvSpPr/>
          <p:nvPr/>
        </p:nvSpPr>
        <p:spPr>
          <a:xfrm>
            <a:off x="15262785" y="3675198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正方形/長方形 4114">
            <a:extLst>
              <a:ext uri="{FF2B5EF4-FFF2-40B4-BE49-F238E27FC236}">
                <a16:creationId xmlns:a16="http://schemas.microsoft.com/office/drawing/2014/main" id="{1F2E93BE-1545-F89B-D139-4F835741CD3C}"/>
              </a:ext>
            </a:extLst>
          </p:cNvPr>
          <p:cNvSpPr/>
          <p:nvPr/>
        </p:nvSpPr>
        <p:spPr>
          <a:xfrm>
            <a:off x="15173224" y="86413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0" name="正方形/長方形 4139">
            <a:extLst>
              <a:ext uri="{FF2B5EF4-FFF2-40B4-BE49-F238E27FC236}">
                <a16:creationId xmlns:a16="http://schemas.microsoft.com/office/drawing/2014/main" id="{05F1CB9B-FE77-A0EB-8C2C-2FCAF401D3AE}"/>
              </a:ext>
            </a:extLst>
          </p:cNvPr>
          <p:cNvSpPr/>
          <p:nvPr/>
        </p:nvSpPr>
        <p:spPr>
          <a:xfrm>
            <a:off x="15154637" y="912587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11" name="正方形/長方形 4139">
            <a:extLst>
              <a:ext uri="{FF2B5EF4-FFF2-40B4-BE49-F238E27FC236}">
                <a16:creationId xmlns:a16="http://schemas.microsoft.com/office/drawing/2014/main" id="{6F1CEC5A-681B-3690-406E-0C782E2DBBD0}"/>
              </a:ext>
            </a:extLst>
          </p:cNvPr>
          <p:cNvSpPr/>
          <p:nvPr/>
        </p:nvSpPr>
        <p:spPr>
          <a:xfrm>
            <a:off x="502185" y="870644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98B50ED-837A-EF70-46D3-AD78CE5B3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946" y="2929700"/>
            <a:ext cx="1153375" cy="553183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811CFCF-A433-7058-16DC-D309A809F4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946" y="3473611"/>
            <a:ext cx="1118784" cy="272161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AAA642DE-7C4F-5550-2A68-64282C98EA29}"/>
              </a:ext>
            </a:extLst>
          </p:cNvPr>
          <p:cNvSpPr/>
          <p:nvPr/>
        </p:nvSpPr>
        <p:spPr>
          <a:xfrm>
            <a:off x="515047" y="3703315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4114">
            <a:extLst>
              <a:ext uri="{FF2B5EF4-FFF2-40B4-BE49-F238E27FC236}">
                <a16:creationId xmlns:a16="http://schemas.microsoft.com/office/drawing/2014/main" id="{7071B22A-FA86-F32A-7E87-7077B4862B48}"/>
              </a:ext>
            </a:extLst>
          </p:cNvPr>
          <p:cNvSpPr/>
          <p:nvPr/>
        </p:nvSpPr>
        <p:spPr>
          <a:xfrm>
            <a:off x="1625284" y="864139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16" name="Picture 2" descr="13000系車内">
            <a:extLst>
              <a:ext uri="{FF2B5EF4-FFF2-40B4-BE49-F238E27FC236}">
                <a16:creationId xmlns:a16="http://schemas.microsoft.com/office/drawing/2014/main" id="{8F38C747-BB5E-C491-7D80-FFED3ADBD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7039" y="4572304"/>
            <a:ext cx="762000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622B8B2F-471F-7BCF-299A-E36E3E0929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3599" y="2815154"/>
            <a:ext cx="609315" cy="609315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D506183F-8418-820F-194C-10BBB90CB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5712" y="2816289"/>
            <a:ext cx="609315" cy="60931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6AECB7B-C980-4FD6-F99C-92FD1F149E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137" y="2812310"/>
            <a:ext cx="609315" cy="609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E70D7A2-5375-814E-63FF-899994CAA8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6525" y="2829656"/>
            <a:ext cx="609315" cy="60931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CEC5B81-119E-7642-7BEF-95C4098062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0473" y="3416045"/>
            <a:ext cx="597635" cy="33815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600D2D4-3D13-35FD-18F3-4AE1AE323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0071" y="3421541"/>
            <a:ext cx="597635" cy="33815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F27379C2-2EC3-6896-D975-39220151AB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4477" y="3420450"/>
            <a:ext cx="597635" cy="338150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793F0EE0-CE7D-F65F-CBD3-EE7ABAE6AB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3667" y="3434453"/>
            <a:ext cx="597635" cy="338150"/>
          </a:xfrm>
          <a:prstGeom prst="rect">
            <a:avLst/>
          </a:prstGeom>
        </p:spPr>
      </p:pic>
      <p:sp>
        <p:nvSpPr>
          <p:cNvPr id="97" name="正方形/長方形 4114">
            <a:extLst>
              <a:ext uri="{FF2B5EF4-FFF2-40B4-BE49-F238E27FC236}">
                <a16:creationId xmlns:a16="http://schemas.microsoft.com/office/drawing/2014/main" id="{0EE5E809-F8B3-0578-176B-2CDEEC46A0EE}"/>
              </a:ext>
            </a:extLst>
          </p:cNvPr>
          <p:cNvSpPr/>
          <p:nvPr/>
        </p:nvSpPr>
        <p:spPr>
          <a:xfrm>
            <a:off x="4501234" y="912587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20B9CF5D-BEFB-1A3E-0AC6-18AF93A681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7670117" y="2764053"/>
            <a:ext cx="431539" cy="60967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23833038-C90A-52E6-B9EC-D51B44E9F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100996" y="2760789"/>
            <a:ext cx="431539" cy="60967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BE3789B3-1743-6433-52C2-7E389020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523136" y="2754556"/>
            <a:ext cx="431539" cy="60967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96F5D623-DA9F-28D3-3F79-6345BF345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919752" y="2754556"/>
            <a:ext cx="431539" cy="609674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E2EF8B0B-2D26-2E0B-B3A7-BCC288DD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781" y="3364230"/>
            <a:ext cx="594802" cy="321303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1FBBF964-BA1E-E572-EBAB-98E887E6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848" y="3364230"/>
            <a:ext cx="594802" cy="321303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02E3514B-08D1-D62B-428C-93CAA6DC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781" y="3359472"/>
            <a:ext cx="594802" cy="321303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E5BE6E46-F843-5F97-5BAC-3BABDF306A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449" y="2750157"/>
            <a:ext cx="609315" cy="609315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A45E70CB-D029-A02E-D869-A0C617B3B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5754" y="2751292"/>
            <a:ext cx="609315" cy="609315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5BAC061-F0E7-C8F9-C3D6-0217A1EAD0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179" y="2747313"/>
            <a:ext cx="609315" cy="609315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B45C16D0-86F9-C0E9-1A88-B4C87EC9B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6567" y="2764659"/>
            <a:ext cx="609315" cy="609315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91035452-BF2B-2066-C625-2521187F5D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323" y="3357144"/>
            <a:ext cx="597635" cy="33815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B11EE774-0502-87A1-DEF6-213164F04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4017" y="3356544"/>
            <a:ext cx="597635" cy="338150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C1317B9F-6547-131D-9A1F-5ED4077285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519" y="3355453"/>
            <a:ext cx="597635" cy="33815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82438FC4-435C-1652-B3B8-7BC21439B8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3709" y="3369456"/>
            <a:ext cx="597635" cy="338150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0F70532-DFAD-CA51-D51B-FE5A49DD70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117" y="2773106"/>
            <a:ext cx="609315" cy="609315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04134CD7-A8F9-1469-B066-AE761ECEA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05422" y="2774241"/>
            <a:ext cx="609315" cy="609315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E17BEBC5-E460-B2A5-6DEB-2EAFFCDDB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4847" y="2770262"/>
            <a:ext cx="609315" cy="609315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9DD426F4-2DE5-5323-39CA-F023555A0B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36235" y="2787608"/>
            <a:ext cx="609315" cy="609315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4D232315-114B-0661-3BF0-5025402E67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7991" y="3380093"/>
            <a:ext cx="597635" cy="33815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E5C312E7-02AF-C60B-96FF-7D6EC40613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93685" y="3379493"/>
            <a:ext cx="597635" cy="33815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EBDE5903-D9DB-A131-736F-B8E007EC10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4187" y="3378402"/>
            <a:ext cx="597635" cy="33815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143ABE8B-33D2-1D55-FB25-3FF439D9A0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3377" y="3392405"/>
            <a:ext cx="597635" cy="338150"/>
          </a:xfrm>
          <a:prstGeom prst="rect">
            <a:avLst/>
          </a:prstGeom>
        </p:spPr>
      </p:pic>
      <p:sp>
        <p:nvSpPr>
          <p:cNvPr id="102" name="正方形/長方形 4114">
            <a:extLst>
              <a:ext uri="{FF2B5EF4-FFF2-40B4-BE49-F238E27FC236}">
                <a16:creationId xmlns:a16="http://schemas.microsoft.com/office/drawing/2014/main" id="{5AB2699F-426E-5057-442D-C3ED7CA7325A}"/>
              </a:ext>
            </a:extLst>
          </p:cNvPr>
          <p:cNvSpPr/>
          <p:nvPr/>
        </p:nvSpPr>
        <p:spPr>
          <a:xfrm>
            <a:off x="11192500" y="912727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" name="正方形/長方形 4114">
            <a:extLst>
              <a:ext uri="{FF2B5EF4-FFF2-40B4-BE49-F238E27FC236}">
                <a16:creationId xmlns:a16="http://schemas.microsoft.com/office/drawing/2014/main" id="{D833F2C2-D64B-B700-6199-2D2BF4201247}"/>
              </a:ext>
            </a:extLst>
          </p:cNvPr>
          <p:cNvSpPr/>
          <p:nvPr/>
        </p:nvSpPr>
        <p:spPr>
          <a:xfrm>
            <a:off x="13532788" y="894748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" name="正方形/長方形 4114">
            <a:extLst>
              <a:ext uri="{FF2B5EF4-FFF2-40B4-BE49-F238E27FC236}">
                <a16:creationId xmlns:a16="http://schemas.microsoft.com/office/drawing/2014/main" id="{87AA0AC6-6E32-C402-7784-91823B0EE112}"/>
              </a:ext>
            </a:extLst>
          </p:cNvPr>
          <p:cNvSpPr/>
          <p:nvPr/>
        </p:nvSpPr>
        <p:spPr>
          <a:xfrm>
            <a:off x="12428827" y="882066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8" name="正方形/長方形 4114">
            <a:extLst>
              <a:ext uri="{FF2B5EF4-FFF2-40B4-BE49-F238E27FC236}">
                <a16:creationId xmlns:a16="http://schemas.microsoft.com/office/drawing/2014/main" id="{0B2C5D49-76AB-7B1A-DE04-E6900669863E}"/>
              </a:ext>
            </a:extLst>
          </p:cNvPr>
          <p:cNvSpPr/>
          <p:nvPr/>
        </p:nvSpPr>
        <p:spPr>
          <a:xfrm>
            <a:off x="7208913" y="861650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9" name="正方形/長方形 4114">
            <a:extLst>
              <a:ext uri="{FF2B5EF4-FFF2-40B4-BE49-F238E27FC236}">
                <a16:creationId xmlns:a16="http://schemas.microsoft.com/office/drawing/2014/main" id="{97A95055-EA54-89BB-3C60-0AA09B3244D9}"/>
              </a:ext>
            </a:extLst>
          </p:cNvPr>
          <p:cNvSpPr/>
          <p:nvPr/>
        </p:nvSpPr>
        <p:spPr>
          <a:xfrm>
            <a:off x="9549201" y="84367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1" name="正方形/長方形 4114">
            <a:extLst>
              <a:ext uri="{FF2B5EF4-FFF2-40B4-BE49-F238E27FC236}">
                <a16:creationId xmlns:a16="http://schemas.microsoft.com/office/drawing/2014/main" id="{F42D4681-A27A-228B-F364-02621B016287}"/>
              </a:ext>
            </a:extLst>
          </p:cNvPr>
          <p:cNvSpPr/>
          <p:nvPr/>
        </p:nvSpPr>
        <p:spPr>
          <a:xfrm>
            <a:off x="8445240" y="830989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2A387E14-A6F5-A558-9E69-D2FCDE9B51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6069" y="10753112"/>
            <a:ext cx="2438400" cy="2438400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B3DED777-E7A6-8A6B-DAC3-9B6895C578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8400" y="9564151"/>
            <a:ext cx="2438400" cy="2438400"/>
          </a:xfrm>
          <a:prstGeom prst="rect">
            <a:avLst/>
          </a:prstGeom>
        </p:spPr>
      </p:pic>
      <p:sp>
        <p:nvSpPr>
          <p:cNvPr id="155" name="Rectangle 154">
            <a:extLst>
              <a:ext uri="{FF2B5EF4-FFF2-40B4-BE49-F238E27FC236}">
                <a16:creationId xmlns:a16="http://schemas.microsoft.com/office/drawing/2014/main" id="{C51B838D-3CF2-CC8B-69DD-DBDA66AF605A}"/>
              </a:ext>
            </a:extLst>
          </p:cNvPr>
          <p:cNvSpPr/>
          <p:nvPr/>
        </p:nvSpPr>
        <p:spPr>
          <a:xfrm>
            <a:off x="1084707" y="4554429"/>
            <a:ext cx="15866194" cy="3948343"/>
          </a:xfrm>
          <a:prstGeom prst="rect">
            <a:avLst/>
          </a:prstGeom>
          <a:gradFill>
            <a:gsLst>
              <a:gs pos="74000">
                <a:srgbClr val="C1C5D1"/>
              </a:gs>
              <a:gs pos="34000">
                <a:srgbClr val="E0DDD8"/>
              </a:gs>
              <a:gs pos="0">
                <a:srgbClr val="C4CAC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CA35D3F-54E1-5E99-C547-7D1F688CCD97}"/>
              </a:ext>
            </a:extLst>
          </p:cNvPr>
          <p:cNvSpPr/>
          <p:nvPr/>
        </p:nvSpPr>
        <p:spPr>
          <a:xfrm>
            <a:off x="4220221" y="5485035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C9B4E30-EC2B-27DE-29DF-650DA097900C}"/>
              </a:ext>
            </a:extLst>
          </p:cNvPr>
          <p:cNvSpPr/>
          <p:nvPr/>
        </p:nvSpPr>
        <p:spPr>
          <a:xfrm>
            <a:off x="8134452" y="5462628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F298256-EDD6-72BB-A5F8-146EC71B3C7A}"/>
              </a:ext>
            </a:extLst>
          </p:cNvPr>
          <p:cNvSpPr/>
          <p:nvPr/>
        </p:nvSpPr>
        <p:spPr>
          <a:xfrm>
            <a:off x="12112232" y="5475852"/>
            <a:ext cx="1785953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4B3764B-6194-55ED-5E6F-116FCB4DB294}"/>
              </a:ext>
            </a:extLst>
          </p:cNvPr>
          <p:cNvSpPr/>
          <p:nvPr/>
        </p:nvSpPr>
        <p:spPr>
          <a:xfrm>
            <a:off x="15947765" y="5548586"/>
            <a:ext cx="832764" cy="1682176"/>
          </a:xfrm>
          <a:prstGeom prst="rect">
            <a:avLst/>
          </a:prstGeom>
          <a:gradFill>
            <a:gsLst>
              <a:gs pos="73000">
                <a:srgbClr val="C7C8CF"/>
              </a:gs>
              <a:gs pos="100000">
                <a:srgbClr val="AEB0BA"/>
              </a:gs>
              <a:gs pos="31000">
                <a:srgbClr val="B6B7C2"/>
              </a:gs>
              <a:gs pos="20000">
                <a:srgbClr val="CCCDD3"/>
              </a:gs>
              <a:gs pos="58753">
                <a:srgbClr val="A7A8B5"/>
              </a:gs>
              <a:gs pos="48934">
                <a:srgbClr val="BDBEC8"/>
              </a:gs>
              <a:gs pos="83908">
                <a:srgbClr val="C9CAD1"/>
              </a:gs>
              <a:gs pos="9000">
                <a:srgbClr val="B9B4B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Rectangle: Rounded Corners 30">
            <a:extLst>
              <a:ext uri="{FF2B5EF4-FFF2-40B4-BE49-F238E27FC236}">
                <a16:creationId xmlns:a16="http://schemas.microsoft.com/office/drawing/2014/main" id="{18BE752C-EB9A-5CFF-BF70-51F6EC6879FC}"/>
              </a:ext>
            </a:extLst>
          </p:cNvPr>
          <p:cNvSpPr/>
          <p:nvPr/>
        </p:nvSpPr>
        <p:spPr>
          <a:xfrm>
            <a:off x="14422916" y="5449163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Rectangle: Rounded Corners 30">
            <a:extLst>
              <a:ext uri="{FF2B5EF4-FFF2-40B4-BE49-F238E27FC236}">
                <a16:creationId xmlns:a16="http://schemas.microsoft.com/office/drawing/2014/main" id="{BD4777A1-960F-5711-55FC-2A8DC4A8784B}"/>
              </a:ext>
            </a:extLst>
          </p:cNvPr>
          <p:cNvSpPr/>
          <p:nvPr/>
        </p:nvSpPr>
        <p:spPr>
          <a:xfrm>
            <a:off x="10472637" y="546823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Rectangle: Rounded Corners 30">
            <a:extLst>
              <a:ext uri="{FF2B5EF4-FFF2-40B4-BE49-F238E27FC236}">
                <a16:creationId xmlns:a16="http://schemas.microsoft.com/office/drawing/2014/main" id="{E14A3EF5-7AD4-7B65-3203-063326963D63}"/>
              </a:ext>
            </a:extLst>
          </p:cNvPr>
          <p:cNvSpPr/>
          <p:nvPr/>
        </p:nvSpPr>
        <p:spPr>
          <a:xfrm>
            <a:off x="6516207" y="5475852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4" name="Rectangle: Rounded Corners 30">
            <a:extLst>
              <a:ext uri="{FF2B5EF4-FFF2-40B4-BE49-F238E27FC236}">
                <a16:creationId xmlns:a16="http://schemas.microsoft.com/office/drawing/2014/main" id="{B62DBE2E-3CB9-B430-C13A-E61BB893A9F1}"/>
              </a:ext>
            </a:extLst>
          </p:cNvPr>
          <p:cNvSpPr/>
          <p:nvPr/>
        </p:nvSpPr>
        <p:spPr>
          <a:xfrm>
            <a:off x="2598797" y="5449163"/>
            <a:ext cx="1055624" cy="2923794"/>
          </a:xfrm>
          <a:custGeom>
            <a:avLst/>
            <a:gdLst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202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10354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52078 w 1055624"/>
              <a:gd name="connsiteY5" fmla="*/ 292379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  <a:gd name="connsiteX0" fmla="*/ 0 w 1055624"/>
              <a:gd name="connsiteY0" fmla="*/ 103546 h 2923794"/>
              <a:gd name="connsiteX1" fmla="*/ 103546 w 1055624"/>
              <a:gd name="connsiteY1" fmla="*/ 0 h 2923794"/>
              <a:gd name="connsiteX2" fmla="*/ 952078 w 1055624"/>
              <a:gd name="connsiteY2" fmla="*/ 0 h 2923794"/>
              <a:gd name="connsiteX3" fmla="*/ 1055624 w 1055624"/>
              <a:gd name="connsiteY3" fmla="*/ 103546 h 2923794"/>
              <a:gd name="connsiteX4" fmla="*/ 1055624 w 1055624"/>
              <a:gd name="connsiteY4" fmla="*/ 2820248 h 2923794"/>
              <a:gd name="connsiteX5" fmla="*/ 997798 w 1055624"/>
              <a:gd name="connsiteY5" fmla="*/ 2919984 h 2923794"/>
              <a:gd name="connsiteX6" fmla="*/ 80686 w 1055624"/>
              <a:gd name="connsiteY6" fmla="*/ 2923794 h 2923794"/>
              <a:gd name="connsiteX7" fmla="*/ 0 w 1055624"/>
              <a:gd name="connsiteY7" fmla="*/ 2858348 h 2923794"/>
              <a:gd name="connsiteX8" fmla="*/ 0 w 1055624"/>
              <a:gd name="connsiteY8" fmla="*/ 103546 h 292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5624" h="2923794">
                <a:moveTo>
                  <a:pt x="0" y="103546"/>
                </a:moveTo>
                <a:cubicBezTo>
                  <a:pt x="0" y="46359"/>
                  <a:pt x="46359" y="0"/>
                  <a:pt x="103546" y="0"/>
                </a:cubicBezTo>
                <a:lnTo>
                  <a:pt x="952078" y="0"/>
                </a:lnTo>
                <a:cubicBezTo>
                  <a:pt x="1009265" y="0"/>
                  <a:pt x="1055624" y="46359"/>
                  <a:pt x="1055624" y="103546"/>
                </a:cubicBezTo>
                <a:lnTo>
                  <a:pt x="1055624" y="2820248"/>
                </a:lnTo>
                <a:cubicBezTo>
                  <a:pt x="1055624" y="2877435"/>
                  <a:pt x="1054985" y="2919984"/>
                  <a:pt x="997798" y="2919984"/>
                </a:cubicBezTo>
                <a:lnTo>
                  <a:pt x="80686" y="2923794"/>
                </a:lnTo>
                <a:cubicBezTo>
                  <a:pt x="23499" y="2923794"/>
                  <a:pt x="0" y="2915535"/>
                  <a:pt x="0" y="2858348"/>
                </a:cubicBezTo>
                <a:lnTo>
                  <a:pt x="0" y="103546"/>
                </a:lnTo>
                <a:close/>
              </a:path>
            </a:pathLst>
          </a:custGeom>
          <a:gradFill>
            <a:gsLst>
              <a:gs pos="100000">
                <a:srgbClr val="A4ADBB"/>
              </a:gs>
              <a:gs pos="92000">
                <a:srgbClr val="CAD8E8"/>
              </a:gs>
            </a:gsLst>
            <a:lin ang="5400000" scaled="0"/>
          </a:gradFill>
          <a:ln>
            <a:noFill/>
          </a:ln>
          <a:effectLst>
            <a:innerShdw blurRad="12700" dist="63500" dir="14940000">
              <a:prstClr val="black">
                <a:alpha val="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38925893-3B47-3D1E-43F9-0677755D1A91}"/>
              </a:ext>
            </a:extLst>
          </p:cNvPr>
          <p:cNvSpPr/>
          <p:nvPr/>
        </p:nvSpPr>
        <p:spPr>
          <a:xfrm>
            <a:off x="15064060" y="565023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CFD69E5-D4D4-90FA-2D69-0AA1BF85B403}"/>
              </a:ext>
            </a:extLst>
          </p:cNvPr>
          <p:cNvSpPr/>
          <p:nvPr/>
        </p:nvSpPr>
        <p:spPr>
          <a:xfrm>
            <a:off x="14536248" y="564401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E23E0CAA-7421-0BBF-D182-EE43B25242AE}"/>
              </a:ext>
            </a:extLst>
          </p:cNvPr>
          <p:cNvSpPr/>
          <p:nvPr/>
        </p:nvSpPr>
        <p:spPr>
          <a:xfrm>
            <a:off x="11117874" y="5675270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60D1D976-7E7C-20A1-981D-969A1000AA31}"/>
              </a:ext>
            </a:extLst>
          </p:cNvPr>
          <p:cNvSpPr/>
          <p:nvPr/>
        </p:nvSpPr>
        <p:spPr>
          <a:xfrm>
            <a:off x="10585969" y="566308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03EEE63A-3D68-7E4D-FA62-4DD89890F7BE}"/>
              </a:ext>
            </a:extLst>
          </p:cNvPr>
          <p:cNvSpPr/>
          <p:nvPr/>
        </p:nvSpPr>
        <p:spPr>
          <a:xfrm>
            <a:off x="7157351" y="5676927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2D4760FC-A0F2-F821-12B1-DAA40866A627}"/>
              </a:ext>
            </a:extLst>
          </p:cNvPr>
          <p:cNvSpPr/>
          <p:nvPr/>
        </p:nvSpPr>
        <p:spPr>
          <a:xfrm>
            <a:off x="6629539" y="5670704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48B10158-E50F-1EA7-C2C5-2AAD481E0151}"/>
              </a:ext>
            </a:extLst>
          </p:cNvPr>
          <p:cNvSpPr/>
          <p:nvPr/>
        </p:nvSpPr>
        <p:spPr>
          <a:xfrm>
            <a:off x="3239941" y="5650238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441DC50B-D82E-82C9-0586-0E663CE55D63}"/>
              </a:ext>
            </a:extLst>
          </p:cNvPr>
          <p:cNvSpPr/>
          <p:nvPr/>
        </p:nvSpPr>
        <p:spPr>
          <a:xfrm>
            <a:off x="2712129" y="5644015"/>
            <a:ext cx="302578" cy="1509268"/>
          </a:xfrm>
          <a:prstGeom prst="roundRect">
            <a:avLst>
              <a:gd name="adj" fmla="val 30518"/>
            </a:avLst>
          </a:prstGeom>
          <a:solidFill>
            <a:srgbClr val="0000FF"/>
          </a:solidFill>
          <a:ln w="38100">
            <a:solidFill>
              <a:srgbClr val="B7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5001117C-D071-EFE7-55DE-0DB764AF3EB4}"/>
              </a:ext>
            </a:extLst>
          </p:cNvPr>
          <p:cNvSpPr/>
          <p:nvPr/>
        </p:nvSpPr>
        <p:spPr>
          <a:xfrm>
            <a:off x="12215951" y="5524207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EC2B377-184C-7C37-1DB0-88960957D4FC}"/>
              </a:ext>
            </a:extLst>
          </p:cNvPr>
          <p:cNvCxnSpPr>
            <a:cxnSpLocks/>
            <a:endCxn id="173" idx="2"/>
          </p:cNvCxnSpPr>
          <p:nvPr/>
        </p:nvCxnSpPr>
        <p:spPr>
          <a:xfrm>
            <a:off x="12984967" y="5540735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5C9FCC64-2382-1A46-8148-CC141819EDB3}"/>
              </a:ext>
            </a:extLst>
          </p:cNvPr>
          <p:cNvSpPr/>
          <p:nvPr/>
        </p:nvSpPr>
        <p:spPr>
          <a:xfrm>
            <a:off x="8263391" y="5494018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4F0A167-FBA7-B6D2-35D4-45392A0A2145}"/>
              </a:ext>
            </a:extLst>
          </p:cNvPr>
          <p:cNvCxnSpPr>
            <a:cxnSpLocks/>
            <a:endCxn id="175" idx="2"/>
          </p:cNvCxnSpPr>
          <p:nvPr/>
        </p:nvCxnSpPr>
        <p:spPr>
          <a:xfrm>
            <a:off x="9032407" y="5510546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F5B4C77C-D60F-7B06-5FF0-453BEB55A3EB}"/>
              </a:ext>
            </a:extLst>
          </p:cNvPr>
          <p:cNvSpPr/>
          <p:nvPr/>
        </p:nvSpPr>
        <p:spPr>
          <a:xfrm>
            <a:off x="4331707" y="5536416"/>
            <a:ext cx="1538033" cy="1627914"/>
          </a:xfrm>
          <a:prstGeom prst="roundRect">
            <a:avLst>
              <a:gd name="adj" fmla="val 9731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E030600-0C02-8E27-8C71-33BF84E1C661}"/>
              </a:ext>
            </a:extLst>
          </p:cNvPr>
          <p:cNvCxnSpPr>
            <a:cxnSpLocks/>
            <a:endCxn id="177" idx="2"/>
          </p:cNvCxnSpPr>
          <p:nvPr/>
        </p:nvCxnSpPr>
        <p:spPr>
          <a:xfrm>
            <a:off x="5100723" y="5552944"/>
            <a:ext cx="1" cy="161138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E1CF95CA-4D53-D8D9-C8EB-7D9514ECECF1}"/>
              </a:ext>
            </a:extLst>
          </p:cNvPr>
          <p:cNvSpPr/>
          <p:nvPr/>
        </p:nvSpPr>
        <p:spPr>
          <a:xfrm>
            <a:off x="16143340" y="5542561"/>
            <a:ext cx="570015" cy="1627914"/>
          </a:xfrm>
          <a:prstGeom prst="roundRect">
            <a:avLst>
              <a:gd name="adj" fmla="val 22208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CFD74D6-120C-ED50-3C20-C0A6345A146C}"/>
              </a:ext>
            </a:extLst>
          </p:cNvPr>
          <p:cNvSpPr/>
          <p:nvPr/>
        </p:nvSpPr>
        <p:spPr>
          <a:xfrm>
            <a:off x="1078601" y="4535782"/>
            <a:ext cx="15866194" cy="805162"/>
          </a:xfrm>
          <a:prstGeom prst="rect">
            <a:avLst/>
          </a:prstGeom>
          <a:gradFill>
            <a:gsLst>
              <a:gs pos="46000">
                <a:srgbClr val="AEACA4"/>
              </a:gs>
              <a:gs pos="33000">
                <a:srgbClr val="9E9392"/>
              </a:gs>
              <a:gs pos="0">
                <a:srgbClr val="7F8788"/>
              </a:gs>
              <a:gs pos="100000">
                <a:srgbClr val="DAD4C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2278CB-715D-F9AE-F53E-9C40FB6318C6}"/>
              </a:ext>
            </a:extLst>
          </p:cNvPr>
          <p:cNvSpPr/>
          <p:nvPr/>
        </p:nvSpPr>
        <p:spPr>
          <a:xfrm>
            <a:off x="2323610" y="4852954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2FA0492-0F5E-E5CF-5439-A0F996B6574F}"/>
              </a:ext>
            </a:extLst>
          </p:cNvPr>
          <p:cNvSpPr/>
          <p:nvPr/>
        </p:nvSpPr>
        <p:spPr>
          <a:xfrm>
            <a:off x="6268434" y="4834155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3D77847-1411-40CE-6D6B-D2964DA9C30A}"/>
              </a:ext>
            </a:extLst>
          </p:cNvPr>
          <p:cNvSpPr/>
          <p:nvPr/>
        </p:nvSpPr>
        <p:spPr>
          <a:xfrm>
            <a:off x="10209578" y="4822902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9CD9EC7-C95F-FC21-E169-8FB2C2064995}"/>
              </a:ext>
            </a:extLst>
          </p:cNvPr>
          <p:cNvSpPr/>
          <p:nvPr/>
        </p:nvSpPr>
        <p:spPr>
          <a:xfrm>
            <a:off x="14158406" y="4799042"/>
            <a:ext cx="1551169" cy="609674"/>
          </a:xfrm>
          <a:prstGeom prst="rect">
            <a:avLst/>
          </a:prstGeom>
          <a:gradFill>
            <a:gsLst>
              <a:gs pos="68000">
                <a:srgbClr val="032716"/>
              </a:gs>
              <a:gs pos="100000">
                <a:srgbClr val="23272B"/>
              </a:gs>
              <a:gs pos="41950">
                <a:srgbClr val="1F3129"/>
              </a:gs>
              <a:gs pos="58000">
                <a:srgbClr val="CCCDD3"/>
              </a:gs>
              <a:gs pos="0">
                <a:srgbClr val="03271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B7C631A-B5A8-CBA1-42BA-F91B85D98B10}"/>
              </a:ext>
            </a:extLst>
          </p:cNvPr>
          <p:cNvSpPr/>
          <p:nvPr/>
        </p:nvSpPr>
        <p:spPr>
          <a:xfrm>
            <a:off x="2598797" y="8220832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7DD9FBD-E882-F3C4-88D5-FAE9445F1B09}"/>
              </a:ext>
            </a:extLst>
          </p:cNvPr>
          <p:cNvCxnSpPr/>
          <p:nvPr/>
        </p:nvCxnSpPr>
        <p:spPr>
          <a:xfrm>
            <a:off x="3126608" y="5449163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089B10-F763-6F6C-1A8A-D751358D8C7B}"/>
              </a:ext>
            </a:extLst>
          </p:cNvPr>
          <p:cNvSpPr/>
          <p:nvPr/>
        </p:nvSpPr>
        <p:spPr>
          <a:xfrm>
            <a:off x="6516207" y="8257276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B528D1C-F9F7-C685-9550-524A220CFB64}"/>
              </a:ext>
            </a:extLst>
          </p:cNvPr>
          <p:cNvSpPr/>
          <p:nvPr/>
        </p:nvSpPr>
        <p:spPr>
          <a:xfrm>
            <a:off x="10477107" y="8235340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31684E4-BB25-8510-CCF9-0509084483BE}"/>
              </a:ext>
            </a:extLst>
          </p:cNvPr>
          <p:cNvSpPr/>
          <p:nvPr/>
        </p:nvSpPr>
        <p:spPr>
          <a:xfrm>
            <a:off x="14438007" y="8245782"/>
            <a:ext cx="1066245" cy="141457"/>
          </a:xfrm>
          <a:prstGeom prst="rect">
            <a:avLst/>
          </a:prstGeom>
          <a:gradFill>
            <a:gsLst>
              <a:gs pos="81000">
                <a:srgbClr val="443B32"/>
              </a:gs>
              <a:gs pos="100000">
                <a:srgbClr val="443B32"/>
              </a:gs>
              <a:gs pos="75000">
                <a:srgbClr val="65584D"/>
              </a:gs>
              <a:gs pos="41000">
                <a:srgbClr val="79706A"/>
              </a:gs>
              <a:gs pos="14000">
                <a:srgbClr val="686764"/>
              </a:gs>
              <a:gs pos="9000">
                <a:srgbClr val="42352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65728D7-CCB4-6632-110C-297F3C8A023A}"/>
              </a:ext>
            </a:extLst>
          </p:cNvPr>
          <p:cNvCxnSpPr>
            <a:cxnSpLocks/>
          </p:cNvCxnSpPr>
          <p:nvPr/>
        </p:nvCxnSpPr>
        <p:spPr>
          <a:xfrm>
            <a:off x="7044018" y="5475852"/>
            <a:ext cx="0" cy="290398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9573FB6-9B04-48E3-8556-B31F1089C5E5}"/>
              </a:ext>
            </a:extLst>
          </p:cNvPr>
          <p:cNvCxnSpPr/>
          <p:nvPr/>
        </p:nvCxnSpPr>
        <p:spPr>
          <a:xfrm>
            <a:off x="11000448" y="5468232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810A04F-A6F5-AB7E-4720-29EA861826C5}"/>
              </a:ext>
            </a:extLst>
          </p:cNvPr>
          <p:cNvCxnSpPr/>
          <p:nvPr/>
        </p:nvCxnSpPr>
        <p:spPr>
          <a:xfrm>
            <a:off x="14950727" y="5449163"/>
            <a:ext cx="0" cy="291846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812BB38-8364-4713-664D-89AD32F84CA3}"/>
              </a:ext>
            </a:extLst>
          </p:cNvPr>
          <p:cNvSpPr/>
          <p:nvPr/>
        </p:nvSpPr>
        <p:spPr>
          <a:xfrm>
            <a:off x="2953777" y="4890016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E609C56-DFD5-05EB-8119-B0A7660E821A}"/>
              </a:ext>
            </a:extLst>
          </p:cNvPr>
          <p:cNvSpPr/>
          <p:nvPr/>
        </p:nvSpPr>
        <p:spPr>
          <a:xfrm>
            <a:off x="2409709" y="4890016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64ED0D1-E870-395B-D47E-0794881DEC11}"/>
              </a:ext>
            </a:extLst>
          </p:cNvPr>
          <p:cNvCxnSpPr>
            <a:stCxn id="194" idx="0"/>
            <a:endCxn id="194" idx="2"/>
          </p:cNvCxnSpPr>
          <p:nvPr/>
        </p:nvCxnSpPr>
        <p:spPr>
          <a:xfrm>
            <a:off x="3391230" y="4890016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B6E6D3-0677-046A-3087-43C076ED40B1}"/>
              </a:ext>
            </a:extLst>
          </p:cNvPr>
          <p:cNvSpPr/>
          <p:nvPr/>
        </p:nvSpPr>
        <p:spPr>
          <a:xfrm>
            <a:off x="6868568" y="4875410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1142D44-3C06-D9F3-ABAF-9863E48A0FCA}"/>
              </a:ext>
            </a:extLst>
          </p:cNvPr>
          <p:cNvSpPr/>
          <p:nvPr/>
        </p:nvSpPr>
        <p:spPr>
          <a:xfrm>
            <a:off x="6324500" y="4875410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9BB4F60-EA78-0AA9-0030-5BB0B7CAD66F}"/>
              </a:ext>
            </a:extLst>
          </p:cNvPr>
          <p:cNvCxnSpPr>
            <a:stCxn id="197" idx="0"/>
            <a:endCxn id="197" idx="2"/>
          </p:cNvCxnSpPr>
          <p:nvPr/>
        </p:nvCxnSpPr>
        <p:spPr>
          <a:xfrm>
            <a:off x="7306021" y="4875410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910BBCE-C862-0531-CF27-6FE500210A1D}"/>
              </a:ext>
            </a:extLst>
          </p:cNvPr>
          <p:cNvSpPr/>
          <p:nvPr/>
        </p:nvSpPr>
        <p:spPr>
          <a:xfrm>
            <a:off x="10800859" y="4889838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E775694-9A86-D977-0606-DDE894FFE2D5}"/>
              </a:ext>
            </a:extLst>
          </p:cNvPr>
          <p:cNvSpPr/>
          <p:nvPr/>
        </p:nvSpPr>
        <p:spPr>
          <a:xfrm>
            <a:off x="10256791" y="4889838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1AC286D-F7E0-47A9-38FF-D0E2042C61ED}"/>
              </a:ext>
            </a:extLst>
          </p:cNvPr>
          <p:cNvCxnSpPr>
            <a:stCxn id="200" idx="0"/>
            <a:endCxn id="200" idx="2"/>
          </p:cNvCxnSpPr>
          <p:nvPr/>
        </p:nvCxnSpPr>
        <p:spPr>
          <a:xfrm>
            <a:off x="11238312" y="4889838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22AD12E-A81C-9058-137E-ADD3651A9D1C}"/>
              </a:ext>
            </a:extLst>
          </p:cNvPr>
          <p:cNvSpPr/>
          <p:nvPr/>
        </p:nvSpPr>
        <p:spPr>
          <a:xfrm>
            <a:off x="14834669" y="4859177"/>
            <a:ext cx="874906" cy="404332"/>
          </a:xfrm>
          <a:prstGeom prst="rect">
            <a:avLst/>
          </a:prstGeom>
          <a:solidFill>
            <a:srgbClr val="C7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F176651-DC2B-BDAB-4B23-124A20A4821D}"/>
              </a:ext>
            </a:extLst>
          </p:cNvPr>
          <p:cNvSpPr/>
          <p:nvPr/>
        </p:nvSpPr>
        <p:spPr>
          <a:xfrm>
            <a:off x="14290601" y="4859177"/>
            <a:ext cx="445008" cy="404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667FBFC-5A9C-D605-3128-B6A5F406C2A7}"/>
              </a:ext>
            </a:extLst>
          </p:cNvPr>
          <p:cNvCxnSpPr>
            <a:stCxn id="203" idx="0"/>
            <a:endCxn id="203" idx="2"/>
          </p:cNvCxnSpPr>
          <p:nvPr/>
        </p:nvCxnSpPr>
        <p:spPr>
          <a:xfrm>
            <a:off x="15272122" y="4859177"/>
            <a:ext cx="0" cy="40433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7D96AB3C-71B7-C3FF-54AA-AB9AC7C55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3831157" y="7179972"/>
            <a:ext cx="431539" cy="609674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0FE6459E-AE84-208D-DE63-B4719428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4262696" y="7179972"/>
            <a:ext cx="431539" cy="609674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8F2F043A-140A-3AA1-9A0C-2F45BAC27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4693575" y="7176708"/>
            <a:ext cx="431539" cy="609674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D3AF8218-38B2-E457-2DC7-4CF3A8C9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5115715" y="7170475"/>
            <a:ext cx="431539" cy="609674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321EC4A3-A19F-1F4F-8CC0-CB1CF9141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5512331" y="7170475"/>
            <a:ext cx="431539" cy="609674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FBA09B37-5D3B-6B25-424A-FFA54554D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5924790" y="7170475"/>
            <a:ext cx="329403" cy="609674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ACB5EDD6-A162-9731-FD26-4C351C3E0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449" y="7781995"/>
            <a:ext cx="594802" cy="321303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03A8D69C-685A-6B79-DBED-84B943889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60" y="7780149"/>
            <a:ext cx="594802" cy="321303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F2D3FDE9-11DF-3542-D4E0-303C22DF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427" y="7780149"/>
            <a:ext cx="594802" cy="321303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B3C0CFB2-318E-A509-1CEB-D42CD2179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60" y="7775391"/>
            <a:ext cx="594802" cy="321303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974245BA-485A-C648-64E1-D9AB2ADA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77" y="7778544"/>
            <a:ext cx="454025" cy="321303"/>
          </a:xfrm>
          <a:prstGeom prst="rect">
            <a:avLst/>
          </a:prstGeom>
        </p:spPr>
      </p:pic>
      <p:sp>
        <p:nvSpPr>
          <p:cNvPr id="217" name="Rectangle 216">
            <a:extLst>
              <a:ext uri="{FF2B5EF4-FFF2-40B4-BE49-F238E27FC236}">
                <a16:creationId xmlns:a16="http://schemas.microsoft.com/office/drawing/2014/main" id="{568EFD6E-3ACF-F2DF-7A93-CD5C6D685552}"/>
              </a:ext>
            </a:extLst>
          </p:cNvPr>
          <p:cNvSpPr/>
          <p:nvPr/>
        </p:nvSpPr>
        <p:spPr>
          <a:xfrm>
            <a:off x="3839303" y="8096694"/>
            <a:ext cx="2374396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8" name="Picture 217">
            <a:extLst>
              <a:ext uri="{FF2B5EF4-FFF2-40B4-BE49-F238E27FC236}">
                <a16:creationId xmlns:a16="http://schemas.microsoft.com/office/drawing/2014/main" id="{DE947B45-31EE-A5E0-6B47-34FEEFF1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7800765" y="7130766"/>
            <a:ext cx="364246" cy="609674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26A673CE-C52E-1D62-C0A9-38BDAEA82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165011" y="7130766"/>
            <a:ext cx="431539" cy="609674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C3CA86E7-395F-FEE6-4F0E-57D5C0012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595890" y="7127502"/>
            <a:ext cx="431539" cy="609674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3062778A-75A0-5908-7E17-638CE42B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018030" y="7121269"/>
            <a:ext cx="431539" cy="609674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EBFA7DB0-29A7-4555-D182-5D0AE912F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414646" y="7121269"/>
            <a:ext cx="431539" cy="609674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2D08CCAB-2ADE-783B-3C4F-79ED79131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827106" y="7121269"/>
            <a:ext cx="334858" cy="609674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C4E79BFA-C986-06D9-3427-478C65FEA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420" y="7732789"/>
            <a:ext cx="548145" cy="321303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B7C9B2F5-B0FD-A9F0-9A1F-D69268F01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675" y="7730943"/>
            <a:ext cx="594802" cy="321303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223D8499-A9A3-55B1-837C-46E49058B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742" y="7730943"/>
            <a:ext cx="594802" cy="321303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29AA9F52-7326-6B6D-1DA0-FDC6D4B84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675" y="7726185"/>
            <a:ext cx="594802" cy="321303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36FBD492-9E46-7471-691D-89E288F6B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992" y="7729338"/>
            <a:ext cx="520818" cy="321303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EE2D9F6A-E4B3-4E82-8991-C067C30295A2}"/>
              </a:ext>
            </a:extLst>
          </p:cNvPr>
          <p:cNvSpPr/>
          <p:nvPr/>
        </p:nvSpPr>
        <p:spPr>
          <a:xfrm>
            <a:off x="7819603" y="8047488"/>
            <a:ext cx="236320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0" name="Picture 229">
            <a:extLst>
              <a:ext uri="{FF2B5EF4-FFF2-40B4-BE49-F238E27FC236}">
                <a16:creationId xmlns:a16="http://schemas.microsoft.com/office/drawing/2014/main" id="{EE638C09-01C2-728C-FA70-D3FAEA2D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1796492" y="7139373"/>
            <a:ext cx="350928" cy="609674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36C43CCD-844B-058E-CBE7-82BBE18E5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2147420" y="7139373"/>
            <a:ext cx="431539" cy="609674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B86D2A59-315E-B6BD-10A6-5A975E1E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2578299" y="7136109"/>
            <a:ext cx="431539" cy="609674"/>
          </a:xfrm>
          <a:prstGeom prst="rect">
            <a:avLst/>
          </a:prstGeom>
        </p:spPr>
      </p:pic>
      <p:pic>
        <p:nvPicPr>
          <p:cNvPr id="233" name="Picture 232">
            <a:extLst>
              <a:ext uri="{FF2B5EF4-FFF2-40B4-BE49-F238E27FC236}">
                <a16:creationId xmlns:a16="http://schemas.microsoft.com/office/drawing/2014/main" id="{1B524E13-F98E-05F1-808F-19A813B4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3000439" y="7129876"/>
            <a:ext cx="431539" cy="609674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775A6431-E042-7F2F-58D2-217348AFB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3397055" y="7129876"/>
            <a:ext cx="431539" cy="609674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9A8D6C9C-B7D2-BBF1-CBC8-20BAADAC0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13809515" y="7129876"/>
            <a:ext cx="348892" cy="609674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06403515-8940-1A0D-ABD4-B4727905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5843" y="7741396"/>
            <a:ext cx="537131" cy="321303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CDF95C2C-2E1A-AA2E-0D9E-A0087C71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084" y="7739550"/>
            <a:ext cx="594802" cy="321303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A8F6504D-A59C-9430-5D1E-A754C54F7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151" y="7739550"/>
            <a:ext cx="594802" cy="32130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EE87070E-5823-B1AE-1CB8-912AB54E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8084" y="7734792"/>
            <a:ext cx="594802" cy="321303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80B51BE8-53A1-E29B-83FE-1A250A566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4401" y="7737945"/>
            <a:ext cx="455819" cy="321303"/>
          </a:xfrm>
          <a:prstGeom prst="rect">
            <a:avLst/>
          </a:prstGeom>
        </p:spPr>
      </p:pic>
      <p:sp>
        <p:nvSpPr>
          <p:cNvPr id="241" name="Rectangle 240">
            <a:extLst>
              <a:ext uri="{FF2B5EF4-FFF2-40B4-BE49-F238E27FC236}">
                <a16:creationId xmlns:a16="http://schemas.microsoft.com/office/drawing/2014/main" id="{493F586D-9210-597F-2DA2-DA0848E892D6}"/>
              </a:ext>
            </a:extLst>
          </p:cNvPr>
          <p:cNvSpPr/>
          <p:nvPr/>
        </p:nvSpPr>
        <p:spPr>
          <a:xfrm>
            <a:off x="11790936" y="8056095"/>
            <a:ext cx="2394830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2" name="正方形/長方形 4114">
            <a:extLst>
              <a:ext uri="{FF2B5EF4-FFF2-40B4-BE49-F238E27FC236}">
                <a16:creationId xmlns:a16="http://schemas.microsoft.com/office/drawing/2014/main" id="{9F5EF4BF-4657-B412-1388-3E9C2B04A108}"/>
              </a:ext>
            </a:extLst>
          </p:cNvPr>
          <p:cNvSpPr/>
          <p:nvPr/>
        </p:nvSpPr>
        <p:spPr>
          <a:xfrm>
            <a:off x="3827528" y="5294170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43" name="正方形/長方形 4114">
            <a:extLst>
              <a:ext uri="{FF2B5EF4-FFF2-40B4-BE49-F238E27FC236}">
                <a16:creationId xmlns:a16="http://schemas.microsoft.com/office/drawing/2014/main" id="{AAAE81A5-691C-99D1-9C34-7D60EF287EB8}"/>
              </a:ext>
            </a:extLst>
          </p:cNvPr>
          <p:cNvSpPr/>
          <p:nvPr/>
        </p:nvSpPr>
        <p:spPr>
          <a:xfrm>
            <a:off x="6167816" y="527619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44" name="正方形/長方形 4139">
            <a:extLst>
              <a:ext uri="{FF2B5EF4-FFF2-40B4-BE49-F238E27FC236}">
                <a16:creationId xmlns:a16="http://schemas.microsoft.com/office/drawing/2014/main" id="{DB061332-152F-BC37-F3EB-C7BB79AF2DD7}"/>
              </a:ext>
            </a:extLst>
          </p:cNvPr>
          <p:cNvSpPr/>
          <p:nvPr/>
        </p:nvSpPr>
        <p:spPr>
          <a:xfrm>
            <a:off x="3828683" y="5270849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45" name="正方形/長方形 4139">
            <a:extLst>
              <a:ext uri="{FF2B5EF4-FFF2-40B4-BE49-F238E27FC236}">
                <a16:creationId xmlns:a16="http://schemas.microsoft.com/office/drawing/2014/main" id="{40BFC36E-5F3F-9803-F144-E4C3344C8666}"/>
              </a:ext>
            </a:extLst>
          </p:cNvPr>
          <p:cNvSpPr/>
          <p:nvPr/>
        </p:nvSpPr>
        <p:spPr>
          <a:xfrm>
            <a:off x="7772689" y="5189251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46" name="正方形/長方形 4139">
            <a:extLst>
              <a:ext uri="{FF2B5EF4-FFF2-40B4-BE49-F238E27FC236}">
                <a16:creationId xmlns:a16="http://schemas.microsoft.com/office/drawing/2014/main" id="{D06D22FB-EF7A-1B2A-A5D0-B2059B17F66B}"/>
              </a:ext>
            </a:extLst>
          </p:cNvPr>
          <p:cNvSpPr/>
          <p:nvPr/>
        </p:nvSpPr>
        <p:spPr>
          <a:xfrm>
            <a:off x="11756276" y="5240328"/>
            <a:ext cx="2389976" cy="18098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A60B453B-7F92-82BC-B5D1-A1D61A1A3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2941" y="7236463"/>
            <a:ext cx="1121853" cy="553183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DBB18314-5050-47A1-F26E-F24AB9BF2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30346" y="7789646"/>
            <a:ext cx="1122847" cy="272161"/>
          </a:xfrm>
          <a:prstGeom prst="rect">
            <a:avLst/>
          </a:prstGeom>
        </p:spPr>
      </p:pic>
      <p:sp>
        <p:nvSpPr>
          <p:cNvPr id="249" name="Rectangle 248">
            <a:extLst>
              <a:ext uri="{FF2B5EF4-FFF2-40B4-BE49-F238E27FC236}">
                <a16:creationId xmlns:a16="http://schemas.microsoft.com/office/drawing/2014/main" id="{D0D5DEFA-F9DA-A08E-CBD1-D893FA568B84}"/>
              </a:ext>
            </a:extLst>
          </p:cNvPr>
          <p:cNvSpPr/>
          <p:nvPr/>
        </p:nvSpPr>
        <p:spPr>
          <a:xfrm>
            <a:off x="15825406" y="8026120"/>
            <a:ext cx="1140585" cy="4060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0" name="正方形/長方形 4114">
            <a:extLst>
              <a:ext uri="{FF2B5EF4-FFF2-40B4-BE49-F238E27FC236}">
                <a16:creationId xmlns:a16="http://schemas.microsoft.com/office/drawing/2014/main" id="{91B957B9-70CD-8303-C4AB-C93E08D30745}"/>
              </a:ext>
            </a:extLst>
          </p:cNvPr>
          <p:cNvSpPr/>
          <p:nvPr/>
        </p:nvSpPr>
        <p:spPr>
          <a:xfrm>
            <a:off x="15735845" y="5215061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51" name="正方形/長方形 4139">
            <a:extLst>
              <a:ext uri="{FF2B5EF4-FFF2-40B4-BE49-F238E27FC236}">
                <a16:creationId xmlns:a16="http://schemas.microsoft.com/office/drawing/2014/main" id="{A3ADC038-49DE-4806-D44A-3A35761F26F1}"/>
              </a:ext>
            </a:extLst>
          </p:cNvPr>
          <p:cNvSpPr/>
          <p:nvPr/>
        </p:nvSpPr>
        <p:spPr>
          <a:xfrm>
            <a:off x="15717258" y="5263509"/>
            <a:ext cx="1227216" cy="14520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57" name="Picture 256">
            <a:extLst>
              <a:ext uri="{FF2B5EF4-FFF2-40B4-BE49-F238E27FC236}">
                <a16:creationId xmlns:a16="http://schemas.microsoft.com/office/drawing/2014/main" id="{04762A6D-20C0-B6B1-F743-AED6DE1F2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220" y="7166076"/>
            <a:ext cx="609315" cy="609315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DDD480E9-4BF8-4355-DEA4-9D2EEE4D13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8333" y="7167211"/>
            <a:ext cx="609315" cy="609315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A5449B5D-9158-9C66-6DB5-156675DA6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7758" y="7163232"/>
            <a:ext cx="609315" cy="6093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19E6DE8F-E548-594A-BDAA-18BDEEBDA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146" y="7180578"/>
            <a:ext cx="609315" cy="609315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8DE0FC3F-8071-3336-0835-DDFB32B586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3094" y="7766967"/>
            <a:ext cx="597635" cy="338150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1A5A00AC-CA6A-B6E1-AEB7-697A98A0AF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2692" y="7772463"/>
            <a:ext cx="597635" cy="338150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A7E060AB-C69F-EC00-7FA0-7D76A7E73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7098" y="7771372"/>
            <a:ext cx="597635" cy="338150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95E1B395-0052-D440-294F-E1DF9DF16E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6288" y="7785375"/>
            <a:ext cx="597635" cy="338150"/>
          </a:xfrm>
          <a:prstGeom prst="rect">
            <a:avLst/>
          </a:prstGeom>
        </p:spPr>
      </p:pic>
      <p:sp>
        <p:nvSpPr>
          <p:cNvPr id="265" name="正方形/長方形 4114">
            <a:extLst>
              <a:ext uri="{FF2B5EF4-FFF2-40B4-BE49-F238E27FC236}">
                <a16:creationId xmlns:a16="http://schemas.microsoft.com/office/drawing/2014/main" id="{5902EA9E-A15A-30E2-B4C0-F3CCFC926E94}"/>
              </a:ext>
            </a:extLst>
          </p:cNvPr>
          <p:cNvSpPr/>
          <p:nvPr/>
        </p:nvSpPr>
        <p:spPr>
          <a:xfrm>
            <a:off x="5063855" y="5263509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66" name="Picture 265">
            <a:extLst>
              <a:ext uri="{FF2B5EF4-FFF2-40B4-BE49-F238E27FC236}">
                <a16:creationId xmlns:a16="http://schemas.microsoft.com/office/drawing/2014/main" id="{C0B2CCCE-D926-5A2F-9F3F-0A988AA2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232738" y="7114975"/>
            <a:ext cx="431539" cy="609674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5B3C5583-D4C6-2184-539C-56B7F032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8663617" y="7111711"/>
            <a:ext cx="431539" cy="609674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4FA0745C-EA34-9D5E-6A59-037D6B5F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085757" y="7105478"/>
            <a:ext cx="431539" cy="609674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00E6F663-E1B9-FE1C-A563-686ACC385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93"/>
          <a:stretch/>
        </p:blipFill>
        <p:spPr>
          <a:xfrm>
            <a:off x="9482373" y="7105478"/>
            <a:ext cx="431539" cy="609674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ED496391-F61D-64AF-AA12-3842CA60B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402" y="7715152"/>
            <a:ext cx="594802" cy="321303"/>
          </a:xfrm>
          <a:prstGeom prst="rect">
            <a:avLst/>
          </a:prstGeom>
        </p:spPr>
      </p:pic>
      <p:pic>
        <p:nvPicPr>
          <p:cNvPr id="271" name="Picture 270">
            <a:extLst>
              <a:ext uri="{FF2B5EF4-FFF2-40B4-BE49-F238E27FC236}">
                <a16:creationId xmlns:a16="http://schemas.microsoft.com/office/drawing/2014/main" id="{A39B82B3-4C48-E4CF-1508-8A2E2862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469" y="7715152"/>
            <a:ext cx="594802" cy="321303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12DF97CD-AA26-FE0E-8753-369C0DA8F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02" y="7710394"/>
            <a:ext cx="594802" cy="321303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0A0AD216-A754-D05B-3DDE-75B2735E09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4070" y="7101079"/>
            <a:ext cx="609315" cy="609315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7E9463E6-B3EB-0AD6-B575-790C114254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375" y="7102214"/>
            <a:ext cx="609315" cy="609315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E8289FA8-DB65-E19C-5D9D-1DD7D785ED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7800" y="7098235"/>
            <a:ext cx="609315" cy="609315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A9185B4B-52D7-C2BA-40C8-EA7555434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9188" y="7115581"/>
            <a:ext cx="609315" cy="609315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B6E588F8-BB6E-E338-3145-C5D4E0BC32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0944" y="7708066"/>
            <a:ext cx="597635" cy="338150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04D136D6-43C6-BCEC-33C0-432F165CC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638" y="7707466"/>
            <a:ext cx="597635" cy="338150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80116443-66FF-3AD6-938C-2F17A38BE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7140" y="7706375"/>
            <a:ext cx="597635" cy="338150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793208A8-E24E-6940-2C17-7123D1DAE3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0" y="7720378"/>
            <a:ext cx="597635" cy="338150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1FF483DC-7E56-428F-E724-0372C40F8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3738" y="7124028"/>
            <a:ext cx="609315" cy="609315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6647194-EC7D-36DC-7E98-4D9411B62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8043" y="7125163"/>
            <a:ext cx="609315" cy="609315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607E4B90-620C-6D8F-485D-39D3D620DB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57468" y="7121184"/>
            <a:ext cx="609315" cy="609315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D59EC750-21CA-AA12-E140-641B07EE1A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8856" y="7138530"/>
            <a:ext cx="609315" cy="609315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C50B04AA-3DA6-1A09-27FF-07AAE936F7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60612" y="7731015"/>
            <a:ext cx="597635" cy="338150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B12D650E-3D2B-62F6-A8B7-56FC822290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6306" y="7730415"/>
            <a:ext cx="597635" cy="338150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D97E7208-FF99-874F-E7AD-0E271B896E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56808" y="7729324"/>
            <a:ext cx="597635" cy="338150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70249DC7-E432-57BF-C932-A3CB7EA489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5998" y="7743327"/>
            <a:ext cx="597635" cy="338150"/>
          </a:xfrm>
          <a:prstGeom prst="rect">
            <a:avLst/>
          </a:prstGeom>
        </p:spPr>
      </p:pic>
      <p:sp>
        <p:nvSpPr>
          <p:cNvPr id="289" name="正方形/長方形 4114">
            <a:extLst>
              <a:ext uri="{FF2B5EF4-FFF2-40B4-BE49-F238E27FC236}">
                <a16:creationId xmlns:a16="http://schemas.microsoft.com/office/drawing/2014/main" id="{C2607E9E-E087-AD3F-5201-7224075AD3B9}"/>
              </a:ext>
            </a:extLst>
          </p:cNvPr>
          <p:cNvSpPr/>
          <p:nvPr/>
        </p:nvSpPr>
        <p:spPr>
          <a:xfrm>
            <a:off x="11755121" y="5263649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90" name="正方形/長方形 4114">
            <a:extLst>
              <a:ext uri="{FF2B5EF4-FFF2-40B4-BE49-F238E27FC236}">
                <a16:creationId xmlns:a16="http://schemas.microsoft.com/office/drawing/2014/main" id="{20214B7A-7884-FB97-F4BF-7E748F445E0A}"/>
              </a:ext>
            </a:extLst>
          </p:cNvPr>
          <p:cNvSpPr/>
          <p:nvPr/>
        </p:nvSpPr>
        <p:spPr>
          <a:xfrm>
            <a:off x="14095409" y="5245670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91" name="正方形/長方形 4114">
            <a:extLst>
              <a:ext uri="{FF2B5EF4-FFF2-40B4-BE49-F238E27FC236}">
                <a16:creationId xmlns:a16="http://schemas.microsoft.com/office/drawing/2014/main" id="{CF585B7F-6475-C062-AF3F-5A0A6E27E794}"/>
              </a:ext>
            </a:extLst>
          </p:cNvPr>
          <p:cNvSpPr/>
          <p:nvPr/>
        </p:nvSpPr>
        <p:spPr>
          <a:xfrm>
            <a:off x="12991448" y="5232988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92" name="正方形/長方形 4114">
            <a:extLst>
              <a:ext uri="{FF2B5EF4-FFF2-40B4-BE49-F238E27FC236}">
                <a16:creationId xmlns:a16="http://schemas.microsoft.com/office/drawing/2014/main" id="{3429E2EC-4678-E34C-E723-83C1F5906C46}"/>
              </a:ext>
            </a:extLst>
          </p:cNvPr>
          <p:cNvSpPr/>
          <p:nvPr/>
        </p:nvSpPr>
        <p:spPr>
          <a:xfrm>
            <a:off x="7771534" y="5212572"/>
            <a:ext cx="112842" cy="3239263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93" name="正方形/長方形 4114">
            <a:extLst>
              <a:ext uri="{FF2B5EF4-FFF2-40B4-BE49-F238E27FC236}">
                <a16:creationId xmlns:a16="http://schemas.microsoft.com/office/drawing/2014/main" id="{F941230C-B40E-9070-C717-6CA6746F0A7F}"/>
              </a:ext>
            </a:extLst>
          </p:cNvPr>
          <p:cNvSpPr/>
          <p:nvPr/>
        </p:nvSpPr>
        <p:spPr>
          <a:xfrm>
            <a:off x="10111822" y="5194593"/>
            <a:ext cx="100018" cy="3226581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94" name="正方形/長方形 4114">
            <a:extLst>
              <a:ext uri="{FF2B5EF4-FFF2-40B4-BE49-F238E27FC236}">
                <a16:creationId xmlns:a16="http://schemas.microsoft.com/office/drawing/2014/main" id="{93BACD5F-3679-8BA4-866C-4F3F0CF0A2D5}"/>
              </a:ext>
            </a:extLst>
          </p:cNvPr>
          <p:cNvSpPr/>
          <p:nvPr/>
        </p:nvSpPr>
        <p:spPr>
          <a:xfrm>
            <a:off x="9007861" y="5181911"/>
            <a:ext cx="59628" cy="325791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95" name="Picture 2" descr="日比谷線の新型車両がお披露目 「13000系」のポイントはココだ！ | 話題 | 鉄道新聞">
            <a:extLst>
              <a:ext uri="{FF2B5EF4-FFF2-40B4-BE49-F238E27FC236}">
                <a16:creationId xmlns:a16="http://schemas.microsoft.com/office/drawing/2014/main" id="{DDEEC885-EE13-E256-AE1D-DA15CE9C4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209" y="1389177"/>
            <a:ext cx="44577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Rectangle 295">
            <a:extLst>
              <a:ext uri="{FF2B5EF4-FFF2-40B4-BE49-F238E27FC236}">
                <a16:creationId xmlns:a16="http://schemas.microsoft.com/office/drawing/2014/main" id="{8CC6756F-16F0-9518-77B6-4CCFA1B5E05F}"/>
              </a:ext>
            </a:extLst>
          </p:cNvPr>
          <p:cNvSpPr/>
          <p:nvPr/>
        </p:nvSpPr>
        <p:spPr>
          <a:xfrm>
            <a:off x="1111170" y="4514127"/>
            <a:ext cx="1189627" cy="3948343"/>
          </a:xfrm>
          <a:prstGeom prst="rect">
            <a:avLst/>
          </a:prstGeom>
          <a:gradFill>
            <a:gsLst>
              <a:gs pos="17480">
                <a:srgbClr val="D9B88B"/>
              </a:gs>
              <a:gs pos="0">
                <a:srgbClr val="7A5F3B"/>
              </a:gs>
              <a:gs pos="81000">
                <a:srgbClr val="A88E6C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東京メトロ、新型車両17000系公開 2021年2月から有楽町線・副都心線に導入 - TRAICY（トライシー）">
            <a:extLst>
              <a:ext uri="{FF2B5EF4-FFF2-40B4-BE49-F238E27FC236}">
                <a16:creationId xmlns:a16="http://schemas.microsoft.com/office/drawing/2014/main" id="{42973B36-0828-00F1-AD0F-A7D8256DA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6463" y="7715111"/>
            <a:ext cx="85725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" name="Rectangle 296">
            <a:extLst>
              <a:ext uri="{FF2B5EF4-FFF2-40B4-BE49-F238E27FC236}">
                <a16:creationId xmlns:a16="http://schemas.microsoft.com/office/drawing/2014/main" id="{2C4AEA8C-B74C-AE9B-39B8-5F97558E8EA5}"/>
              </a:ext>
            </a:extLst>
          </p:cNvPr>
          <p:cNvSpPr/>
          <p:nvPr/>
        </p:nvSpPr>
        <p:spPr>
          <a:xfrm>
            <a:off x="1541032" y="5386054"/>
            <a:ext cx="495144" cy="3048000"/>
          </a:xfrm>
          <a:prstGeom prst="rect">
            <a:avLst/>
          </a:prstGeom>
          <a:gradFill>
            <a:gsLst>
              <a:gs pos="17480">
                <a:srgbClr val="ECE2CF"/>
              </a:gs>
              <a:gs pos="59436">
                <a:srgbClr val="666D79"/>
              </a:gs>
              <a:gs pos="46000">
                <a:srgbClr val="B7A285"/>
              </a:gs>
              <a:gs pos="53139">
                <a:srgbClr val="97A4AD"/>
              </a:gs>
              <a:gs pos="25166">
                <a:srgbClr val="C2A178"/>
              </a:gs>
              <a:gs pos="7000">
                <a:srgbClr val="9B8263"/>
              </a:gs>
              <a:gs pos="69922">
                <a:srgbClr val="61656F"/>
              </a:gs>
              <a:gs pos="85312">
                <a:srgbClr val="5B5B5F"/>
              </a:gs>
              <a:gs pos="77609">
                <a:srgbClr val="A99C8C"/>
              </a:gs>
              <a:gs pos="100000">
                <a:srgbClr val="545151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F9F9553D-FB18-380C-049E-2BE74EAB79B6}"/>
              </a:ext>
            </a:extLst>
          </p:cNvPr>
          <p:cNvSpPr/>
          <p:nvPr/>
        </p:nvSpPr>
        <p:spPr>
          <a:xfrm>
            <a:off x="1671320" y="5675614"/>
            <a:ext cx="243840" cy="1421146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339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410471-3759-A756-9E3A-13093C5F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253"/>
            <a:ext cx="24384000" cy="6131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9E594-D24A-1F2B-93CD-33AD66D6F5E9}"/>
              </a:ext>
            </a:extLst>
          </p:cNvPr>
          <p:cNvSpPr/>
          <p:nvPr/>
        </p:nvSpPr>
        <p:spPr>
          <a:xfrm>
            <a:off x="4697505" y="1886462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E212B-97F7-D6D9-1E95-758AB6E74A18}"/>
              </a:ext>
            </a:extLst>
          </p:cNvPr>
          <p:cNvSpPr/>
          <p:nvPr/>
        </p:nvSpPr>
        <p:spPr>
          <a:xfrm>
            <a:off x="10515601" y="1739153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70AE3D-C574-CFD5-A819-47E8619307F2}"/>
              </a:ext>
            </a:extLst>
          </p:cNvPr>
          <p:cNvSpPr/>
          <p:nvPr/>
        </p:nvSpPr>
        <p:spPr>
          <a:xfrm>
            <a:off x="16602637" y="1739153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599A2-0297-B273-99BA-A3BEB774A77E}"/>
              </a:ext>
            </a:extLst>
          </p:cNvPr>
          <p:cNvSpPr/>
          <p:nvPr/>
        </p:nvSpPr>
        <p:spPr>
          <a:xfrm>
            <a:off x="22519341" y="2097742"/>
            <a:ext cx="168984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2375E-170F-FB7B-F0B0-2544C8678064}"/>
              </a:ext>
            </a:extLst>
          </p:cNvPr>
          <p:cNvSpPr/>
          <p:nvPr/>
        </p:nvSpPr>
        <p:spPr>
          <a:xfrm>
            <a:off x="273423" y="1886462"/>
            <a:ext cx="168984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AF1157-C09A-611F-1F2F-8F55B21856B7}"/>
              </a:ext>
            </a:extLst>
          </p:cNvPr>
          <p:cNvSpPr/>
          <p:nvPr/>
        </p:nvSpPr>
        <p:spPr>
          <a:xfrm>
            <a:off x="5002307" y="8383793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DC7198-2E83-01A6-5B24-F7448161EA7B}"/>
              </a:ext>
            </a:extLst>
          </p:cNvPr>
          <p:cNvSpPr/>
          <p:nvPr/>
        </p:nvSpPr>
        <p:spPr>
          <a:xfrm>
            <a:off x="10780058" y="7870201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E19AD7-FE86-6E85-5FD5-7EA1DC9264B2}"/>
              </a:ext>
            </a:extLst>
          </p:cNvPr>
          <p:cNvSpPr/>
          <p:nvPr/>
        </p:nvSpPr>
        <p:spPr>
          <a:xfrm>
            <a:off x="16607122" y="8045909"/>
            <a:ext cx="3083858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B99E2-F24A-B36D-B19A-CCC9EDC937C6}"/>
              </a:ext>
            </a:extLst>
          </p:cNvPr>
          <p:cNvSpPr/>
          <p:nvPr/>
        </p:nvSpPr>
        <p:spPr>
          <a:xfrm>
            <a:off x="22519341" y="8282578"/>
            <a:ext cx="1845836" cy="3030070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6FED55-ABD6-0A15-1F1E-7C89EB74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7" y="7037700"/>
            <a:ext cx="24384000" cy="61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9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5B535CE-F6D0-DC7E-AC64-97F4EC0FB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429" y="6428861"/>
            <a:ext cx="5924261" cy="60960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B25F5F1-92E9-3355-FEFE-9FCD49E20AF1}"/>
              </a:ext>
            </a:extLst>
          </p:cNvPr>
          <p:cNvSpPr/>
          <p:nvPr/>
        </p:nvSpPr>
        <p:spPr>
          <a:xfrm>
            <a:off x="0" y="261767"/>
            <a:ext cx="6797040" cy="6004559"/>
          </a:xfrm>
          <a:prstGeom prst="rect">
            <a:avLst/>
          </a:prstGeom>
          <a:gradFill>
            <a:gsLst>
              <a:gs pos="17480">
                <a:srgbClr val="D9B88B"/>
              </a:gs>
              <a:gs pos="0">
                <a:srgbClr val="7A5F3B"/>
              </a:gs>
              <a:gs pos="81000">
                <a:srgbClr val="A88E6C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2F925-08A9-E53C-DE55-46FC527D9B53}"/>
              </a:ext>
            </a:extLst>
          </p:cNvPr>
          <p:cNvSpPr/>
          <p:nvPr/>
        </p:nvSpPr>
        <p:spPr>
          <a:xfrm>
            <a:off x="4559808" y="770673"/>
            <a:ext cx="1755648" cy="5208608"/>
          </a:xfrm>
          <a:prstGeom prst="rect">
            <a:avLst/>
          </a:prstGeom>
          <a:noFill/>
          <a:ln w="635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2E8D3-074B-16C4-D1BF-3C1BA332B100}"/>
              </a:ext>
            </a:extLst>
          </p:cNvPr>
          <p:cNvSpPr/>
          <p:nvPr/>
        </p:nvSpPr>
        <p:spPr>
          <a:xfrm>
            <a:off x="4861560" y="1441233"/>
            <a:ext cx="1082040" cy="222287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D8898-5FF4-ECEB-2B48-8759090BD344}"/>
              </a:ext>
            </a:extLst>
          </p:cNvPr>
          <p:cNvSpPr/>
          <p:nvPr/>
        </p:nvSpPr>
        <p:spPr>
          <a:xfrm>
            <a:off x="4863104" y="2937478"/>
            <a:ext cx="1082040" cy="726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1BDDAC-6470-FD90-6C7A-B6C62B96F52A}"/>
              </a:ext>
            </a:extLst>
          </p:cNvPr>
          <p:cNvSpPr/>
          <p:nvPr/>
        </p:nvSpPr>
        <p:spPr>
          <a:xfrm>
            <a:off x="2150118" y="1441233"/>
            <a:ext cx="2050026" cy="2084215"/>
          </a:xfrm>
          <a:prstGeom prst="rect">
            <a:avLst/>
          </a:prstGeom>
          <a:solidFill>
            <a:srgbClr val="0000FF"/>
          </a:solidFill>
          <a:ln w="635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E8E0DA-4126-16AF-E1A3-C3540B039987}"/>
              </a:ext>
            </a:extLst>
          </p:cNvPr>
          <p:cNvSpPr/>
          <p:nvPr/>
        </p:nvSpPr>
        <p:spPr>
          <a:xfrm>
            <a:off x="1926336" y="8146086"/>
            <a:ext cx="1402080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DE6A25-4C5D-738F-D1E1-FEC22423DE1A}"/>
              </a:ext>
            </a:extLst>
          </p:cNvPr>
          <p:cNvSpPr/>
          <p:nvPr/>
        </p:nvSpPr>
        <p:spPr>
          <a:xfrm>
            <a:off x="0" y="8438437"/>
            <a:ext cx="1402080" cy="2076906"/>
          </a:xfrm>
          <a:prstGeom prst="rect">
            <a:avLst/>
          </a:prstGeom>
          <a:solidFill>
            <a:srgbClr val="BACABE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16A9B5-E890-EDCA-C7B3-D232468B1C42}"/>
              </a:ext>
            </a:extLst>
          </p:cNvPr>
          <p:cNvSpPr/>
          <p:nvPr/>
        </p:nvSpPr>
        <p:spPr>
          <a:xfrm>
            <a:off x="3398520" y="8146086"/>
            <a:ext cx="1402080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36F7AB-D995-CC48-4AC9-42AC2280F5FC}"/>
              </a:ext>
            </a:extLst>
          </p:cNvPr>
          <p:cNvSpPr/>
          <p:nvPr/>
        </p:nvSpPr>
        <p:spPr>
          <a:xfrm>
            <a:off x="4913376" y="8146086"/>
            <a:ext cx="2910314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A61E16-FF53-9635-0086-BF0F00D0048E}"/>
              </a:ext>
            </a:extLst>
          </p:cNvPr>
          <p:cNvSpPr/>
          <p:nvPr/>
        </p:nvSpPr>
        <p:spPr>
          <a:xfrm>
            <a:off x="8530536" y="8085126"/>
            <a:ext cx="1402080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3658A4-686D-B64D-1A68-F0F0F29067EE}"/>
              </a:ext>
            </a:extLst>
          </p:cNvPr>
          <p:cNvSpPr/>
          <p:nvPr/>
        </p:nvSpPr>
        <p:spPr>
          <a:xfrm>
            <a:off x="10002720" y="8085126"/>
            <a:ext cx="1402080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BE6163-C3C2-AB92-E1E6-E5D45B49AE28}"/>
              </a:ext>
            </a:extLst>
          </p:cNvPr>
          <p:cNvSpPr/>
          <p:nvPr/>
        </p:nvSpPr>
        <p:spPr>
          <a:xfrm>
            <a:off x="11517576" y="8085126"/>
            <a:ext cx="2910314" cy="2076906"/>
          </a:xfrm>
          <a:prstGeom prst="rect">
            <a:avLst/>
          </a:prstGeom>
          <a:gradFill>
            <a:gsLst>
              <a:gs pos="44000">
                <a:srgbClr val="8E8E8E">
                  <a:alpha val="20000"/>
                </a:srgbClr>
              </a:gs>
              <a:gs pos="0">
                <a:srgbClr val="7EC4B7">
                  <a:alpha val="40000"/>
                </a:srgbClr>
              </a:gs>
              <a:gs pos="100000">
                <a:srgbClr val="7EC4B7">
                  <a:alpha val="3000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7FBC56C-CAEC-38FE-ED5C-F171CB3D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629" y="6428861"/>
            <a:ext cx="5924261" cy="609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4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873081-D1C2-AABE-7968-0D75849B9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252" y="2024875"/>
            <a:ext cx="1418719" cy="1418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D9E642-4232-EB59-42CD-3AFDAE442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81" y="2024875"/>
            <a:ext cx="1418719" cy="1418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E2CFF8-EE81-1DD5-5E08-68F8E21ED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152" y="3787617"/>
            <a:ext cx="155294" cy="60483"/>
          </a:xfrm>
          <a:prstGeom prst="rect">
            <a:avLst/>
          </a:prstGeom>
          <a:effectLst>
            <a:glow rad="254000">
              <a:srgbClr val="F1E1AD">
                <a:alpha val="70000"/>
              </a:srgbClr>
            </a:glo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436871-3A55-D376-C484-F33548811E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5"/>
          <a:stretch/>
        </p:blipFill>
        <p:spPr>
          <a:xfrm>
            <a:off x="3199252" y="2739949"/>
            <a:ext cx="548992" cy="573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FBA83-4A38-D7BC-B224-093B9CAB5D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5"/>
          <a:stretch/>
        </p:blipFill>
        <p:spPr>
          <a:xfrm flipH="1">
            <a:off x="4099560" y="2736139"/>
            <a:ext cx="518411" cy="5730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5BECFF-D0AF-84B2-844B-9F5E32163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307" y="3110309"/>
            <a:ext cx="126272" cy="45719"/>
          </a:xfrm>
          <a:prstGeom prst="rect">
            <a:avLst/>
          </a:prstGeom>
          <a:effectLst>
            <a:glow rad="127000">
              <a:srgbClr val="C75840">
                <a:alpha val="60000"/>
              </a:srgbClr>
            </a:glo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A60A99-AD7F-78B0-214B-05F307E86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098111" y="3110308"/>
            <a:ext cx="140887" cy="45719"/>
          </a:xfrm>
          <a:prstGeom prst="rect">
            <a:avLst/>
          </a:prstGeom>
          <a:effectLst>
            <a:glow rad="127000">
              <a:srgbClr val="C75840">
                <a:alpha val="6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46518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38D278D-7FEC-1A23-E443-5EF6E3265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37"/>
          <a:stretch/>
        </p:blipFill>
        <p:spPr>
          <a:xfrm flipV="1">
            <a:off x="14332634" y="4372333"/>
            <a:ext cx="2164080" cy="24856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E78A1C-4247-3BAF-0EEB-4FEEF66A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37"/>
          <a:stretch/>
        </p:blipFill>
        <p:spPr>
          <a:xfrm flipH="1" flipV="1">
            <a:off x="16482752" y="4372330"/>
            <a:ext cx="2623350" cy="24856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2A0624-04AF-C9B8-2115-A54EF74BB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37"/>
          <a:stretch/>
        </p:blipFill>
        <p:spPr>
          <a:xfrm flipV="1">
            <a:off x="19091990" y="4372330"/>
            <a:ext cx="2037684" cy="2485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6C5ACD-B287-E56D-A384-3432A0828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6496714" y="853437"/>
            <a:ext cx="2316480" cy="35188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3083D8-BA70-3A4D-6797-F5783E32A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194" y="853437"/>
            <a:ext cx="2316480" cy="351889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C6AB0F9-2235-08BD-F6F7-D9FE94024366}"/>
              </a:ext>
            </a:extLst>
          </p:cNvPr>
          <p:cNvSpPr/>
          <p:nvPr/>
        </p:nvSpPr>
        <p:spPr>
          <a:xfrm>
            <a:off x="18892442" y="1362343"/>
            <a:ext cx="1755648" cy="5208608"/>
          </a:xfrm>
          <a:prstGeom prst="rect">
            <a:avLst/>
          </a:prstGeom>
          <a:noFill/>
          <a:ln w="63500">
            <a:gradFill>
              <a:gsLst>
                <a:gs pos="44000">
                  <a:srgbClr val="C7C7C7"/>
                </a:gs>
                <a:gs pos="0">
                  <a:srgbClr val="928D8D"/>
                </a:gs>
                <a:gs pos="79000">
                  <a:srgbClr val="928D8D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D6936-EA41-FE58-66A7-DDEC1CB0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34" y="853441"/>
            <a:ext cx="2164080" cy="6004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6E845-9586-86CB-2F7A-F73EC1AA0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554" y="853440"/>
            <a:ext cx="2164080" cy="6004559"/>
          </a:xfrm>
          <a:prstGeom prst="rect">
            <a:avLst/>
          </a:prstGeom>
        </p:spPr>
      </p:pic>
      <p:pic>
        <p:nvPicPr>
          <p:cNvPr id="3074" name="Picture 2" descr="東京メトロ13000系 | 車内観察日記">
            <a:extLst>
              <a:ext uri="{FF2B5EF4-FFF2-40B4-BE49-F238E27FC236}">
                <a16:creationId xmlns:a16="http://schemas.microsoft.com/office/drawing/2014/main" id="{A4751630-4151-BE89-C7B5-49B399E6F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90" y="2724150"/>
            <a:ext cx="45529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1AE89E-45AF-D244-4BB3-58DD41E69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314" y="853443"/>
            <a:ext cx="3444240" cy="6004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29F242-17B1-C948-99FE-83204C33C9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50" b="5990"/>
          <a:stretch/>
        </p:blipFill>
        <p:spPr>
          <a:xfrm>
            <a:off x="6864691" y="2712723"/>
            <a:ext cx="1555167" cy="1066009"/>
          </a:xfrm>
          <a:prstGeom prst="rect">
            <a:avLst/>
          </a:prstGeom>
          <a:ln w="63500">
            <a:gradFill>
              <a:gsLst>
                <a:gs pos="0">
                  <a:srgbClr val="A3A499"/>
                </a:gs>
                <a:gs pos="23000">
                  <a:srgbClr val="92938B"/>
                </a:gs>
                <a:gs pos="75000">
                  <a:srgbClr val="B4C2D2"/>
                </a:gs>
                <a:gs pos="100000">
                  <a:srgbClr val="817D87"/>
                </a:gs>
              </a:gsLst>
              <a:lin ang="5400000" scaled="1"/>
            </a:gra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A4BFDD-8C82-5E5F-5A08-C57587BD21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50" b="5990"/>
          <a:stretch/>
        </p:blipFill>
        <p:spPr>
          <a:xfrm>
            <a:off x="12373950" y="2758838"/>
            <a:ext cx="1555167" cy="1066009"/>
          </a:xfrm>
          <a:prstGeom prst="rect">
            <a:avLst/>
          </a:prstGeom>
          <a:ln w="63500">
            <a:gradFill>
              <a:gsLst>
                <a:gs pos="0">
                  <a:srgbClr val="A3A499"/>
                </a:gs>
                <a:gs pos="23000">
                  <a:srgbClr val="92938B"/>
                </a:gs>
                <a:gs pos="75000">
                  <a:srgbClr val="B4C2D2"/>
                </a:gs>
                <a:gs pos="100000">
                  <a:srgbClr val="817D87"/>
                </a:gs>
              </a:gsLst>
              <a:lin ang="5400000" scaled="1"/>
            </a:gra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85070-C5AE-AB79-CD6A-F3A7B37C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634" y="853437"/>
            <a:ext cx="2164080" cy="3518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1CD5B4-571A-3301-239A-7E361255A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6102" y="1933930"/>
            <a:ext cx="1326776" cy="2438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DD8027-F172-D235-28BE-228DA9601289}"/>
              </a:ext>
            </a:extLst>
          </p:cNvPr>
          <p:cNvSpPr/>
          <p:nvPr/>
        </p:nvSpPr>
        <p:spPr>
          <a:xfrm>
            <a:off x="19194194" y="2032903"/>
            <a:ext cx="1082040" cy="145325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2D1DB-F3AE-D003-4053-B26089EC6C14}"/>
              </a:ext>
            </a:extLst>
          </p:cNvPr>
          <p:cNvSpPr/>
          <p:nvPr/>
        </p:nvSpPr>
        <p:spPr>
          <a:xfrm>
            <a:off x="19195738" y="3529148"/>
            <a:ext cx="1082040" cy="726625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4114">
            <a:extLst>
              <a:ext uri="{FF2B5EF4-FFF2-40B4-BE49-F238E27FC236}">
                <a16:creationId xmlns:a16="http://schemas.microsoft.com/office/drawing/2014/main" id="{9F4884CA-1204-DB43-D990-8FC00B2501CF}"/>
              </a:ext>
            </a:extLst>
          </p:cNvPr>
          <p:cNvSpPr/>
          <p:nvPr/>
        </p:nvSpPr>
        <p:spPr>
          <a:xfrm rot="5400000">
            <a:off x="16546444" y="2153410"/>
            <a:ext cx="84355" cy="4353479"/>
          </a:xfrm>
          <a:prstGeom prst="rect">
            <a:avLst/>
          </a:prstGeom>
          <a:gradFill>
            <a:gsLst>
              <a:gs pos="80000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6" name="正方形/長方形 4114">
            <a:extLst>
              <a:ext uri="{FF2B5EF4-FFF2-40B4-BE49-F238E27FC236}">
                <a16:creationId xmlns:a16="http://schemas.microsoft.com/office/drawing/2014/main" id="{3FEA2263-E6D0-FB3D-C33B-B2F20DE4C149}"/>
              </a:ext>
            </a:extLst>
          </p:cNvPr>
          <p:cNvSpPr/>
          <p:nvPr/>
        </p:nvSpPr>
        <p:spPr>
          <a:xfrm rot="5400000">
            <a:off x="2870583" y="7121772"/>
            <a:ext cx="133939" cy="4943842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89D15F-F863-E088-1DCF-293A5F79ACC0}"/>
              </a:ext>
            </a:extLst>
          </p:cNvPr>
          <p:cNvSpPr/>
          <p:nvPr/>
        </p:nvSpPr>
        <p:spPr>
          <a:xfrm>
            <a:off x="16482752" y="2032903"/>
            <a:ext cx="2050026" cy="2084215"/>
          </a:xfrm>
          <a:prstGeom prst="rect">
            <a:avLst/>
          </a:prstGeom>
          <a:solidFill>
            <a:srgbClr val="0000FF"/>
          </a:solidFill>
          <a:ln w="63500">
            <a:gradFill>
              <a:gsLst>
                <a:gs pos="44000">
                  <a:srgbClr val="C7C7C7"/>
                </a:gs>
                <a:gs pos="0">
                  <a:srgbClr val="928D8D"/>
                </a:gs>
                <a:gs pos="79000">
                  <a:srgbClr val="928D8D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A21640-D1AF-4A82-E46A-1DDDA1C22047}"/>
              </a:ext>
            </a:extLst>
          </p:cNvPr>
          <p:cNvSpPr/>
          <p:nvPr/>
        </p:nvSpPr>
        <p:spPr>
          <a:xfrm>
            <a:off x="14573769" y="4515691"/>
            <a:ext cx="1922945" cy="2084215"/>
          </a:xfrm>
          <a:prstGeom prst="rect">
            <a:avLst/>
          </a:prstGeom>
          <a:noFill/>
          <a:ln w="63500">
            <a:gradFill>
              <a:gsLst>
                <a:gs pos="44000">
                  <a:srgbClr val="C7C7C7"/>
                </a:gs>
                <a:gs pos="0">
                  <a:srgbClr val="928D8D"/>
                </a:gs>
                <a:gs pos="79000">
                  <a:srgbClr val="928D8D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54125F-DAAC-4449-F690-EE520D8BB0EE}"/>
              </a:ext>
            </a:extLst>
          </p:cNvPr>
          <p:cNvSpPr/>
          <p:nvPr/>
        </p:nvSpPr>
        <p:spPr>
          <a:xfrm>
            <a:off x="16750876" y="4503547"/>
            <a:ext cx="1819314" cy="2084215"/>
          </a:xfrm>
          <a:prstGeom prst="rect">
            <a:avLst/>
          </a:prstGeom>
          <a:noFill/>
          <a:ln w="63500">
            <a:gradFill>
              <a:gsLst>
                <a:gs pos="44000">
                  <a:srgbClr val="C7C7C7"/>
                </a:gs>
                <a:gs pos="0">
                  <a:srgbClr val="928D8D"/>
                </a:gs>
                <a:gs pos="79000">
                  <a:srgbClr val="928D8D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E02222-D984-A4C8-01FE-2668E1037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8658" y="8008028"/>
            <a:ext cx="14311532" cy="589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2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14651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210</cp:revision>
  <dcterms:created xsi:type="dcterms:W3CDTF">2025-02-06T04:37:38Z</dcterms:created>
  <dcterms:modified xsi:type="dcterms:W3CDTF">2025-08-20T07:39:23Z</dcterms:modified>
</cp:coreProperties>
</file>