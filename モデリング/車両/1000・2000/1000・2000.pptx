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1" r:id="rId3"/>
    <p:sldId id="257" r:id="rId4"/>
    <p:sldId id="262" r:id="rId5"/>
    <p:sldId id="258" r:id="rId6"/>
    <p:sldId id="264" r:id="rId7"/>
    <p:sldId id="270" r:id="rId8"/>
    <p:sldId id="266" r:id="rId9"/>
    <p:sldId id="267" r:id="rId10"/>
    <p:sldId id="268" r:id="rId11"/>
    <p:sldId id="259" r:id="rId12"/>
    <p:sldId id="265" r:id="rId13"/>
    <p:sldId id="260" r:id="rId14"/>
    <p:sldId id="263" r:id="rId15"/>
    <p:sldId id="269" r:id="rId16"/>
  </p:sldIdLst>
  <p:sldSz cx="24120475" cy="1367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4053"/>
    <a:srgbClr val="FF00FF"/>
    <a:srgbClr val="000000"/>
    <a:srgbClr val="2A2A2A"/>
    <a:srgbClr val="363636"/>
    <a:srgbClr val="7D8381"/>
    <a:srgbClr val="70757B"/>
    <a:srgbClr val="686C78"/>
    <a:srgbClr val="C0C9D7"/>
    <a:srgbClr val="9CA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469" y="-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263FA-2E04-4A80-8FB0-CF186E87F730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1F045-69F8-4030-A738-CC5453EE17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97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1pPr>
    <a:lvl2pPr marL="907176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2pPr>
    <a:lvl3pPr marL="1814352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3pPr>
    <a:lvl4pPr marL="2721529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4pPr>
    <a:lvl5pPr marL="3628705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5pPr>
    <a:lvl6pPr marL="4535881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6pPr>
    <a:lvl7pPr marL="5443057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7pPr>
    <a:lvl8pPr marL="6350234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8pPr>
    <a:lvl9pPr marL="7257410" algn="l" defTabSz="1814352" rtl="0" eaLnBrk="1" latinLnBrk="0" hangingPunct="1">
      <a:defRPr kumimoji="1" sz="23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1F045-69F8-4030-A738-CC5453EE17F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227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06AA-6B2C-33F8-FA22-9C883B0D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A7AFF-D05B-3792-E6CD-FB6DC6FF9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4385D-489F-E14D-B5A3-1FD421594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F40F8-E5B8-406B-AC65-37BE2945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1F045-69F8-4030-A738-CC5453EE17F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82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41A9-B0E9-60F9-3841-F4862C20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DED6C-EFE6-52F1-05AE-B4BF7A783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0E84E-3C36-EE0B-7FE6-96827650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9541-1CA9-D60F-6EEA-F1471A0D4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1F045-69F8-4030-A738-CC5453EE17F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49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3DA8C-AAC3-12E9-9A0E-FD8116FC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9F28B-A130-5D5D-CF7A-FE097D0BE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D4C15-66C6-BB1C-BADF-7AC4F6E11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9817B-86CA-ADD7-0529-D17F67979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1F045-69F8-4030-A738-CC5453EE17F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044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1F045-69F8-4030-A738-CC5453EE17F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832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1F045-69F8-4030-A738-CC5453EE17F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303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5060" y="2238751"/>
            <a:ext cx="18090356" cy="4762488"/>
          </a:xfrm>
        </p:spPr>
        <p:txBody>
          <a:bodyPr anchor="b"/>
          <a:lstStyle>
            <a:lvl1pPr algn="ctr">
              <a:defRPr sz="1187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5060" y="7184899"/>
            <a:ext cx="18090356" cy="3302709"/>
          </a:xfrm>
        </p:spPr>
        <p:txBody>
          <a:bodyPr/>
          <a:lstStyle>
            <a:lvl1pPr marL="0" indent="0" algn="ctr">
              <a:buNone/>
              <a:defRPr sz="4748"/>
            </a:lvl1pPr>
            <a:lvl2pPr marL="904524" indent="0" algn="ctr">
              <a:buNone/>
              <a:defRPr sz="3957"/>
            </a:lvl2pPr>
            <a:lvl3pPr marL="1809049" indent="0" algn="ctr">
              <a:buNone/>
              <a:defRPr sz="3561"/>
            </a:lvl3pPr>
            <a:lvl4pPr marL="2713573" indent="0" algn="ctr">
              <a:buNone/>
              <a:defRPr sz="3165"/>
            </a:lvl4pPr>
            <a:lvl5pPr marL="3618098" indent="0" algn="ctr">
              <a:buNone/>
              <a:defRPr sz="3165"/>
            </a:lvl5pPr>
            <a:lvl6pPr marL="4522622" indent="0" algn="ctr">
              <a:buNone/>
              <a:defRPr sz="3165"/>
            </a:lvl6pPr>
            <a:lvl7pPr marL="5427147" indent="0" algn="ctr">
              <a:buNone/>
              <a:defRPr sz="3165"/>
            </a:lvl7pPr>
            <a:lvl8pPr marL="6331671" indent="0" algn="ctr">
              <a:buNone/>
              <a:defRPr sz="3165"/>
            </a:lvl8pPr>
            <a:lvl9pPr marL="7236196" indent="0" algn="ctr">
              <a:buNone/>
              <a:defRPr sz="3165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90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68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20" y="3410374"/>
            <a:ext cx="20803910" cy="5690286"/>
          </a:xfrm>
        </p:spPr>
        <p:txBody>
          <a:bodyPr anchor="b"/>
          <a:lstStyle>
            <a:lvl1pPr>
              <a:defRPr sz="1187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20" y="9154493"/>
            <a:ext cx="20803910" cy="2992387"/>
          </a:xfrm>
        </p:spPr>
        <p:txBody>
          <a:bodyPr/>
          <a:lstStyle>
            <a:lvl1pPr marL="0" indent="0">
              <a:buNone/>
              <a:defRPr sz="4748">
                <a:solidFill>
                  <a:schemeClr val="tx1">
                    <a:tint val="75000"/>
                  </a:schemeClr>
                </a:solidFill>
              </a:defRPr>
            </a:lvl1pPr>
            <a:lvl2pPr marL="904524" indent="0">
              <a:buNone/>
              <a:defRPr sz="3957">
                <a:solidFill>
                  <a:schemeClr val="tx1">
                    <a:tint val="75000"/>
                  </a:schemeClr>
                </a:solidFill>
              </a:defRPr>
            </a:lvl2pPr>
            <a:lvl3pPr marL="1809049" indent="0">
              <a:buNone/>
              <a:defRPr sz="3561">
                <a:solidFill>
                  <a:schemeClr val="tx1">
                    <a:tint val="75000"/>
                  </a:schemeClr>
                </a:solidFill>
              </a:defRPr>
            </a:lvl3pPr>
            <a:lvl4pPr marL="2713573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4pPr>
            <a:lvl5pPr marL="3618098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5pPr>
            <a:lvl6pPr marL="4522622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6pPr>
            <a:lvl7pPr marL="5427147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7pPr>
            <a:lvl8pPr marL="6331671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8pPr>
            <a:lvl9pPr marL="7236196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24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8283" y="3641531"/>
            <a:ext cx="10251202" cy="867950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10990" y="3641531"/>
            <a:ext cx="10251202" cy="867950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06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4" y="728307"/>
            <a:ext cx="20803910" cy="2644069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1425" y="3353376"/>
            <a:ext cx="10204091" cy="1643437"/>
          </a:xfr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1425" y="4996813"/>
            <a:ext cx="10204091" cy="734955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210990" y="3353376"/>
            <a:ext cx="10254344" cy="1643437"/>
          </a:xfr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210990" y="4996813"/>
            <a:ext cx="10254344" cy="734955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48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96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53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</p:spPr>
        <p:txBody>
          <a:bodyPr anchor="b"/>
          <a:lstStyle>
            <a:lvl1pPr>
              <a:defRPr sz="6331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4344" y="1969594"/>
            <a:ext cx="12210990" cy="9721303"/>
          </a:xfrm>
        </p:spPr>
        <p:txBody>
          <a:bodyPr/>
          <a:lstStyle>
            <a:lvl1pPr>
              <a:defRPr sz="6331"/>
            </a:lvl1pPr>
            <a:lvl2pPr>
              <a:defRPr sz="5540"/>
            </a:lvl2pPr>
            <a:lvl3pPr>
              <a:defRPr sz="4748"/>
            </a:lvl3pPr>
            <a:lvl4pPr>
              <a:defRPr sz="3957"/>
            </a:lvl4pPr>
            <a:lvl5pPr>
              <a:defRPr sz="3957"/>
            </a:lvl5pPr>
            <a:lvl6pPr>
              <a:defRPr sz="3957"/>
            </a:lvl6pPr>
            <a:lvl7pPr>
              <a:defRPr sz="3957"/>
            </a:lvl7pPr>
            <a:lvl8pPr>
              <a:defRPr sz="3957"/>
            </a:lvl8pPr>
            <a:lvl9pPr>
              <a:defRPr sz="3957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51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</p:spPr>
        <p:txBody>
          <a:bodyPr anchor="b"/>
          <a:lstStyle>
            <a:lvl1pPr>
              <a:defRPr sz="6331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54344" y="1969594"/>
            <a:ext cx="12210990" cy="9721303"/>
          </a:xfrm>
        </p:spPr>
        <p:txBody>
          <a:bodyPr anchor="t"/>
          <a:lstStyle>
            <a:lvl1pPr marL="0" indent="0">
              <a:buNone/>
              <a:defRPr sz="6331"/>
            </a:lvl1pPr>
            <a:lvl2pPr marL="904524" indent="0">
              <a:buNone/>
              <a:defRPr sz="5540"/>
            </a:lvl2pPr>
            <a:lvl3pPr marL="1809049" indent="0">
              <a:buNone/>
              <a:defRPr sz="4748"/>
            </a:lvl3pPr>
            <a:lvl4pPr marL="2713573" indent="0">
              <a:buNone/>
              <a:defRPr sz="3957"/>
            </a:lvl4pPr>
            <a:lvl5pPr marL="3618098" indent="0">
              <a:buNone/>
              <a:defRPr sz="3957"/>
            </a:lvl5pPr>
            <a:lvl6pPr marL="4522622" indent="0">
              <a:buNone/>
              <a:defRPr sz="3957"/>
            </a:lvl6pPr>
            <a:lvl7pPr marL="5427147" indent="0">
              <a:buNone/>
              <a:defRPr sz="3957"/>
            </a:lvl7pPr>
            <a:lvl8pPr marL="6331671" indent="0">
              <a:buNone/>
              <a:defRPr sz="3957"/>
            </a:lvl8pPr>
            <a:lvl9pPr marL="7236196" indent="0">
              <a:buNone/>
              <a:defRPr sz="3957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76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77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261215" y="728306"/>
            <a:ext cx="5200977" cy="11592734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283" y="728306"/>
            <a:ext cx="15301426" cy="11592734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52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8283" y="3641531"/>
            <a:ext cx="20803910" cy="8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64D80-70D0-4BFC-B04E-760CEC093325}" type="datetimeFigureOut">
              <a:rPr kumimoji="1" lang="ja-JP" altLang="en-US" smtClean="0"/>
              <a:t>2025/7/26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35085" y="12678860"/>
            <a:ext cx="5427107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9902D-2FD8-4EF4-8A45-DBB16FE8DD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7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9049" rtl="0" eaLnBrk="1" latinLnBrk="0" hangingPunct="1">
        <a:lnSpc>
          <a:spcPct val="90000"/>
        </a:lnSpc>
        <a:spcBef>
          <a:spcPct val="0"/>
        </a:spcBef>
        <a:buNone/>
        <a:defRPr kumimoji="1" sz="8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2262" indent="-452262" algn="l" defTabSz="1809049" rtl="0" eaLnBrk="1" latinLnBrk="0" hangingPunct="1">
        <a:lnSpc>
          <a:spcPct val="90000"/>
        </a:lnSpc>
        <a:spcBef>
          <a:spcPts val="1978"/>
        </a:spcBef>
        <a:buFont typeface="Arial" panose="020B0604020202020204" pitchFamily="34" charset="0"/>
        <a:buChar char="•"/>
        <a:defRPr kumimoji="1" sz="5540" kern="1200">
          <a:solidFill>
            <a:schemeClr val="tx1"/>
          </a:solidFill>
          <a:latin typeface="+mn-lt"/>
          <a:ea typeface="+mn-ea"/>
          <a:cs typeface="+mn-cs"/>
        </a:defRPr>
      </a:lvl1pPr>
      <a:lvl2pPr marL="1356787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4748" kern="1200">
          <a:solidFill>
            <a:schemeClr val="tx1"/>
          </a:solidFill>
          <a:latin typeface="+mn-lt"/>
          <a:ea typeface="+mn-ea"/>
          <a:cs typeface="+mn-cs"/>
        </a:defRPr>
      </a:lvl2pPr>
      <a:lvl3pPr marL="2261311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957" kern="1200">
          <a:solidFill>
            <a:schemeClr val="tx1"/>
          </a:solidFill>
          <a:latin typeface="+mn-lt"/>
          <a:ea typeface="+mn-ea"/>
          <a:cs typeface="+mn-cs"/>
        </a:defRPr>
      </a:lvl3pPr>
      <a:lvl4pPr marL="3165836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4070360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974885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879409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783934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688458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1pPr>
      <a:lvl2pPr marL="904524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2pPr>
      <a:lvl3pPr marL="1809049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3pPr>
      <a:lvl4pPr marL="2713573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3618098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522622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427147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331671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236196" algn="l" defTabSz="1809049" rtl="0" eaLnBrk="1" latinLnBrk="0" hangingPunct="1">
        <a:defRPr kumimoji="1" sz="3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61F「ご当地キャラクタートレイン」に – TSUKUBA EXPRESS STYLE">
            <a:extLst>
              <a:ext uri="{FF2B5EF4-FFF2-40B4-BE49-F238E27FC236}">
                <a16:creationId xmlns:a16="http://schemas.microsoft.com/office/drawing/2014/main" id="{1BE05607-8FB4-0570-C4EF-397E0B413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796" y="403091"/>
            <a:ext cx="8012857" cy="534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首都圏新都市鉄道 (つくばエクスプレス) TX-2000系 (増備車) (6両セット) (鉄道模型) - ホビーサーチ 鉄道模型 N">
            <a:extLst>
              <a:ext uri="{FF2B5EF4-FFF2-40B4-BE49-F238E27FC236}">
                <a16:creationId xmlns:a16="http://schemas.microsoft.com/office/drawing/2014/main" id="{E6BED927-21EB-13D5-5C5F-5F3A2940A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4" t="30561" r="4955" b="36182"/>
          <a:stretch/>
        </p:blipFill>
        <p:spPr bwMode="auto">
          <a:xfrm>
            <a:off x="1856545" y="1592574"/>
            <a:ext cx="17841406" cy="426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AE1DD0-05D6-F1AF-C67A-EF14CE903ED4}"/>
              </a:ext>
            </a:extLst>
          </p:cNvPr>
          <p:cNvSpPr/>
          <p:nvPr/>
        </p:nvSpPr>
        <p:spPr>
          <a:xfrm>
            <a:off x="2024793" y="7096372"/>
            <a:ext cx="17504914" cy="4124273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03E321-F132-6F56-751E-AFB23E49BE4A}"/>
              </a:ext>
            </a:extLst>
          </p:cNvPr>
          <p:cNvSpPr/>
          <p:nvPr/>
        </p:nvSpPr>
        <p:spPr>
          <a:xfrm>
            <a:off x="3215192" y="7096372"/>
            <a:ext cx="16314514" cy="291855"/>
          </a:xfrm>
          <a:prstGeom prst="rect">
            <a:avLst/>
          </a:prstGeom>
          <a:solidFill>
            <a:srgbClr val="9798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C589F3-4C03-81EC-C0AB-D77612AD25EB}"/>
              </a:ext>
            </a:extLst>
          </p:cNvPr>
          <p:cNvSpPr/>
          <p:nvPr/>
        </p:nvSpPr>
        <p:spPr>
          <a:xfrm>
            <a:off x="3215192" y="7611861"/>
            <a:ext cx="16314514" cy="295624"/>
          </a:xfrm>
          <a:custGeom>
            <a:avLst/>
            <a:gdLst>
              <a:gd name="connsiteX0" fmla="*/ 0 w 8246378"/>
              <a:gd name="connsiteY0" fmla="*/ 0 h 147522"/>
              <a:gd name="connsiteX1" fmla="*/ 8246378 w 8246378"/>
              <a:gd name="connsiteY1" fmla="*/ 0 h 147522"/>
              <a:gd name="connsiteX2" fmla="*/ 8246378 w 8246378"/>
              <a:gd name="connsiteY2" fmla="*/ 147522 h 147522"/>
              <a:gd name="connsiteX3" fmla="*/ 0 w 8246378"/>
              <a:gd name="connsiteY3" fmla="*/ 147522 h 147522"/>
              <a:gd name="connsiteX4" fmla="*/ 0 w 8246378"/>
              <a:gd name="connsiteY4" fmla="*/ 0 h 147522"/>
              <a:gd name="connsiteX0" fmla="*/ 137160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37160 w 8383538"/>
              <a:gd name="connsiteY4" fmla="*/ 0 h 149427"/>
              <a:gd name="connsiteX0" fmla="*/ 137160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37160 w 8383538"/>
              <a:gd name="connsiteY4" fmla="*/ 0 h 149427"/>
              <a:gd name="connsiteX0" fmla="*/ 137160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37160 w 8383538"/>
              <a:gd name="connsiteY4" fmla="*/ 0 h 149427"/>
              <a:gd name="connsiteX0" fmla="*/ 106173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06173 w 8383538"/>
              <a:gd name="connsiteY4" fmla="*/ 0 h 149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3538" h="149427">
                <a:moveTo>
                  <a:pt x="106173" y="0"/>
                </a:moveTo>
                <a:lnTo>
                  <a:pt x="8383538" y="0"/>
                </a:lnTo>
                <a:lnTo>
                  <a:pt x="8383538" y="147522"/>
                </a:lnTo>
                <a:lnTo>
                  <a:pt x="0" y="149427"/>
                </a:lnTo>
                <a:cubicBezTo>
                  <a:pt x="28575" y="91998"/>
                  <a:pt x="20448" y="51714"/>
                  <a:pt x="106173" y="0"/>
                </a:cubicBezTo>
                <a:close/>
              </a:path>
            </a:pathLst>
          </a:cu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72C416-5CDE-40E0-1953-91DA4B034271}"/>
              </a:ext>
            </a:extLst>
          </p:cNvPr>
          <p:cNvSpPr/>
          <p:nvPr/>
        </p:nvSpPr>
        <p:spPr>
          <a:xfrm>
            <a:off x="896771" y="7141979"/>
            <a:ext cx="532821" cy="201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1E2DA5-54E8-E6A9-62DB-B14C4249DE62}"/>
              </a:ext>
            </a:extLst>
          </p:cNvPr>
          <p:cNvSpPr/>
          <p:nvPr/>
        </p:nvSpPr>
        <p:spPr>
          <a:xfrm>
            <a:off x="18617038" y="8091612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8F58B1-518A-4F6D-A473-7EDC7BFB3D31}"/>
              </a:ext>
            </a:extLst>
          </p:cNvPr>
          <p:cNvSpPr/>
          <p:nvPr/>
        </p:nvSpPr>
        <p:spPr>
          <a:xfrm>
            <a:off x="14231181" y="813031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BE62F2-413A-7AD3-3151-8A155C44A495}"/>
              </a:ext>
            </a:extLst>
          </p:cNvPr>
          <p:cNvSpPr/>
          <p:nvPr/>
        </p:nvSpPr>
        <p:spPr>
          <a:xfrm>
            <a:off x="10068430" y="815282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176DF7-6DAD-FDB9-113C-6AD424CADF00}"/>
              </a:ext>
            </a:extLst>
          </p:cNvPr>
          <p:cNvSpPr/>
          <p:nvPr/>
        </p:nvSpPr>
        <p:spPr>
          <a:xfrm>
            <a:off x="5923846" y="8126299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8D9660-50D6-34FA-4F7B-2370338F0C34}"/>
              </a:ext>
            </a:extLst>
          </p:cNvPr>
          <p:cNvSpPr/>
          <p:nvPr/>
        </p:nvSpPr>
        <p:spPr>
          <a:xfrm>
            <a:off x="16675811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7485D1-87AE-F611-7278-6B7F8A3A002C}"/>
              </a:ext>
            </a:extLst>
          </p:cNvPr>
          <p:cNvCxnSpPr/>
          <p:nvPr/>
        </p:nvCxnSpPr>
        <p:spPr>
          <a:xfrm>
            <a:off x="17261214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CF3024-399D-3374-9E55-4F8A65AF2CFA}"/>
              </a:ext>
            </a:extLst>
          </p:cNvPr>
          <p:cNvSpPr/>
          <p:nvPr/>
        </p:nvSpPr>
        <p:spPr>
          <a:xfrm>
            <a:off x="17343364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16F3C5-AFD8-3241-74AE-2C4C6564952A}"/>
              </a:ext>
            </a:extLst>
          </p:cNvPr>
          <p:cNvSpPr/>
          <p:nvPr/>
        </p:nvSpPr>
        <p:spPr>
          <a:xfrm>
            <a:off x="16774673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07D73936-9B27-49D8-F0AE-F6C970D65058}"/>
              </a:ext>
            </a:extLst>
          </p:cNvPr>
          <p:cNvSpPr/>
          <p:nvPr/>
        </p:nvSpPr>
        <p:spPr>
          <a:xfrm>
            <a:off x="12536139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CDBF92-5289-949C-0F7C-6F32BE3FEBC8}"/>
              </a:ext>
            </a:extLst>
          </p:cNvPr>
          <p:cNvCxnSpPr/>
          <p:nvPr/>
        </p:nvCxnSpPr>
        <p:spPr>
          <a:xfrm>
            <a:off x="13121542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743442-65A5-8D8A-DD0D-FC885BF30272}"/>
              </a:ext>
            </a:extLst>
          </p:cNvPr>
          <p:cNvSpPr/>
          <p:nvPr/>
        </p:nvSpPr>
        <p:spPr>
          <a:xfrm>
            <a:off x="13203691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A9F8E0D-B3E3-B625-9915-4A144D52734C}"/>
              </a:ext>
            </a:extLst>
          </p:cNvPr>
          <p:cNvSpPr/>
          <p:nvPr/>
        </p:nvSpPr>
        <p:spPr>
          <a:xfrm>
            <a:off x="12635000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2" name="Rectangle: Rounded Corners 12">
            <a:extLst>
              <a:ext uri="{FF2B5EF4-FFF2-40B4-BE49-F238E27FC236}">
                <a16:creationId xmlns:a16="http://schemas.microsoft.com/office/drawing/2014/main" id="{D441DEF7-02BC-A636-4377-CB6F4DB99A1C}"/>
              </a:ext>
            </a:extLst>
          </p:cNvPr>
          <p:cNvSpPr/>
          <p:nvPr/>
        </p:nvSpPr>
        <p:spPr>
          <a:xfrm>
            <a:off x="8240267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935824E-DDA4-3CAF-1110-81093DD98FFB}"/>
              </a:ext>
            </a:extLst>
          </p:cNvPr>
          <p:cNvCxnSpPr/>
          <p:nvPr/>
        </p:nvCxnSpPr>
        <p:spPr>
          <a:xfrm>
            <a:off x="8825670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A5C9B43-4248-A11E-8E27-FF4D6902E2EB}"/>
              </a:ext>
            </a:extLst>
          </p:cNvPr>
          <p:cNvSpPr/>
          <p:nvPr/>
        </p:nvSpPr>
        <p:spPr>
          <a:xfrm>
            <a:off x="8907819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ECEF94B-DED4-4EB4-D36E-8EEBD2C82685}"/>
              </a:ext>
            </a:extLst>
          </p:cNvPr>
          <p:cNvSpPr/>
          <p:nvPr/>
        </p:nvSpPr>
        <p:spPr>
          <a:xfrm>
            <a:off x="8339128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6" name="Rectangle: Rounded Corners 12">
            <a:extLst>
              <a:ext uri="{FF2B5EF4-FFF2-40B4-BE49-F238E27FC236}">
                <a16:creationId xmlns:a16="http://schemas.microsoft.com/office/drawing/2014/main" id="{54BAB072-D82F-A96B-C433-D4EB58F7537A}"/>
              </a:ext>
            </a:extLst>
          </p:cNvPr>
          <p:cNvSpPr/>
          <p:nvPr/>
        </p:nvSpPr>
        <p:spPr>
          <a:xfrm>
            <a:off x="3824435" y="8045542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5DF6E3-328B-025E-BAC8-4E0C3ED290C1}"/>
              </a:ext>
            </a:extLst>
          </p:cNvPr>
          <p:cNvCxnSpPr/>
          <p:nvPr/>
        </p:nvCxnSpPr>
        <p:spPr>
          <a:xfrm>
            <a:off x="4409838" y="8080227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A7D98DE-A174-5643-D270-DC6B563F0193}"/>
              </a:ext>
            </a:extLst>
          </p:cNvPr>
          <p:cNvSpPr/>
          <p:nvPr/>
        </p:nvSpPr>
        <p:spPr>
          <a:xfrm>
            <a:off x="4491988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BDEB369-D7FD-14D4-3277-6C6453AC5C97}"/>
              </a:ext>
            </a:extLst>
          </p:cNvPr>
          <p:cNvSpPr/>
          <p:nvPr/>
        </p:nvSpPr>
        <p:spPr>
          <a:xfrm>
            <a:off x="3923297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0" name="Rectangle: Rounded Corners 12">
            <a:extLst>
              <a:ext uri="{FF2B5EF4-FFF2-40B4-BE49-F238E27FC236}">
                <a16:creationId xmlns:a16="http://schemas.microsoft.com/office/drawing/2014/main" id="{6F449F9B-AA7B-F774-EB20-B2A69F5028CA}"/>
              </a:ext>
            </a:extLst>
          </p:cNvPr>
          <p:cNvSpPr/>
          <p:nvPr/>
        </p:nvSpPr>
        <p:spPr>
          <a:xfrm>
            <a:off x="2686591" y="8045542"/>
            <a:ext cx="498126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6000">
                  <a:schemeClr val="tx1">
                    <a:lumMod val="55000"/>
                    <a:lumOff val="45000"/>
                  </a:schemeClr>
                </a:gs>
                <a:gs pos="84000">
                  <a:schemeClr val="tx1">
                    <a:lumMod val="60000"/>
                    <a:lumOff val="40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A9351DA-AF79-4664-375A-8A62F670AA5C}"/>
              </a:ext>
            </a:extLst>
          </p:cNvPr>
          <p:cNvSpPr/>
          <p:nvPr/>
        </p:nvSpPr>
        <p:spPr>
          <a:xfrm>
            <a:off x="2812470" y="8258807"/>
            <a:ext cx="248616" cy="1075899"/>
          </a:xfrm>
          <a:prstGeom prst="roundRect">
            <a:avLst>
              <a:gd name="adj" fmla="val 14728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7E0B4C7-7822-C9B8-7054-91019AC7A5D2}"/>
              </a:ext>
            </a:extLst>
          </p:cNvPr>
          <p:cNvSpPr/>
          <p:nvPr/>
        </p:nvSpPr>
        <p:spPr>
          <a:xfrm>
            <a:off x="16036045" y="8258806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DD9D458-04B4-A7AA-B757-FBED213958E9}"/>
              </a:ext>
            </a:extLst>
          </p:cNvPr>
          <p:cNvSpPr/>
          <p:nvPr/>
        </p:nvSpPr>
        <p:spPr>
          <a:xfrm>
            <a:off x="5167688" y="8181877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7DD2369-A550-C078-06B1-B1252936B237}"/>
              </a:ext>
            </a:extLst>
          </p:cNvPr>
          <p:cNvSpPr/>
          <p:nvPr/>
        </p:nvSpPr>
        <p:spPr>
          <a:xfrm>
            <a:off x="11862793" y="8345169"/>
            <a:ext cx="591199" cy="239543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</p:spTree>
    <p:extLst>
      <p:ext uri="{BB962C8B-B14F-4D97-AF65-F5344CB8AC3E}">
        <p14:creationId xmlns:p14="http://schemas.microsoft.com/office/powerpoint/2010/main" val="1119422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396F-6C86-52F3-C4B5-35F57116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61F「ご当地キャラクタートレイン」に – TSUKUBA EXPRESS STYLE">
            <a:extLst>
              <a:ext uri="{FF2B5EF4-FFF2-40B4-BE49-F238E27FC236}">
                <a16:creationId xmlns:a16="http://schemas.microsoft.com/office/drawing/2014/main" id="{02DE3625-61D6-BDCD-0680-52DF3E442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796" y="403091"/>
            <a:ext cx="8012857" cy="534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首都圏新都市鉄道 (つくばエクスプレス) TX-2000系 (増備車) (6両セット) (鉄道模型) - ホビーサーチ 鉄道模型 N">
            <a:extLst>
              <a:ext uri="{FF2B5EF4-FFF2-40B4-BE49-F238E27FC236}">
                <a16:creationId xmlns:a16="http://schemas.microsoft.com/office/drawing/2014/main" id="{B77DD1FD-3FEB-3413-1D54-F277465A3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4" t="30561" r="4955" b="36182"/>
          <a:stretch/>
        </p:blipFill>
        <p:spPr bwMode="auto">
          <a:xfrm>
            <a:off x="1856545" y="1592574"/>
            <a:ext cx="17841406" cy="426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B45087-A42E-CE74-C25F-BA2BEF35029F}"/>
              </a:ext>
            </a:extLst>
          </p:cNvPr>
          <p:cNvSpPr/>
          <p:nvPr/>
        </p:nvSpPr>
        <p:spPr>
          <a:xfrm>
            <a:off x="2087879" y="7096372"/>
            <a:ext cx="17441827" cy="4124273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B13E3-882E-45E1-767B-93FE035E9917}"/>
              </a:ext>
            </a:extLst>
          </p:cNvPr>
          <p:cNvSpPr/>
          <p:nvPr/>
        </p:nvSpPr>
        <p:spPr>
          <a:xfrm>
            <a:off x="2087878" y="7096372"/>
            <a:ext cx="17441828" cy="291855"/>
          </a:xfrm>
          <a:prstGeom prst="rect">
            <a:avLst/>
          </a:prstGeom>
          <a:solidFill>
            <a:srgbClr val="9798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AC717A-588B-70E0-6E8A-43C2BF2A5228}"/>
              </a:ext>
            </a:extLst>
          </p:cNvPr>
          <p:cNvSpPr/>
          <p:nvPr/>
        </p:nvSpPr>
        <p:spPr>
          <a:xfrm>
            <a:off x="896771" y="7141979"/>
            <a:ext cx="532821" cy="201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F9AB78-EE8B-D625-72BA-FFC9D99A6DCC}"/>
              </a:ext>
            </a:extLst>
          </p:cNvPr>
          <p:cNvSpPr/>
          <p:nvPr/>
        </p:nvSpPr>
        <p:spPr>
          <a:xfrm>
            <a:off x="18617038" y="8091612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5E845C-5C3E-E771-F09E-26ADE9430E36}"/>
              </a:ext>
            </a:extLst>
          </p:cNvPr>
          <p:cNvSpPr/>
          <p:nvPr/>
        </p:nvSpPr>
        <p:spPr>
          <a:xfrm>
            <a:off x="14231181" y="813031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B2AAC9-0CFB-4B82-8992-E55FC9F53DFB}"/>
              </a:ext>
            </a:extLst>
          </p:cNvPr>
          <p:cNvSpPr/>
          <p:nvPr/>
        </p:nvSpPr>
        <p:spPr>
          <a:xfrm>
            <a:off x="10068430" y="815282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B7769E-5391-2ECF-ABEE-DFCD383E375F}"/>
              </a:ext>
            </a:extLst>
          </p:cNvPr>
          <p:cNvSpPr/>
          <p:nvPr/>
        </p:nvSpPr>
        <p:spPr>
          <a:xfrm>
            <a:off x="5923846" y="8126299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7092C1-DA22-9F9A-602C-84579B39737F}"/>
              </a:ext>
            </a:extLst>
          </p:cNvPr>
          <p:cNvSpPr/>
          <p:nvPr/>
        </p:nvSpPr>
        <p:spPr>
          <a:xfrm>
            <a:off x="16675811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900D4F-A79B-92ED-1395-2DEE3A5B2D4F}"/>
              </a:ext>
            </a:extLst>
          </p:cNvPr>
          <p:cNvCxnSpPr/>
          <p:nvPr/>
        </p:nvCxnSpPr>
        <p:spPr>
          <a:xfrm>
            <a:off x="17261214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B9B0E5-4D99-F829-83BE-F7F680298F8E}"/>
              </a:ext>
            </a:extLst>
          </p:cNvPr>
          <p:cNvSpPr/>
          <p:nvPr/>
        </p:nvSpPr>
        <p:spPr>
          <a:xfrm>
            <a:off x="17343364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42AB33-8146-5159-66DD-CBC68A5645F9}"/>
              </a:ext>
            </a:extLst>
          </p:cNvPr>
          <p:cNvSpPr/>
          <p:nvPr/>
        </p:nvSpPr>
        <p:spPr>
          <a:xfrm>
            <a:off x="16774673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101EBDBE-6A47-F6C3-AC25-9CCE9C064B64}"/>
              </a:ext>
            </a:extLst>
          </p:cNvPr>
          <p:cNvSpPr/>
          <p:nvPr/>
        </p:nvSpPr>
        <p:spPr>
          <a:xfrm>
            <a:off x="12536139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DE5AED-2B1F-25D5-47E1-CA58E285A9A2}"/>
              </a:ext>
            </a:extLst>
          </p:cNvPr>
          <p:cNvCxnSpPr/>
          <p:nvPr/>
        </p:nvCxnSpPr>
        <p:spPr>
          <a:xfrm>
            <a:off x="13121542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DAB19E-35A9-3AAA-8AF4-AD56D103BA5C}"/>
              </a:ext>
            </a:extLst>
          </p:cNvPr>
          <p:cNvSpPr/>
          <p:nvPr/>
        </p:nvSpPr>
        <p:spPr>
          <a:xfrm>
            <a:off x="13203691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CC2CA76-BCEE-1679-AF29-61EC12CA77A2}"/>
              </a:ext>
            </a:extLst>
          </p:cNvPr>
          <p:cNvSpPr/>
          <p:nvPr/>
        </p:nvSpPr>
        <p:spPr>
          <a:xfrm>
            <a:off x="12635000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2" name="Rectangle: Rounded Corners 12">
            <a:extLst>
              <a:ext uri="{FF2B5EF4-FFF2-40B4-BE49-F238E27FC236}">
                <a16:creationId xmlns:a16="http://schemas.microsoft.com/office/drawing/2014/main" id="{9DE0CEE6-FE59-B78F-4808-CB5B07138D0D}"/>
              </a:ext>
            </a:extLst>
          </p:cNvPr>
          <p:cNvSpPr/>
          <p:nvPr/>
        </p:nvSpPr>
        <p:spPr>
          <a:xfrm>
            <a:off x="8240267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AC4D3B-36E0-844D-2C3A-8292AB94AB16}"/>
              </a:ext>
            </a:extLst>
          </p:cNvPr>
          <p:cNvCxnSpPr/>
          <p:nvPr/>
        </p:nvCxnSpPr>
        <p:spPr>
          <a:xfrm>
            <a:off x="8825670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0F44398-4769-10B7-1EBD-D0337B3DA315}"/>
              </a:ext>
            </a:extLst>
          </p:cNvPr>
          <p:cNvSpPr/>
          <p:nvPr/>
        </p:nvSpPr>
        <p:spPr>
          <a:xfrm>
            <a:off x="8907819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E26D9B-CB6D-8BA3-0CD4-2E4A497FA3AC}"/>
              </a:ext>
            </a:extLst>
          </p:cNvPr>
          <p:cNvSpPr/>
          <p:nvPr/>
        </p:nvSpPr>
        <p:spPr>
          <a:xfrm>
            <a:off x="8339128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6" name="Rectangle: Rounded Corners 12">
            <a:extLst>
              <a:ext uri="{FF2B5EF4-FFF2-40B4-BE49-F238E27FC236}">
                <a16:creationId xmlns:a16="http://schemas.microsoft.com/office/drawing/2014/main" id="{CF172B50-D49D-A773-C455-B4B0CF537735}"/>
              </a:ext>
            </a:extLst>
          </p:cNvPr>
          <p:cNvSpPr/>
          <p:nvPr/>
        </p:nvSpPr>
        <p:spPr>
          <a:xfrm>
            <a:off x="3824435" y="8045542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10D9FD-9B59-234E-9AF3-8D898787D6B8}"/>
              </a:ext>
            </a:extLst>
          </p:cNvPr>
          <p:cNvCxnSpPr/>
          <p:nvPr/>
        </p:nvCxnSpPr>
        <p:spPr>
          <a:xfrm>
            <a:off x="4409838" y="8080227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FA81C6-1620-42C8-4C87-43D0CD1E2CD3}"/>
              </a:ext>
            </a:extLst>
          </p:cNvPr>
          <p:cNvSpPr/>
          <p:nvPr/>
        </p:nvSpPr>
        <p:spPr>
          <a:xfrm>
            <a:off x="4491988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36B900F-CC13-1023-682F-D99B28717FE6}"/>
              </a:ext>
            </a:extLst>
          </p:cNvPr>
          <p:cNvSpPr/>
          <p:nvPr/>
        </p:nvSpPr>
        <p:spPr>
          <a:xfrm>
            <a:off x="3923297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917AAE0-6A4E-C672-B712-ADA834718D91}"/>
              </a:ext>
            </a:extLst>
          </p:cNvPr>
          <p:cNvSpPr/>
          <p:nvPr/>
        </p:nvSpPr>
        <p:spPr>
          <a:xfrm>
            <a:off x="16036045" y="8258806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77687CC-C9E7-8F34-980E-18E024C4EDA8}"/>
              </a:ext>
            </a:extLst>
          </p:cNvPr>
          <p:cNvSpPr/>
          <p:nvPr/>
        </p:nvSpPr>
        <p:spPr>
          <a:xfrm>
            <a:off x="5167688" y="8181877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95EC93A-63E5-611A-F25A-1F3F159B4901}"/>
              </a:ext>
            </a:extLst>
          </p:cNvPr>
          <p:cNvSpPr/>
          <p:nvPr/>
        </p:nvSpPr>
        <p:spPr>
          <a:xfrm>
            <a:off x="11862793" y="8345169"/>
            <a:ext cx="591199" cy="239543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E3108-7114-B8CB-E4E4-42648E93CAC8}"/>
              </a:ext>
            </a:extLst>
          </p:cNvPr>
          <p:cNvSpPr/>
          <p:nvPr/>
        </p:nvSpPr>
        <p:spPr>
          <a:xfrm>
            <a:off x="2087878" y="7604760"/>
            <a:ext cx="17441828" cy="291855"/>
          </a:xfrm>
          <a:prstGeom prst="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833155-674F-0B6B-7D14-857750C904AD}"/>
              </a:ext>
            </a:extLst>
          </p:cNvPr>
          <p:cNvSpPr/>
          <p:nvPr/>
        </p:nvSpPr>
        <p:spPr>
          <a:xfrm>
            <a:off x="2442807" y="8079497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59C7A-CDA4-C4F2-3004-0F44EA4B1C97}"/>
              </a:ext>
            </a:extLst>
          </p:cNvPr>
          <p:cNvSpPr/>
          <p:nvPr/>
        </p:nvSpPr>
        <p:spPr>
          <a:xfrm>
            <a:off x="10833903" y="7604760"/>
            <a:ext cx="775504" cy="29185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C0C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36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C1FBE-DF06-29B2-E4D7-DE2FC286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33E85B-5514-D8EC-E2CC-A907D290D82D}"/>
              </a:ext>
            </a:extLst>
          </p:cNvPr>
          <p:cNvSpPr/>
          <p:nvPr/>
        </p:nvSpPr>
        <p:spPr>
          <a:xfrm>
            <a:off x="2024793" y="7096372"/>
            <a:ext cx="17504914" cy="4124273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5DB4B2-337F-D572-0E09-DC93C4E17E8C}"/>
              </a:ext>
            </a:extLst>
          </p:cNvPr>
          <p:cNvSpPr/>
          <p:nvPr/>
        </p:nvSpPr>
        <p:spPr>
          <a:xfrm>
            <a:off x="3184717" y="9809713"/>
            <a:ext cx="16314514" cy="402805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B4976-EEC4-5E02-3134-0EF48290D81B}"/>
              </a:ext>
            </a:extLst>
          </p:cNvPr>
          <p:cNvSpPr/>
          <p:nvPr/>
        </p:nvSpPr>
        <p:spPr>
          <a:xfrm>
            <a:off x="3184717" y="9915387"/>
            <a:ext cx="16314514" cy="295624"/>
          </a:xfrm>
          <a:prstGeom prst="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1028" name="Picture 4" descr="61F「ご当地キャラクタートレイン」に – TSUKUBA EXPRESS STYLE">
            <a:extLst>
              <a:ext uri="{FF2B5EF4-FFF2-40B4-BE49-F238E27FC236}">
                <a16:creationId xmlns:a16="http://schemas.microsoft.com/office/drawing/2014/main" id="{27366CF1-5B07-C485-BDCD-073C0770C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796" y="403091"/>
            <a:ext cx="8012857" cy="534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首都圏新都市鉄道 (つくばエクスプレス) TX-2000系 (増備車) (6両セット) (鉄道模型) - ホビーサーチ 鉄道模型 N">
            <a:extLst>
              <a:ext uri="{FF2B5EF4-FFF2-40B4-BE49-F238E27FC236}">
                <a16:creationId xmlns:a16="http://schemas.microsoft.com/office/drawing/2014/main" id="{5377D7E7-AA0B-48AC-164F-0AA3C557ED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4" t="30561" r="4955" b="36182"/>
          <a:stretch/>
        </p:blipFill>
        <p:spPr bwMode="auto">
          <a:xfrm>
            <a:off x="1856545" y="828858"/>
            <a:ext cx="17841406" cy="426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01B180-0967-6277-D631-6BD5971EF04C}"/>
              </a:ext>
            </a:extLst>
          </p:cNvPr>
          <p:cNvSpPr/>
          <p:nvPr/>
        </p:nvSpPr>
        <p:spPr>
          <a:xfrm>
            <a:off x="3215192" y="7096372"/>
            <a:ext cx="16314514" cy="291855"/>
          </a:xfrm>
          <a:prstGeom prst="rect">
            <a:avLst/>
          </a:prstGeom>
          <a:solidFill>
            <a:srgbClr val="9798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F595A-F06D-C1AC-AC73-0A9F44940122}"/>
              </a:ext>
            </a:extLst>
          </p:cNvPr>
          <p:cNvSpPr/>
          <p:nvPr/>
        </p:nvSpPr>
        <p:spPr>
          <a:xfrm>
            <a:off x="3215192" y="7611861"/>
            <a:ext cx="16314514" cy="295624"/>
          </a:xfrm>
          <a:custGeom>
            <a:avLst/>
            <a:gdLst>
              <a:gd name="connsiteX0" fmla="*/ 0 w 8246378"/>
              <a:gd name="connsiteY0" fmla="*/ 0 h 147522"/>
              <a:gd name="connsiteX1" fmla="*/ 8246378 w 8246378"/>
              <a:gd name="connsiteY1" fmla="*/ 0 h 147522"/>
              <a:gd name="connsiteX2" fmla="*/ 8246378 w 8246378"/>
              <a:gd name="connsiteY2" fmla="*/ 147522 h 147522"/>
              <a:gd name="connsiteX3" fmla="*/ 0 w 8246378"/>
              <a:gd name="connsiteY3" fmla="*/ 147522 h 147522"/>
              <a:gd name="connsiteX4" fmla="*/ 0 w 8246378"/>
              <a:gd name="connsiteY4" fmla="*/ 0 h 147522"/>
              <a:gd name="connsiteX0" fmla="*/ 137160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37160 w 8383538"/>
              <a:gd name="connsiteY4" fmla="*/ 0 h 149427"/>
              <a:gd name="connsiteX0" fmla="*/ 137160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37160 w 8383538"/>
              <a:gd name="connsiteY4" fmla="*/ 0 h 149427"/>
              <a:gd name="connsiteX0" fmla="*/ 137160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37160 w 8383538"/>
              <a:gd name="connsiteY4" fmla="*/ 0 h 149427"/>
              <a:gd name="connsiteX0" fmla="*/ 106173 w 8383538"/>
              <a:gd name="connsiteY0" fmla="*/ 0 h 149427"/>
              <a:gd name="connsiteX1" fmla="*/ 8383538 w 8383538"/>
              <a:gd name="connsiteY1" fmla="*/ 0 h 149427"/>
              <a:gd name="connsiteX2" fmla="*/ 8383538 w 8383538"/>
              <a:gd name="connsiteY2" fmla="*/ 147522 h 149427"/>
              <a:gd name="connsiteX3" fmla="*/ 0 w 8383538"/>
              <a:gd name="connsiteY3" fmla="*/ 149427 h 149427"/>
              <a:gd name="connsiteX4" fmla="*/ 106173 w 8383538"/>
              <a:gd name="connsiteY4" fmla="*/ 0 h 149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3538" h="149427">
                <a:moveTo>
                  <a:pt x="106173" y="0"/>
                </a:moveTo>
                <a:lnTo>
                  <a:pt x="8383538" y="0"/>
                </a:lnTo>
                <a:lnTo>
                  <a:pt x="8383538" y="147522"/>
                </a:lnTo>
                <a:lnTo>
                  <a:pt x="0" y="149427"/>
                </a:lnTo>
                <a:cubicBezTo>
                  <a:pt x="28575" y="91998"/>
                  <a:pt x="20448" y="51714"/>
                  <a:pt x="106173" y="0"/>
                </a:cubicBezTo>
                <a:close/>
              </a:path>
            </a:pathLst>
          </a:cu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0E18-EC17-B60F-3C5C-093DD1F704F4}"/>
              </a:ext>
            </a:extLst>
          </p:cNvPr>
          <p:cNvSpPr/>
          <p:nvPr/>
        </p:nvSpPr>
        <p:spPr>
          <a:xfrm>
            <a:off x="896771" y="7141979"/>
            <a:ext cx="532821" cy="201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5E4F2C-C46C-88F2-E14A-C7BA2D22C563}"/>
              </a:ext>
            </a:extLst>
          </p:cNvPr>
          <p:cNvSpPr/>
          <p:nvPr/>
        </p:nvSpPr>
        <p:spPr>
          <a:xfrm>
            <a:off x="18617038" y="8091612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7BA1EA-5E5F-5E41-793F-4F1A1BE6C45B}"/>
              </a:ext>
            </a:extLst>
          </p:cNvPr>
          <p:cNvSpPr/>
          <p:nvPr/>
        </p:nvSpPr>
        <p:spPr>
          <a:xfrm>
            <a:off x="14231181" y="813031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6500F0-774D-0E35-A588-214AD45F90F1}"/>
              </a:ext>
            </a:extLst>
          </p:cNvPr>
          <p:cNvSpPr/>
          <p:nvPr/>
        </p:nvSpPr>
        <p:spPr>
          <a:xfrm>
            <a:off x="10068430" y="815282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FB9502-7C75-10BA-37A8-7741B09CDA2C}"/>
              </a:ext>
            </a:extLst>
          </p:cNvPr>
          <p:cNvSpPr/>
          <p:nvPr/>
        </p:nvSpPr>
        <p:spPr>
          <a:xfrm>
            <a:off x="5923846" y="8126299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6EE1C7-3542-7112-178A-661B400DE66A}"/>
              </a:ext>
            </a:extLst>
          </p:cNvPr>
          <p:cNvSpPr/>
          <p:nvPr/>
        </p:nvSpPr>
        <p:spPr>
          <a:xfrm>
            <a:off x="16675811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3AE006-DEEC-7CD5-AE51-9A24700899BA}"/>
              </a:ext>
            </a:extLst>
          </p:cNvPr>
          <p:cNvSpPr/>
          <p:nvPr/>
        </p:nvSpPr>
        <p:spPr>
          <a:xfrm>
            <a:off x="17343364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BAC4A2-2674-D746-C582-115D62011247}"/>
              </a:ext>
            </a:extLst>
          </p:cNvPr>
          <p:cNvSpPr/>
          <p:nvPr/>
        </p:nvSpPr>
        <p:spPr>
          <a:xfrm>
            <a:off x="16774673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0AFDE165-DF30-2488-C3AE-52B4B77E81CE}"/>
              </a:ext>
            </a:extLst>
          </p:cNvPr>
          <p:cNvSpPr/>
          <p:nvPr/>
        </p:nvSpPr>
        <p:spPr>
          <a:xfrm>
            <a:off x="12536139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71C017-CD93-A450-A7A5-9938408D811A}"/>
              </a:ext>
            </a:extLst>
          </p:cNvPr>
          <p:cNvSpPr/>
          <p:nvPr/>
        </p:nvSpPr>
        <p:spPr>
          <a:xfrm>
            <a:off x="13203691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450604-6ABB-6008-9F90-763F453AB7CA}"/>
              </a:ext>
            </a:extLst>
          </p:cNvPr>
          <p:cNvSpPr/>
          <p:nvPr/>
        </p:nvSpPr>
        <p:spPr>
          <a:xfrm>
            <a:off x="12635000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2" name="Rectangle: Rounded Corners 12">
            <a:extLst>
              <a:ext uri="{FF2B5EF4-FFF2-40B4-BE49-F238E27FC236}">
                <a16:creationId xmlns:a16="http://schemas.microsoft.com/office/drawing/2014/main" id="{D171C09C-0ABF-9C7B-6A72-80CCBFC91F81}"/>
              </a:ext>
            </a:extLst>
          </p:cNvPr>
          <p:cNvSpPr/>
          <p:nvPr/>
        </p:nvSpPr>
        <p:spPr>
          <a:xfrm>
            <a:off x="8240267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38F4A88-C8E5-EB48-9C78-DC9D4F61064F}"/>
              </a:ext>
            </a:extLst>
          </p:cNvPr>
          <p:cNvSpPr/>
          <p:nvPr/>
        </p:nvSpPr>
        <p:spPr>
          <a:xfrm>
            <a:off x="8907819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E5B5B3-1618-87C2-31D4-CBFD068D1743}"/>
              </a:ext>
            </a:extLst>
          </p:cNvPr>
          <p:cNvSpPr/>
          <p:nvPr/>
        </p:nvSpPr>
        <p:spPr>
          <a:xfrm>
            <a:off x="8339128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6" name="Rectangle: Rounded Corners 12">
            <a:extLst>
              <a:ext uri="{FF2B5EF4-FFF2-40B4-BE49-F238E27FC236}">
                <a16:creationId xmlns:a16="http://schemas.microsoft.com/office/drawing/2014/main" id="{86AAC779-C5EC-BA05-BB72-0F0E265A5B43}"/>
              </a:ext>
            </a:extLst>
          </p:cNvPr>
          <p:cNvSpPr/>
          <p:nvPr/>
        </p:nvSpPr>
        <p:spPr>
          <a:xfrm>
            <a:off x="3824435" y="8045542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5A7F126-F540-C036-3957-04064779F482}"/>
              </a:ext>
            </a:extLst>
          </p:cNvPr>
          <p:cNvSpPr/>
          <p:nvPr/>
        </p:nvSpPr>
        <p:spPr>
          <a:xfrm>
            <a:off x="4491988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07B72B2-D066-8535-E862-DD529CAD43BF}"/>
              </a:ext>
            </a:extLst>
          </p:cNvPr>
          <p:cNvSpPr/>
          <p:nvPr/>
        </p:nvSpPr>
        <p:spPr>
          <a:xfrm>
            <a:off x="3923297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0" name="Rectangle: Rounded Corners 12">
            <a:extLst>
              <a:ext uri="{FF2B5EF4-FFF2-40B4-BE49-F238E27FC236}">
                <a16:creationId xmlns:a16="http://schemas.microsoft.com/office/drawing/2014/main" id="{1DAD96BA-B4F0-DD06-7257-0E5D93CD083C}"/>
              </a:ext>
            </a:extLst>
          </p:cNvPr>
          <p:cNvSpPr/>
          <p:nvPr/>
        </p:nvSpPr>
        <p:spPr>
          <a:xfrm>
            <a:off x="2686591" y="8045542"/>
            <a:ext cx="498126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6000">
                  <a:schemeClr val="tx1">
                    <a:lumMod val="55000"/>
                    <a:lumOff val="45000"/>
                  </a:schemeClr>
                </a:gs>
                <a:gs pos="84000">
                  <a:schemeClr val="tx1">
                    <a:lumMod val="60000"/>
                    <a:lumOff val="40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FE1AC7F-2A6E-2BB9-FBBC-30A83601451B}"/>
              </a:ext>
            </a:extLst>
          </p:cNvPr>
          <p:cNvSpPr/>
          <p:nvPr/>
        </p:nvSpPr>
        <p:spPr>
          <a:xfrm>
            <a:off x="2812470" y="8258807"/>
            <a:ext cx="248616" cy="1075899"/>
          </a:xfrm>
          <a:prstGeom prst="roundRect">
            <a:avLst>
              <a:gd name="adj" fmla="val 14728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02AE11C-BD02-0E3C-E0E9-F36E407B6A48}"/>
              </a:ext>
            </a:extLst>
          </p:cNvPr>
          <p:cNvSpPr/>
          <p:nvPr/>
        </p:nvSpPr>
        <p:spPr>
          <a:xfrm>
            <a:off x="16036045" y="8258806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3B302AA-EA8D-D907-A758-1451D6240D1F}"/>
              </a:ext>
            </a:extLst>
          </p:cNvPr>
          <p:cNvSpPr/>
          <p:nvPr/>
        </p:nvSpPr>
        <p:spPr>
          <a:xfrm>
            <a:off x="5167688" y="8181877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C6E446-381F-BAAF-3E66-59E83D2377CA}"/>
              </a:ext>
            </a:extLst>
          </p:cNvPr>
          <p:cNvSpPr/>
          <p:nvPr/>
        </p:nvSpPr>
        <p:spPr>
          <a:xfrm>
            <a:off x="11862793" y="8345169"/>
            <a:ext cx="591199" cy="239543"/>
          </a:xfrm>
          <a:prstGeom prst="round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682CF85-8C44-9B86-357D-4F0D528C6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2665" y="9825896"/>
            <a:ext cx="1127644" cy="39802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F95F9-0C7B-DCE5-3F5A-27DB847B0D8B}"/>
              </a:ext>
            </a:extLst>
          </p:cNvPr>
          <p:cNvCxnSpPr/>
          <p:nvPr/>
        </p:nvCxnSpPr>
        <p:spPr>
          <a:xfrm>
            <a:off x="17261214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611C1F9E-F48F-25C0-BC18-397CE3143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446" y="9815593"/>
            <a:ext cx="1127644" cy="39802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B02D51-C269-0A60-F954-2DF8847D9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102" y="9812422"/>
            <a:ext cx="1127644" cy="39802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056F148-88AC-DC0C-CBDF-F2226912D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319" y="9811092"/>
            <a:ext cx="1127644" cy="39802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F897EA5-C86F-1238-9844-6A0C44A6FD94}"/>
              </a:ext>
            </a:extLst>
          </p:cNvPr>
          <p:cNvCxnSpPr/>
          <p:nvPr/>
        </p:nvCxnSpPr>
        <p:spPr>
          <a:xfrm>
            <a:off x="13121542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0773E0-30A2-079E-57D2-9FD1E9E95642}"/>
              </a:ext>
            </a:extLst>
          </p:cNvPr>
          <p:cNvCxnSpPr/>
          <p:nvPr/>
        </p:nvCxnSpPr>
        <p:spPr>
          <a:xfrm>
            <a:off x="8825670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614CA7-8AA2-F5DD-77E6-13AAEEEFEB9F}"/>
              </a:ext>
            </a:extLst>
          </p:cNvPr>
          <p:cNvCxnSpPr/>
          <p:nvPr/>
        </p:nvCxnSpPr>
        <p:spPr>
          <a:xfrm>
            <a:off x="4409838" y="8080227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08561C31-03B0-918A-7096-C26A31A71E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81" r="90328"/>
          <a:stretch/>
        </p:blipFill>
        <p:spPr>
          <a:xfrm>
            <a:off x="9305060" y="1720732"/>
            <a:ext cx="750825" cy="412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B73F-A6B4-489C-3D54-F4F2ED32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329AF7-7934-9DA1-1BA9-B120266278B2}"/>
              </a:ext>
            </a:extLst>
          </p:cNvPr>
          <p:cNvSpPr/>
          <p:nvPr/>
        </p:nvSpPr>
        <p:spPr>
          <a:xfrm>
            <a:off x="2194560" y="7096372"/>
            <a:ext cx="17335146" cy="4124273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C00FE-3C69-613B-2A9B-CA52A675B4D3}"/>
              </a:ext>
            </a:extLst>
          </p:cNvPr>
          <p:cNvSpPr/>
          <p:nvPr/>
        </p:nvSpPr>
        <p:spPr>
          <a:xfrm>
            <a:off x="2194560" y="9809713"/>
            <a:ext cx="17304671" cy="402805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9C155-2FF8-9215-0B96-83BD2137E993}"/>
              </a:ext>
            </a:extLst>
          </p:cNvPr>
          <p:cNvSpPr/>
          <p:nvPr/>
        </p:nvSpPr>
        <p:spPr>
          <a:xfrm>
            <a:off x="2194560" y="9915387"/>
            <a:ext cx="17304671" cy="295624"/>
          </a:xfrm>
          <a:prstGeom prst="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1028" name="Picture 4" descr="61F「ご当地キャラクタートレイン」に – TSUKUBA EXPRESS STYLE">
            <a:extLst>
              <a:ext uri="{FF2B5EF4-FFF2-40B4-BE49-F238E27FC236}">
                <a16:creationId xmlns:a16="http://schemas.microsoft.com/office/drawing/2014/main" id="{E20E593F-D4A1-9134-28C0-DD6EC0D53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796" y="403091"/>
            <a:ext cx="8012857" cy="534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首都圏新都市鉄道 (つくばエクスプレス) TX-2000系 (増備車) (6両セット) (鉄道模型) - ホビーサーチ 鉄道模型 N">
            <a:extLst>
              <a:ext uri="{FF2B5EF4-FFF2-40B4-BE49-F238E27FC236}">
                <a16:creationId xmlns:a16="http://schemas.microsoft.com/office/drawing/2014/main" id="{0FB1F1E9-09AF-5C66-4BA5-E08779301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4" t="30561" r="4955" b="36182"/>
          <a:stretch/>
        </p:blipFill>
        <p:spPr bwMode="auto">
          <a:xfrm>
            <a:off x="1856545" y="828858"/>
            <a:ext cx="17841406" cy="426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76A4D1-032A-5B3F-16E5-7C54B2465AEC}"/>
              </a:ext>
            </a:extLst>
          </p:cNvPr>
          <p:cNvSpPr/>
          <p:nvPr/>
        </p:nvSpPr>
        <p:spPr>
          <a:xfrm>
            <a:off x="2194560" y="7096372"/>
            <a:ext cx="17335146" cy="291855"/>
          </a:xfrm>
          <a:prstGeom prst="rect">
            <a:avLst/>
          </a:prstGeom>
          <a:solidFill>
            <a:srgbClr val="9798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2B98C-661E-5F65-2001-5FA00847A518}"/>
              </a:ext>
            </a:extLst>
          </p:cNvPr>
          <p:cNvSpPr/>
          <p:nvPr/>
        </p:nvSpPr>
        <p:spPr>
          <a:xfrm>
            <a:off x="896771" y="7141979"/>
            <a:ext cx="532821" cy="201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3B1C8C-2EE4-E811-14F9-392D460E3D87}"/>
              </a:ext>
            </a:extLst>
          </p:cNvPr>
          <p:cNvSpPr/>
          <p:nvPr/>
        </p:nvSpPr>
        <p:spPr>
          <a:xfrm>
            <a:off x="18617038" y="8091612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9BAF9D-4FF3-087A-3FBF-EFBBA0D0AF4E}"/>
              </a:ext>
            </a:extLst>
          </p:cNvPr>
          <p:cNvSpPr/>
          <p:nvPr/>
        </p:nvSpPr>
        <p:spPr>
          <a:xfrm>
            <a:off x="14231181" y="813031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95FD10-C373-AEB5-C675-4B3D2659E2E3}"/>
              </a:ext>
            </a:extLst>
          </p:cNvPr>
          <p:cNvSpPr/>
          <p:nvPr/>
        </p:nvSpPr>
        <p:spPr>
          <a:xfrm>
            <a:off x="10068430" y="815282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C14B14-0468-017E-00D0-D7D27470425D}"/>
              </a:ext>
            </a:extLst>
          </p:cNvPr>
          <p:cNvSpPr/>
          <p:nvPr/>
        </p:nvSpPr>
        <p:spPr>
          <a:xfrm>
            <a:off x="5923846" y="8126299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68E266-4731-2A18-97B4-7701BAB17A06}"/>
              </a:ext>
            </a:extLst>
          </p:cNvPr>
          <p:cNvSpPr/>
          <p:nvPr/>
        </p:nvSpPr>
        <p:spPr>
          <a:xfrm>
            <a:off x="16675811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1295E1-37F2-F099-4CD0-2DCED2794924}"/>
              </a:ext>
            </a:extLst>
          </p:cNvPr>
          <p:cNvSpPr/>
          <p:nvPr/>
        </p:nvSpPr>
        <p:spPr>
          <a:xfrm>
            <a:off x="17343364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D84046-CEDB-7CC3-3EA6-51CA4E030D72}"/>
              </a:ext>
            </a:extLst>
          </p:cNvPr>
          <p:cNvSpPr/>
          <p:nvPr/>
        </p:nvSpPr>
        <p:spPr>
          <a:xfrm>
            <a:off x="16774673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39584BB2-DB9E-A684-16DD-C4832F177378}"/>
              </a:ext>
            </a:extLst>
          </p:cNvPr>
          <p:cNvSpPr/>
          <p:nvPr/>
        </p:nvSpPr>
        <p:spPr>
          <a:xfrm>
            <a:off x="12536139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0671C52-6427-DBC6-2523-0C89DBBECFF6}"/>
              </a:ext>
            </a:extLst>
          </p:cNvPr>
          <p:cNvSpPr/>
          <p:nvPr/>
        </p:nvSpPr>
        <p:spPr>
          <a:xfrm>
            <a:off x="13203691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B78E0B-1480-EF1C-B1F9-0823D00039CD}"/>
              </a:ext>
            </a:extLst>
          </p:cNvPr>
          <p:cNvSpPr/>
          <p:nvPr/>
        </p:nvSpPr>
        <p:spPr>
          <a:xfrm>
            <a:off x="12635000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2" name="Rectangle: Rounded Corners 12">
            <a:extLst>
              <a:ext uri="{FF2B5EF4-FFF2-40B4-BE49-F238E27FC236}">
                <a16:creationId xmlns:a16="http://schemas.microsoft.com/office/drawing/2014/main" id="{A63CA38B-B550-982C-7129-76E3FEDC26AB}"/>
              </a:ext>
            </a:extLst>
          </p:cNvPr>
          <p:cNvSpPr/>
          <p:nvPr/>
        </p:nvSpPr>
        <p:spPr>
          <a:xfrm>
            <a:off x="8240267" y="8056926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141554-DF95-B86D-9FD8-8BADD21D145B}"/>
              </a:ext>
            </a:extLst>
          </p:cNvPr>
          <p:cNvSpPr/>
          <p:nvPr/>
        </p:nvSpPr>
        <p:spPr>
          <a:xfrm>
            <a:off x="8907819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06861A6-5C9D-C6A2-6ECA-F8D626622B54}"/>
              </a:ext>
            </a:extLst>
          </p:cNvPr>
          <p:cNvSpPr/>
          <p:nvPr/>
        </p:nvSpPr>
        <p:spPr>
          <a:xfrm>
            <a:off x="8339128" y="825478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6" name="Rectangle: Rounded Corners 12">
            <a:extLst>
              <a:ext uri="{FF2B5EF4-FFF2-40B4-BE49-F238E27FC236}">
                <a16:creationId xmlns:a16="http://schemas.microsoft.com/office/drawing/2014/main" id="{91B25826-3841-245B-40F1-50E49E64025A}"/>
              </a:ext>
            </a:extLst>
          </p:cNvPr>
          <p:cNvSpPr/>
          <p:nvPr/>
        </p:nvSpPr>
        <p:spPr>
          <a:xfrm>
            <a:off x="3824435" y="8045542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84D98B2-87AB-F5DC-6469-91DE160BE2E0}"/>
              </a:ext>
            </a:extLst>
          </p:cNvPr>
          <p:cNvSpPr/>
          <p:nvPr/>
        </p:nvSpPr>
        <p:spPr>
          <a:xfrm>
            <a:off x="4491988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BD6987E-8294-312B-51CB-4533254CE485}"/>
              </a:ext>
            </a:extLst>
          </p:cNvPr>
          <p:cNvSpPr/>
          <p:nvPr/>
        </p:nvSpPr>
        <p:spPr>
          <a:xfrm>
            <a:off x="3923297" y="8243405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6ED1598-3926-DF58-B4D2-96004B38B8E9}"/>
              </a:ext>
            </a:extLst>
          </p:cNvPr>
          <p:cNvSpPr/>
          <p:nvPr/>
        </p:nvSpPr>
        <p:spPr>
          <a:xfrm>
            <a:off x="16036045" y="8258806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7EE8A7-3540-46F9-3FEE-1565D84AF5B1}"/>
              </a:ext>
            </a:extLst>
          </p:cNvPr>
          <p:cNvSpPr/>
          <p:nvPr/>
        </p:nvSpPr>
        <p:spPr>
          <a:xfrm>
            <a:off x="5167688" y="8181877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E8631E5-4220-BB79-C646-AC5D74C9B377}"/>
              </a:ext>
            </a:extLst>
          </p:cNvPr>
          <p:cNvSpPr/>
          <p:nvPr/>
        </p:nvSpPr>
        <p:spPr>
          <a:xfrm>
            <a:off x="11862793" y="8345169"/>
            <a:ext cx="591199" cy="239543"/>
          </a:xfrm>
          <a:prstGeom prst="round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AC2AF20-555A-0623-B5F6-FC32B62AA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2665" y="9825896"/>
            <a:ext cx="1127644" cy="39802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A273E3-DA4A-FC4F-6B0D-BEB31D2CF83A}"/>
              </a:ext>
            </a:extLst>
          </p:cNvPr>
          <p:cNvCxnSpPr/>
          <p:nvPr/>
        </p:nvCxnSpPr>
        <p:spPr>
          <a:xfrm>
            <a:off x="17261214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EE61D9ED-820B-515E-3619-066F3487A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446" y="9815593"/>
            <a:ext cx="1127644" cy="39802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4A24957-1CFB-E605-0AD7-9870F8781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102" y="9812422"/>
            <a:ext cx="1127644" cy="39802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DB92798-B38B-38C1-BF59-135752A2F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319" y="9811092"/>
            <a:ext cx="1127644" cy="39802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72B73B-7077-BA1D-7189-0A538A815C54}"/>
              </a:ext>
            </a:extLst>
          </p:cNvPr>
          <p:cNvCxnSpPr/>
          <p:nvPr/>
        </p:nvCxnSpPr>
        <p:spPr>
          <a:xfrm>
            <a:off x="13121542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D33F47-21C8-5E46-57BF-418E2609681F}"/>
              </a:ext>
            </a:extLst>
          </p:cNvPr>
          <p:cNvCxnSpPr/>
          <p:nvPr/>
        </p:nvCxnSpPr>
        <p:spPr>
          <a:xfrm>
            <a:off x="8825670" y="8091611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E9D095-4235-07D1-F3DA-FB42ED8C23F1}"/>
              </a:ext>
            </a:extLst>
          </p:cNvPr>
          <p:cNvCxnSpPr/>
          <p:nvPr/>
        </p:nvCxnSpPr>
        <p:spPr>
          <a:xfrm>
            <a:off x="4409838" y="8080227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B5C69CE7-9521-7F30-D284-AD47812DD1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81" r="90328"/>
          <a:stretch/>
        </p:blipFill>
        <p:spPr>
          <a:xfrm>
            <a:off x="9305060" y="1720732"/>
            <a:ext cx="750825" cy="41249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69E753-547F-C63F-8456-9B74F4C36D9B}"/>
              </a:ext>
            </a:extLst>
          </p:cNvPr>
          <p:cNvSpPr/>
          <p:nvPr/>
        </p:nvSpPr>
        <p:spPr>
          <a:xfrm>
            <a:off x="2194560" y="7604760"/>
            <a:ext cx="17335146" cy="291855"/>
          </a:xfrm>
          <a:prstGeom prst="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2CF2599-B497-E4C1-F849-8FC800775B76}"/>
              </a:ext>
            </a:extLst>
          </p:cNvPr>
          <p:cNvSpPr/>
          <p:nvPr/>
        </p:nvSpPr>
        <p:spPr>
          <a:xfrm>
            <a:off x="2442807" y="8079497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</p:spTree>
    <p:extLst>
      <p:ext uri="{BB962C8B-B14F-4D97-AF65-F5344CB8AC3E}">
        <p14:creationId xmlns:p14="http://schemas.microsoft.com/office/powerpoint/2010/main" val="351225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12FF98-E0CD-80A5-90B1-DE496CC78923}"/>
              </a:ext>
            </a:extLst>
          </p:cNvPr>
          <p:cNvSpPr/>
          <p:nvPr/>
        </p:nvSpPr>
        <p:spPr>
          <a:xfrm>
            <a:off x="6725507" y="3184851"/>
            <a:ext cx="7307364" cy="7309786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B26A41-B8D3-23D0-A925-3B101138A482}"/>
              </a:ext>
            </a:extLst>
          </p:cNvPr>
          <p:cNvSpPr/>
          <p:nvPr/>
        </p:nvSpPr>
        <p:spPr>
          <a:xfrm>
            <a:off x="6718118" y="7762352"/>
            <a:ext cx="3653682" cy="2732285"/>
          </a:xfrm>
          <a:prstGeom prst="rect">
            <a:avLst/>
          </a:prstGeom>
          <a:gradFill>
            <a:gsLst>
              <a:gs pos="72000">
                <a:srgbClr val="B2B9BE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F372C9-E90B-B909-AC8A-4546D0F67F92}"/>
              </a:ext>
            </a:extLst>
          </p:cNvPr>
          <p:cNvSpPr/>
          <p:nvPr/>
        </p:nvSpPr>
        <p:spPr>
          <a:xfrm>
            <a:off x="8178827" y="6777898"/>
            <a:ext cx="7307366" cy="2997610"/>
          </a:xfrm>
          <a:prstGeom prst="rect">
            <a:avLst/>
          </a:prstGeom>
          <a:gradFill>
            <a:gsLst>
              <a:gs pos="4000">
                <a:schemeClr val="tx1">
                  <a:alpha val="0"/>
                </a:schemeClr>
              </a:gs>
              <a:gs pos="68000">
                <a:srgbClr val="020234">
                  <a:alpha val="20000"/>
                </a:srgbClr>
              </a:gs>
              <a:gs pos="37024">
                <a:srgbClr val="000000">
                  <a:alpha val="20000"/>
                </a:srgb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B51EF7-AFAA-0023-5DAE-AFAF2068EBE8}"/>
              </a:ext>
            </a:extLst>
          </p:cNvPr>
          <p:cNvSpPr/>
          <p:nvPr/>
        </p:nvSpPr>
        <p:spPr>
          <a:xfrm rot="398153">
            <a:off x="9560795" y="1636260"/>
            <a:ext cx="3577287" cy="1035499"/>
          </a:xfrm>
          <a:custGeom>
            <a:avLst/>
            <a:gdLst>
              <a:gd name="connsiteX0" fmla="*/ 0 w 1392628"/>
              <a:gd name="connsiteY0" fmla="*/ 0 h 453586"/>
              <a:gd name="connsiteX1" fmla="*/ 1392628 w 1392628"/>
              <a:gd name="connsiteY1" fmla="*/ 0 h 453586"/>
              <a:gd name="connsiteX2" fmla="*/ 1392628 w 1392628"/>
              <a:gd name="connsiteY2" fmla="*/ 453586 h 453586"/>
              <a:gd name="connsiteX3" fmla="*/ 0 w 1392628"/>
              <a:gd name="connsiteY3" fmla="*/ 453586 h 453586"/>
              <a:gd name="connsiteX4" fmla="*/ 0 w 1392628"/>
              <a:gd name="connsiteY4" fmla="*/ 0 h 453586"/>
              <a:gd name="connsiteX0" fmla="*/ 0 w 1452299"/>
              <a:gd name="connsiteY0" fmla="*/ 0 h 453586"/>
              <a:gd name="connsiteX1" fmla="*/ 1392628 w 1452299"/>
              <a:gd name="connsiteY1" fmla="*/ 0 h 453586"/>
              <a:gd name="connsiteX2" fmla="*/ 1452299 w 1452299"/>
              <a:gd name="connsiteY2" fmla="*/ 438972 h 453586"/>
              <a:gd name="connsiteX3" fmla="*/ 0 w 1452299"/>
              <a:gd name="connsiteY3" fmla="*/ 453586 h 453586"/>
              <a:gd name="connsiteX4" fmla="*/ 0 w 1452299"/>
              <a:gd name="connsiteY4" fmla="*/ 0 h 453586"/>
              <a:gd name="connsiteX0" fmla="*/ 0 w 1913306"/>
              <a:gd name="connsiteY0" fmla="*/ 0 h 481782"/>
              <a:gd name="connsiteX1" fmla="*/ 1853635 w 1913306"/>
              <a:gd name="connsiteY1" fmla="*/ 28196 h 481782"/>
              <a:gd name="connsiteX2" fmla="*/ 1913306 w 1913306"/>
              <a:gd name="connsiteY2" fmla="*/ 467168 h 481782"/>
              <a:gd name="connsiteX3" fmla="*/ 461007 w 1913306"/>
              <a:gd name="connsiteY3" fmla="*/ 481782 h 481782"/>
              <a:gd name="connsiteX4" fmla="*/ 0 w 1913306"/>
              <a:gd name="connsiteY4" fmla="*/ 0 h 481782"/>
              <a:gd name="connsiteX0" fmla="*/ 0 w 1913306"/>
              <a:gd name="connsiteY0" fmla="*/ 0 h 523406"/>
              <a:gd name="connsiteX1" fmla="*/ 1853635 w 1913306"/>
              <a:gd name="connsiteY1" fmla="*/ 28196 h 523406"/>
              <a:gd name="connsiteX2" fmla="*/ 1913306 w 1913306"/>
              <a:gd name="connsiteY2" fmla="*/ 467168 h 523406"/>
              <a:gd name="connsiteX3" fmla="*/ 59265 w 1913306"/>
              <a:gd name="connsiteY3" fmla="*/ 523406 h 523406"/>
              <a:gd name="connsiteX4" fmla="*/ 0 w 1913306"/>
              <a:gd name="connsiteY4" fmla="*/ 0 h 5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306" h="523406">
                <a:moveTo>
                  <a:pt x="0" y="0"/>
                </a:moveTo>
                <a:lnTo>
                  <a:pt x="1853635" y="28196"/>
                </a:lnTo>
                <a:lnTo>
                  <a:pt x="1913306" y="467168"/>
                </a:lnTo>
                <a:lnTo>
                  <a:pt x="59265" y="5234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  <a:alpha val="4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D53AD9DC-EB3F-2B3F-0030-D273046EA7CF}"/>
              </a:ext>
            </a:extLst>
          </p:cNvPr>
          <p:cNvSpPr/>
          <p:nvPr/>
        </p:nvSpPr>
        <p:spPr>
          <a:xfrm rot="21133278" flipH="1">
            <a:off x="12998740" y="1593796"/>
            <a:ext cx="3634638" cy="1035499"/>
          </a:xfrm>
          <a:custGeom>
            <a:avLst/>
            <a:gdLst>
              <a:gd name="connsiteX0" fmla="*/ 0 w 1392628"/>
              <a:gd name="connsiteY0" fmla="*/ 0 h 453586"/>
              <a:gd name="connsiteX1" fmla="*/ 1392628 w 1392628"/>
              <a:gd name="connsiteY1" fmla="*/ 0 h 453586"/>
              <a:gd name="connsiteX2" fmla="*/ 1392628 w 1392628"/>
              <a:gd name="connsiteY2" fmla="*/ 453586 h 453586"/>
              <a:gd name="connsiteX3" fmla="*/ 0 w 1392628"/>
              <a:gd name="connsiteY3" fmla="*/ 453586 h 453586"/>
              <a:gd name="connsiteX4" fmla="*/ 0 w 1392628"/>
              <a:gd name="connsiteY4" fmla="*/ 0 h 453586"/>
              <a:gd name="connsiteX0" fmla="*/ 0 w 1452299"/>
              <a:gd name="connsiteY0" fmla="*/ 0 h 453586"/>
              <a:gd name="connsiteX1" fmla="*/ 1392628 w 1452299"/>
              <a:gd name="connsiteY1" fmla="*/ 0 h 453586"/>
              <a:gd name="connsiteX2" fmla="*/ 1452299 w 1452299"/>
              <a:gd name="connsiteY2" fmla="*/ 438972 h 453586"/>
              <a:gd name="connsiteX3" fmla="*/ 0 w 1452299"/>
              <a:gd name="connsiteY3" fmla="*/ 453586 h 453586"/>
              <a:gd name="connsiteX4" fmla="*/ 0 w 1452299"/>
              <a:gd name="connsiteY4" fmla="*/ 0 h 453586"/>
              <a:gd name="connsiteX0" fmla="*/ 0 w 1913306"/>
              <a:gd name="connsiteY0" fmla="*/ 0 h 481782"/>
              <a:gd name="connsiteX1" fmla="*/ 1853635 w 1913306"/>
              <a:gd name="connsiteY1" fmla="*/ 28196 h 481782"/>
              <a:gd name="connsiteX2" fmla="*/ 1913306 w 1913306"/>
              <a:gd name="connsiteY2" fmla="*/ 467168 h 481782"/>
              <a:gd name="connsiteX3" fmla="*/ 461007 w 1913306"/>
              <a:gd name="connsiteY3" fmla="*/ 481782 h 481782"/>
              <a:gd name="connsiteX4" fmla="*/ 0 w 1913306"/>
              <a:gd name="connsiteY4" fmla="*/ 0 h 481782"/>
              <a:gd name="connsiteX0" fmla="*/ 0 w 1913306"/>
              <a:gd name="connsiteY0" fmla="*/ 0 h 523406"/>
              <a:gd name="connsiteX1" fmla="*/ 1853635 w 1913306"/>
              <a:gd name="connsiteY1" fmla="*/ 28196 h 523406"/>
              <a:gd name="connsiteX2" fmla="*/ 1913306 w 1913306"/>
              <a:gd name="connsiteY2" fmla="*/ 467168 h 523406"/>
              <a:gd name="connsiteX3" fmla="*/ 59265 w 1913306"/>
              <a:gd name="connsiteY3" fmla="*/ 523406 h 523406"/>
              <a:gd name="connsiteX4" fmla="*/ 0 w 1913306"/>
              <a:gd name="connsiteY4" fmla="*/ 0 h 5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306" h="523406">
                <a:moveTo>
                  <a:pt x="0" y="0"/>
                </a:moveTo>
                <a:lnTo>
                  <a:pt x="1853635" y="28196"/>
                </a:lnTo>
                <a:lnTo>
                  <a:pt x="1913306" y="467168"/>
                </a:lnTo>
                <a:lnTo>
                  <a:pt x="59265" y="5234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  <a:alpha val="4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185D8-5E32-3573-C0C2-149B79347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943" y="3071177"/>
            <a:ext cx="5615251" cy="63965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7A103D-132C-0443-494D-C59D5288B8C9}"/>
              </a:ext>
            </a:extLst>
          </p:cNvPr>
          <p:cNvSpPr/>
          <p:nvPr/>
        </p:nvSpPr>
        <p:spPr>
          <a:xfrm>
            <a:off x="1568042" y="1637120"/>
            <a:ext cx="996683" cy="7309788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19BF90-68B2-316B-88DB-727260641781}"/>
              </a:ext>
            </a:extLst>
          </p:cNvPr>
          <p:cNvSpPr/>
          <p:nvPr/>
        </p:nvSpPr>
        <p:spPr>
          <a:xfrm>
            <a:off x="6725506" y="3581719"/>
            <a:ext cx="7299975" cy="4054281"/>
          </a:xfrm>
          <a:custGeom>
            <a:avLst/>
            <a:gdLst>
              <a:gd name="connsiteX0" fmla="*/ 0 w 3693600"/>
              <a:gd name="connsiteY0" fmla="*/ 165109 h 2042160"/>
              <a:gd name="connsiteX1" fmla="*/ 165109 w 3693600"/>
              <a:gd name="connsiteY1" fmla="*/ 0 h 2042160"/>
              <a:gd name="connsiteX2" fmla="*/ 3528491 w 3693600"/>
              <a:gd name="connsiteY2" fmla="*/ 0 h 2042160"/>
              <a:gd name="connsiteX3" fmla="*/ 3693600 w 3693600"/>
              <a:gd name="connsiteY3" fmla="*/ 165109 h 2042160"/>
              <a:gd name="connsiteX4" fmla="*/ 3693600 w 3693600"/>
              <a:gd name="connsiteY4" fmla="*/ 1877051 h 2042160"/>
              <a:gd name="connsiteX5" fmla="*/ 3528491 w 3693600"/>
              <a:gd name="connsiteY5" fmla="*/ 2042160 h 2042160"/>
              <a:gd name="connsiteX6" fmla="*/ 165109 w 3693600"/>
              <a:gd name="connsiteY6" fmla="*/ 2042160 h 2042160"/>
              <a:gd name="connsiteX7" fmla="*/ 0 w 3693600"/>
              <a:gd name="connsiteY7" fmla="*/ 1877051 h 2042160"/>
              <a:gd name="connsiteX8" fmla="*/ 0 w 3693600"/>
              <a:gd name="connsiteY8" fmla="*/ 165109 h 2042160"/>
              <a:gd name="connsiteX0" fmla="*/ 0 w 3693600"/>
              <a:gd name="connsiteY0" fmla="*/ 256549 h 2133600"/>
              <a:gd name="connsiteX1" fmla="*/ 165109 w 3693600"/>
              <a:gd name="connsiteY1" fmla="*/ 91440 h 2133600"/>
              <a:gd name="connsiteX2" fmla="*/ 3528491 w 3693600"/>
              <a:gd name="connsiteY2" fmla="*/ 91440 h 2133600"/>
              <a:gd name="connsiteX3" fmla="*/ 3693600 w 3693600"/>
              <a:gd name="connsiteY3" fmla="*/ 256549 h 2133600"/>
              <a:gd name="connsiteX4" fmla="*/ 3693600 w 3693600"/>
              <a:gd name="connsiteY4" fmla="*/ 1968491 h 2133600"/>
              <a:gd name="connsiteX5" fmla="*/ 3528491 w 3693600"/>
              <a:gd name="connsiteY5" fmla="*/ 2133600 h 2133600"/>
              <a:gd name="connsiteX6" fmla="*/ 165109 w 3693600"/>
              <a:gd name="connsiteY6" fmla="*/ 2133600 h 2133600"/>
              <a:gd name="connsiteX7" fmla="*/ 0 w 3693600"/>
              <a:gd name="connsiteY7" fmla="*/ 1968491 h 2133600"/>
              <a:gd name="connsiteX8" fmla="*/ 0 w 3693600"/>
              <a:gd name="connsiteY8" fmla="*/ 256549 h 2133600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93600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0 w 3693600"/>
              <a:gd name="connsiteY7" fmla="*/ 2031356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93600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64759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65454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64759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65454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22043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08170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22043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08170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79328 w 3693600"/>
              <a:gd name="connsiteY7" fmla="*/ 2000876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08170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97635 w 3693600"/>
              <a:gd name="connsiteY7" fmla="*/ 1994780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83762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97635 w 3693600"/>
              <a:gd name="connsiteY7" fmla="*/ 1994780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83762 w 3693600"/>
              <a:gd name="connsiteY4" fmla="*/ 2006972 h 2196465"/>
              <a:gd name="connsiteX5" fmla="*/ 3396277 w 3693600"/>
              <a:gd name="connsiteY5" fmla="*/ 2013585 h 2196465"/>
              <a:gd name="connsiteX6" fmla="*/ 165109 w 3693600"/>
              <a:gd name="connsiteY6" fmla="*/ 2196465 h 2196465"/>
              <a:gd name="connsiteX7" fmla="*/ 97635 w 3693600"/>
              <a:gd name="connsiteY7" fmla="*/ 1994780 h 2196465"/>
              <a:gd name="connsiteX8" fmla="*/ 0 w 3693600"/>
              <a:gd name="connsiteY8" fmla="*/ 319414 h 2196465"/>
              <a:gd name="connsiteX0" fmla="*/ 0 w 3693600"/>
              <a:gd name="connsiteY0" fmla="*/ 319414 h 2049288"/>
              <a:gd name="connsiteX1" fmla="*/ 165109 w 3693600"/>
              <a:gd name="connsiteY1" fmla="*/ 154305 h 2049288"/>
              <a:gd name="connsiteX2" fmla="*/ 3528491 w 3693600"/>
              <a:gd name="connsiteY2" fmla="*/ 154305 h 2049288"/>
              <a:gd name="connsiteX3" fmla="*/ 3693600 w 3693600"/>
              <a:gd name="connsiteY3" fmla="*/ 319414 h 2049288"/>
              <a:gd name="connsiteX4" fmla="*/ 3583762 w 3693600"/>
              <a:gd name="connsiteY4" fmla="*/ 2006972 h 2049288"/>
              <a:gd name="connsiteX5" fmla="*/ 3396277 w 3693600"/>
              <a:gd name="connsiteY5" fmla="*/ 2013585 h 2049288"/>
              <a:gd name="connsiteX6" fmla="*/ 383770 w 3693600"/>
              <a:gd name="connsiteY6" fmla="*/ 2028825 h 2049288"/>
              <a:gd name="connsiteX7" fmla="*/ 97635 w 3693600"/>
              <a:gd name="connsiteY7" fmla="*/ 1994780 h 2049288"/>
              <a:gd name="connsiteX8" fmla="*/ 0 w 3693600"/>
              <a:gd name="connsiteY8" fmla="*/ 319414 h 204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3600" h="2049288">
                <a:moveTo>
                  <a:pt x="0" y="319414"/>
                </a:moveTo>
                <a:cubicBezTo>
                  <a:pt x="0" y="228227"/>
                  <a:pt x="73922" y="154305"/>
                  <a:pt x="165109" y="154305"/>
                </a:cubicBezTo>
                <a:cubicBezTo>
                  <a:pt x="1347196" y="-51435"/>
                  <a:pt x="2475944" y="-51435"/>
                  <a:pt x="3528491" y="154305"/>
                </a:cubicBezTo>
                <a:cubicBezTo>
                  <a:pt x="3619678" y="154305"/>
                  <a:pt x="3693600" y="228227"/>
                  <a:pt x="3693600" y="319414"/>
                </a:cubicBezTo>
                <a:lnTo>
                  <a:pt x="3583762" y="2006972"/>
                </a:lnTo>
                <a:cubicBezTo>
                  <a:pt x="3583762" y="2098159"/>
                  <a:pt x="3487464" y="2013585"/>
                  <a:pt x="3396277" y="2013585"/>
                </a:cubicBezTo>
                <a:lnTo>
                  <a:pt x="383770" y="2028825"/>
                </a:lnTo>
                <a:cubicBezTo>
                  <a:pt x="292583" y="2028825"/>
                  <a:pt x="97635" y="2085967"/>
                  <a:pt x="97635" y="1994780"/>
                </a:cubicBezTo>
                <a:lnTo>
                  <a:pt x="0" y="319414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FDBC7E-A21A-4446-0FE6-9DB477E09E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1" r="90328"/>
          <a:stretch/>
        </p:blipFill>
        <p:spPr>
          <a:xfrm flipH="1">
            <a:off x="5584595" y="3168887"/>
            <a:ext cx="514485" cy="73097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7D0B1E-DF75-2310-473D-83CA50044AB2}"/>
              </a:ext>
            </a:extLst>
          </p:cNvPr>
          <p:cNvSpPr/>
          <p:nvPr/>
        </p:nvSpPr>
        <p:spPr>
          <a:xfrm>
            <a:off x="6718118" y="7305210"/>
            <a:ext cx="3653682" cy="1265820"/>
          </a:xfrm>
          <a:custGeom>
            <a:avLst/>
            <a:gdLst>
              <a:gd name="connsiteX0" fmla="*/ 0 w 1846800"/>
              <a:gd name="connsiteY0" fmla="*/ 0 h 599440"/>
              <a:gd name="connsiteX1" fmla="*/ 1846800 w 1846800"/>
              <a:gd name="connsiteY1" fmla="*/ 0 h 599440"/>
              <a:gd name="connsiteX2" fmla="*/ 1846800 w 1846800"/>
              <a:gd name="connsiteY2" fmla="*/ 599440 h 599440"/>
              <a:gd name="connsiteX3" fmla="*/ 0 w 1846800"/>
              <a:gd name="connsiteY3" fmla="*/ 599440 h 599440"/>
              <a:gd name="connsiteX4" fmla="*/ 0 w 1846800"/>
              <a:gd name="connsiteY4" fmla="*/ 0 h 59944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599440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343297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485599 h 817880"/>
              <a:gd name="connsiteX4" fmla="*/ 0 w 1846800"/>
              <a:gd name="connsiteY4" fmla="*/ 0 h 817880"/>
              <a:gd name="connsiteX0" fmla="*/ 0 w 1846800"/>
              <a:gd name="connsiteY0" fmla="*/ 0 h 896146"/>
              <a:gd name="connsiteX1" fmla="*/ 1846800 w 1846800"/>
              <a:gd name="connsiteY1" fmla="*/ 0 h 896146"/>
              <a:gd name="connsiteX2" fmla="*/ 1846800 w 1846800"/>
              <a:gd name="connsiteY2" fmla="*/ 896146 h 896146"/>
              <a:gd name="connsiteX3" fmla="*/ 0 w 1846800"/>
              <a:gd name="connsiteY3" fmla="*/ 485599 h 896146"/>
              <a:gd name="connsiteX4" fmla="*/ 0 w 1846800"/>
              <a:gd name="connsiteY4" fmla="*/ 0 h 896146"/>
              <a:gd name="connsiteX0" fmla="*/ 0 w 1846800"/>
              <a:gd name="connsiteY0" fmla="*/ 0 h 896146"/>
              <a:gd name="connsiteX1" fmla="*/ 1846800 w 1846800"/>
              <a:gd name="connsiteY1" fmla="*/ 0 h 896146"/>
              <a:gd name="connsiteX2" fmla="*/ 1846800 w 1846800"/>
              <a:gd name="connsiteY2" fmla="*/ 896146 h 896146"/>
              <a:gd name="connsiteX3" fmla="*/ 5080 w 1846800"/>
              <a:gd name="connsiteY3" fmla="*/ 343297 h 896146"/>
              <a:gd name="connsiteX4" fmla="*/ 0 w 1846800"/>
              <a:gd name="connsiteY4" fmla="*/ 0 h 89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800" h="896146">
                <a:moveTo>
                  <a:pt x="0" y="0"/>
                </a:moveTo>
                <a:lnTo>
                  <a:pt x="1846800" y="0"/>
                </a:lnTo>
                <a:lnTo>
                  <a:pt x="1846800" y="896146"/>
                </a:lnTo>
                <a:lnTo>
                  <a:pt x="5080" y="343297"/>
                </a:lnTo>
                <a:cubicBezTo>
                  <a:pt x="3387" y="228865"/>
                  <a:pt x="1693" y="114432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E0E2F8"/>
              </a:gs>
              <a:gs pos="34000">
                <a:srgbClr val="F6F6FC"/>
              </a:gs>
              <a:gs pos="12000">
                <a:srgbClr val="BABDC2"/>
              </a:gs>
              <a:gs pos="4000">
                <a:srgbClr val="B2B9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85D75E6B-2A6D-FD72-EE5D-F468872CC9DC}"/>
              </a:ext>
            </a:extLst>
          </p:cNvPr>
          <p:cNvSpPr/>
          <p:nvPr/>
        </p:nvSpPr>
        <p:spPr>
          <a:xfrm flipH="1">
            <a:off x="10371801" y="7305209"/>
            <a:ext cx="3653680" cy="1275871"/>
          </a:xfrm>
          <a:custGeom>
            <a:avLst/>
            <a:gdLst>
              <a:gd name="connsiteX0" fmla="*/ 0 w 1846800"/>
              <a:gd name="connsiteY0" fmla="*/ 0 h 599440"/>
              <a:gd name="connsiteX1" fmla="*/ 1846800 w 1846800"/>
              <a:gd name="connsiteY1" fmla="*/ 0 h 599440"/>
              <a:gd name="connsiteX2" fmla="*/ 1846800 w 1846800"/>
              <a:gd name="connsiteY2" fmla="*/ 599440 h 599440"/>
              <a:gd name="connsiteX3" fmla="*/ 0 w 1846800"/>
              <a:gd name="connsiteY3" fmla="*/ 599440 h 599440"/>
              <a:gd name="connsiteX4" fmla="*/ 0 w 1846800"/>
              <a:gd name="connsiteY4" fmla="*/ 0 h 59944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599440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357527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414448 h 817880"/>
              <a:gd name="connsiteX4" fmla="*/ 0 w 1846800"/>
              <a:gd name="connsiteY4" fmla="*/ 0 h 817880"/>
              <a:gd name="connsiteX0" fmla="*/ 0 w 1846800"/>
              <a:gd name="connsiteY0" fmla="*/ 0 h 903261"/>
              <a:gd name="connsiteX1" fmla="*/ 1846800 w 1846800"/>
              <a:gd name="connsiteY1" fmla="*/ 0 h 903261"/>
              <a:gd name="connsiteX2" fmla="*/ 1846800 w 1846800"/>
              <a:gd name="connsiteY2" fmla="*/ 903261 h 903261"/>
              <a:gd name="connsiteX3" fmla="*/ 0 w 1846800"/>
              <a:gd name="connsiteY3" fmla="*/ 414448 h 903261"/>
              <a:gd name="connsiteX4" fmla="*/ 0 w 1846800"/>
              <a:gd name="connsiteY4" fmla="*/ 0 h 903261"/>
              <a:gd name="connsiteX0" fmla="*/ 0 w 1846800"/>
              <a:gd name="connsiteY0" fmla="*/ 0 h 903261"/>
              <a:gd name="connsiteX1" fmla="*/ 1846800 w 1846800"/>
              <a:gd name="connsiteY1" fmla="*/ 0 h 903261"/>
              <a:gd name="connsiteX2" fmla="*/ 1846800 w 1846800"/>
              <a:gd name="connsiteY2" fmla="*/ 903261 h 903261"/>
              <a:gd name="connsiteX3" fmla="*/ 5080 w 1846800"/>
              <a:gd name="connsiteY3" fmla="*/ 293491 h 903261"/>
              <a:gd name="connsiteX4" fmla="*/ 0 w 1846800"/>
              <a:gd name="connsiteY4" fmla="*/ 0 h 903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800" h="903261">
                <a:moveTo>
                  <a:pt x="0" y="0"/>
                </a:moveTo>
                <a:lnTo>
                  <a:pt x="1846800" y="0"/>
                </a:lnTo>
                <a:lnTo>
                  <a:pt x="1846800" y="903261"/>
                </a:lnTo>
                <a:lnTo>
                  <a:pt x="5080" y="293491"/>
                </a:lnTo>
                <a:cubicBezTo>
                  <a:pt x="3387" y="195661"/>
                  <a:pt x="1693" y="97830"/>
                  <a:pt x="0" y="0"/>
                </a:cubicBezTo>
                <a:close/>
              </a:path>
            </a:pathLst>
          </a:custGeom>
          <a:gradFill>
            <a:gsLst>
              <a:gs pos="15000">
                <a:srgbClr val="D1DAEB"/>
              </a:gs>
              <a:gs pos="41000">
                <a:srgbClr val="91A1B9"/>
              </a:gs>
              <a:gs pos="4000">
                <a:srgbClr val="B2B9C0"/>
              </a:gs>
              <a:gs pos="100000">
                <a:srgbClr val="ABB9C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3C6795-9B88-5CB0-9B5B-58ABF08002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1464"/>
          <a:stretch/>
        </p:blipFill>
        <p:spPr>
          <a:xfrm>
            <a:off x="18226858" y="7762353"/>
            <a:ext cx="5767106" cy="38070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1FAA05-550E-ACD9-2878-53947CA76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2193" y="604735"/>
            <a:ext cx="5013237" cy="3807045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ACB26F4-9814-6A32-7113-FD0EB113B597}"/>
              </a:ext>
            </a:extLst>
          </p:cNvPr>
          <p:cNvSpPr/>
          <p:nvPr/>
        </p:nvSpPr>
        <p:spPr>
          <a:xfrm>
            <a:off x="7677168" y="7061352"/>
            <a:ext cx="5268219" cy="1155268"/>
          </a:xfrm>
          <a:custGeom>
            <a:avLst/>
            <a:gdLst>
              <a:gd name="connsiteX0" fmla="*/ 0 w 2662888"/>
              <a:gd name="connsiteY0" fmla="*/ 333756 h 638243"/>
              <a:gd name="connsiteX1" fmla="*/ 2662888 w 2662888"/>
              <a:gd name="connsiteY1" fmla="*/ 333756 h 638243"/>
              <a:gd name="connsiteX2" fmla="*/ 1331444 w 2662888"/>
              <a:gd name="connsiteY2" fmla="*/ 638243 h 638243"/>
              <a:gd name="connsiteX3" fmla="*/ 258865 w 2662888"/>
              <a:gd name="connsiteY3" fmla="*/ 0 h 638243"/>
              <a:gd name="connsiteX4" fmla="*/ 2483079 w 2662888"/>
              <a:gd name="connsiteY4" fmla="*/ 0 h 638243"/>
              <a:gd name="connsiteX5" fmla="*/ 2483079 w 2662888"/>
              <a:gd name="connsiteY5" fmla="*/ 333755 h 638243"/>
              <a:gd name="connsiteX6" fmla="*/ 258865 w 2662888"/>
              <a:gd name="connsiteY6" fmla="*/ 333755 h 6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2888" h="638243">
                <a:moveTo>
                  <a:pt x="0" y="333756"/>
                </a:moveTo>
                <a:lnTo>
                  <a:pt x="2662888" y="333756"/>
                </a:lnTo>
                <a:lnTo>
                  <a:pt x="1331444" y="638243"/>
                </a:lnTo>
                <a:close/>
                <a:moveTo>
                  <a:pt x="258865" y="0"/>
                </a:moveTo>
                <a:lnTo>
                  <a:pt x="2483079" y="0"/>
                </a:lnTo>
                <a:lnTo>
                  <a:pt x="2483079" y="333755"/>
                </a:lnTo>
                <a:lnTo>
                  <a:pt x="258865" y="333755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6002EB-AF98-3583-ED5F-6B8DF3016F0B}"/>
              </a:ext>
            </a:extLst>
          </p:cNvPr>
          <p:cNvSpPr/>
          <p:nvPr/>
        </p:nvSpPr>
        <p:spPr>
          <a:xfrm>
            <a:off x="7397022" y="8624316"/>
            <a:ext cx="428063" cy="416959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7A41BC-D6D6-0CFD-778F-7E3ADD327DE7}"/>
              </a:ext>
            </a:extLst>
          </p:cNvPr>
          <p:cNvSpPr/>
          <p:nvPr/>
        </p:nvSpPr>
        <p:spPr>
          <a:xfrm>
            <a:off x="7531562" y="9236248"/>
            <a:ext cx="506033" cy="518566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241E19-53C3-D21F-F6FB-7DC9087A7498}"/>
              </a:ext>
            </a:extLst>
          </p:cNvPr>
          <p:cNvSpPr/>
          <p:nvPr/>
        </p:nvSpPr>
        <p:spPr>
          <a:xfrm>
            <a:off x="12692368" y="9231846"/>
            <a:ext cx="506033" cy="518566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8C2A81-373B-F36B-F63D-6739211AB69E}"/>
              </a:ext>
            </a:extLst>
          </p:cNvPr>
          <p:cNvSpPr/>
          <p:nvPr/>
        </p:nvSpPr>
        <p:spPr>
          <a:xfrm>
            <a:off x="12889452" y="8623069"/>
            <a:ext cx="428063" cy="416959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6DBEF2-4A92-B422-00A8-1E27F802A964}"/>
              </a:ext>
            </a:extLst>
          </p:cNvPr>
          <p:cNvSpPr/>
          <p:nvPr/>
        </p:nvSpPr>
        <p:spPr>
          <a:xfrm>
            <a:off x="15750691" y="10030677"/>
            <a:ext cx="936043" cy="1155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F305BF1B-A6A5-C544-9D35-70A34B3B217A}"/>
              </a:ext>
            </a:extLst>
          </p:cNvPr>
          <p:cNvSpPr/>
          <p:nvPr/>
        </p:nvSpPr>
        <p:spPr>
          <a:xfrm>
            <a:off x="6997531" y="8192768"/>
            <a:ext cx="1506932" cy="1717915"/>
          </a:xfrm>
          <a:custGeom>
            <a:avLst/>
            <a:gdLst>
              <a:gd name="connsiteX0" fmla="*/ 1 w 710113"/>
              <a:gd name="connsiteY0" fmla="*/ 392733 h 1028192"/>
              <a:gd name="connsiteX1" fmla="*/ 355057 w 710113"/>
              <a:gd name="connsiteY1" fmla="*/ 0 h 1028192"/>
              <a:gd name="connsiteX2" fmla="*/ 710112 w 710113"/>
              <a:gd name="connsiteY2" fmla="*/ 392733 h 1028192"/>
              <a:gd name="connsiteX3" fmla="*/ 574493 w 710113"/>
              <a:gd name="connsiteY3" fmla="*/ 1028189 h 1028192"/>
              <a:gd name="connsiteX4" fmla="*/ 135620 w 710113"/>
              <a:gd name="connsiteY4" fmla="*/ 1028189 h 1028192"/>
              <a:gd name="connsiteX5" fmla="*/ 1 w 710113"/>
              <a:gd name="connsiteY5" fmla="*/ 392733 h 1028192"/>
              <a:gd name="connsiteX0" fmla="*/ 0 w 1200331"/>
              <a:gd name="connsiteY0" fmla="*/ 392733 h 1028189"/>
              <a:gd name="connsiteX1" fmla="*/ 355056 w 1200331"/>
              <a:gd name="connsiteY1" fmla="*/ 0 h 1028189"/>
              <a:gd name="connsiteX2" fmla="*/ 1200331 w 1200331"/>
              <a:gd name="connsiteY2" fmla="*/ 161593 h 1028189"/>
              <a:gd name="connsiteX3" fmla="*/ 574492 w 1200331"/>
              <a:gd name="connsiteY3" fmla="*/ 1028189 h 1028189"/>
              <a:gd name="connsiteX4" fmla="*/ 135619 w 1200331"/>
              <a:gd name="connsiteY4" fmla="*/ 1028189 h 1028189"/>
              <a:gd name="connsiteX5" fmla="*/ 0 w 1200331"/>
              <a:gd name="connsiteY5" fmla="*/ 392733 h 1028189"/>
              <a:gd name="connsiteX0" fmla="*/ 0 w 1200331"/>
              <a:gd name="connsiteY0" fmla="*/ 463853 h 1099309"/>
              <a:gd name="connsiteX1" fmla="*/ 365216 w 1200331"/>
              <a:gd name="connsiteY1" fmla="*/ 0 h 1099309"/>
              <a:gd name="connsiteX2" fmla="*/ 1200331 w 1200331"/>
              <a:gd name="connsiteY2" fmla="*/ 232713 h 1099309"/>
              <a:gd name="connsiteX3" fmla="*/ 574492 w 1200331"/>
              <a:gd name="connsiteY3" fmla="*/ 1099309 h 1099309"/>
              <a:gd name="connsiteX4" fmla="*/ 135619 w 1200331"/>
              <a:gd name="connsiteY4" fmla="*/ 1099309 h 1099309"/>
              <a:gd name="connsiteX5" fmla="*/ 0 w 1200331"/>
              <a:gd name="connsiteY5" fmla="*/ 463853 h 1099309"/>
              <a:gd name="connsiteX0" fmla="*/ 0 w 1111431"/>
              <a:gd name="connsiteY0" fmla="*/ 463853 h 1099309"/>
              <a:gd name="connsiteX1" fmla="*/ 365216 w 1111431"/>
              <a:gd name="connsiteY1" fmla="*/ 0 h 1099309"/>
              <a:gd name="connsiteX2" fmla="*/ 1111431 w 1111431"/>
              <a:gd name="connsiteY2" fmla="*/ 298753 h 1099309"/>
              <a:gd name="connsiteX3" fmla="*/ 574492 w 1111431"/>
              <a:gd name="connsiteY3" fmla="*/ 1099309 h 1099309"/>
              <a:gd name="connsiteX4" fmla="*/ 135619 w 1111431"/>
              <a:gd name="connsiteY4" fmla="*/ 1099309 h 1099309"/>
              <a:gd name="connsiteX5" fmla="*/ 0 w 1111431"/>
              <a:gd name="connsiteY5" fmla="*/ 463853 h 1099309"/>
              <a:gd name="connsiteX0" fmla="*/ 0 w 1265372"/>
              <a:gd name="connsiteY0" fmla="*/ 463853 h 1099309"/>
              <a:gd name="connsiteX1" fmla="*/ 365216 w 1265372"/>
              <a:gd name="connsiteY1" fmla="*/ 0 h 1099309"/>
              <a:gd name="connsiteX2" fmla="*/ 1111431 w 1265372"/>
              <a:gd name="connsiteY2" fmla="*/ 298753 h 1099309"/>
              <a:gd name="connsiteX3" fmla="*/ 1265372 w 1265372"/>
              <a:gd name="connsiteY3" fmla="*/ 1086609 h 1099309"/>
              <a:gd name="connsiteX4" fmla="*/ 135619 w 1265372"/>
              <a:gd name="connsiteY4" fmla="*/ 1099309 h 1099309"/>
              <a:gd name="connsiteX5" fmla="*/ 0 w 1265372"/>
              <a:gd name="connsiteY5" fmla="*/ 463853 h 1099309"/>
              <a:gd name="connsiteX0" fmla="*/ 0 w 1265372"/>
              <a:gd name="connsiteY0" fmla="*/ 463853 h 1086609"/>
              <a:gd name="connsiteX1" fmla="*/ 365216 w 1265372"/>
              <a:gd name="connsiteY1" fmla="*/ 0 h 1086609"/>
              <a:gd name="connsiteX2" fmla="*/ 1111431 w 1265372"/>
              <a:gd name="connsiteY2" fmla="*/ 298753 h 1086609"/>
              <a:gd name="connsiteX3" fmla="*/ 1265372 w 1265372"/>
              <a:gd name="connsiteY3" fmla="*/ 1086609 h 1086609"/>
              <a:gd name="connsiteX4" fmla="*/ 1215119 w 1265372"/>
              <a:gd name="connsiteY4" fmla="*/ 1086609 h 1086609"/>
              <a:gd name="connsiteX5" fmla="*/ 0 w 1265372"/>
              <a:gd name="connsiteY5" fmla="*/ 46385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46215 w 900156"/>
              <a:gd name="connsiteY2" fmla="*/ 2987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475524 w 900156"/>
              <a:gd name="connsiteY0" fmla="*/ 1819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475524 w 900156"/>
              <a:gd name="connsiteY5" fmla="*/ 18191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29375 w 879201"/>
              <a:gd name="connsiteY2" fmla="*/ 21810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614135 w 862056"/>
              <a:gd name="connsiteY2" fmla="*/ 221918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593180 w 862056"/>
              <a:gd name="connsiteY2" fmla="*/ 220013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77296"/>
              <a:gd name="connsiteY0" fmla="*/ 236523 h 1092324"/>
              <a:gd name="connsiteX1" fmla="*/ 0 w 877296"/>
              <a:gd name="connsiteY1" fmla="*/ 0 h 1092324"/>
              <a:gd name="connsiteX2" fmla="*/ 593180 w 877296"/>
              <a:gd name="connsiteY2" fmla="*/ 220013 h 1092324"/>
              <a:gd name="connsiteX3" fmla="*/ 877296 w 877296"/>
              <a:gd name="connsiteY3" fmla="*/ 1092324 h 1092324"/>
              <a:gd name="connsiteX4" fmla="*/ 849903 w 877296"/>
              <a:gd name="connsiteY4" fmla="*/ 1086609 h 1092324"/>
              <a:gd name="connsiteX5" fmla="*/ 583474 w 877296"/>
              <a:gd name="connsiteY5" fmla="*/ 236523 h 109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7296" h="1092324">
                <a:moveTo>
                  <a:pt x="583474" y="236523"/>
                </a:moveTo>
                <a:cubicBezTo>
                  <a:pt x="375224" y="74709"/>
                  <a:pt x="210155" y="95774"/>
                  <a:pt x="0" y="0"/>
                </a:cubicBezTo>
                <a:cubicBezTo>
                  <a:pt x="237732" y="65718"/>
                  <a:pt x="378308" y="74285"/>
                  <a:pt x="593180" y="220013"/>
                </a:cubicBezTo>
                <a:cubicBezTo>
                  <a:pt x="686615" y="528563"/>
                  <a:pt x="785766" y="785679"/>
                  <a:pt x="877296" y="1092324"/>
                </a:cubicBezTo>
                <a:lnTo>
                  <a:pt x="849903" y="1086609"/>
                </a:lnTo>
                <a:cubicBezTo>
                  <a:pt x="764903" y="780387"/>
                  <a:pt x="685619" y="577670"/>
                  <a:pt x="583474" y="236523"/>
                </a:cubicBezTo>
                <a:close/>
              </a:path>
            </a:pathLst>
          </a:custGeom>
          <a:gradFill>
            <a:gsLst>
              <a:gs pos="85000">
                <a:srgbClr val="E9E6E3"/>
              </a:gs>
              <a:gs pos="79000">
                <a:srgbClr val="9C9392"/>
              </a:gs>
              <a:gs pos="0">
                <a:srgbClr val="5E5D68"/>
              </a:gs>
              <a:gs pos="100000">
                <a:srgbClr val="71819B"/>
              </a:gs>
            </a:gsLst>
            <a:lin ang="0" scaled="0"/>
          </a:gradFill>
          <a:ln>
            <a:noFill/>
          </a:ln>
          <a:effectLst>
            <a:outerShdw blurRad="50800" dist="12700" dir="8100000" sx="105000" sy="105000" algn="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2" name="Pentagon 40">
            <a:extLst>
              <a:ext uri="{FF2B5EF4-FFF2-40B4-BE49-F238E27FC236}">
                <a16:creationId xmlns:a16="http://schemas.microsoft.com/office/drawing/2014/main" id="{A5FFEAE5-BC4D-F4B0-8A32-F41892AA65DB}"/>
              </a:ext>
            </a:extLst>
          </p:cNvPr>
          <p:cNvSpPr/>
          <p:nvPr/>
        </p:nvSpPr>
        <p:spPr>
          <a:xfrm flipH="1">
            <a:off x="12242003" y="8191523"/>
            <a:ext cx="1506932" cy="1717915"/>
          </a:xfrm>
          <a:custGeom>
            <a:avLst/>
            <a:gdLst>
              <a:gd name="connsiteX0" fmla="*/ 1 w 710113"/>
              <a:gd name="connsiteY0" fmla="*/ 392733 h 1028192"/>
              <a:gd name="connsiteX1" fmla="*/ 355057 w 710113"/>
              <a:gd name="connsiteY1" fmla="*/ 0 h 1028192"/>
              <a:gd name="connsiteX2" fmla="*/ 710112 w 710113"/>
              <a:gd name="connsiteY2" fmla="*/ 392733 h 1028192"/>
              <a:gd name="connsiteX3" fmla="*/ 574493 w 710113"/>
              <a:gd name="connsiteY3" fmla="*/ 1028189 h 1028192"/>
              <a:gd name="connsiteX4" fmla="*/ 135620 w 710113"/>
              <a:gd name="connsiteY4" fmla="*/ 1028189 h 1028192"/>
              <a:gd name="connsiteX5" fmla="*/ 1 w 710113"/>
              <a:gd name="connsiteY5" fmla="*/ 392733 h 1028192"/>
              <a:gd name="connsiteX0" fmla="*/ 0 w 1200331"/>
              <a:gd name="connsiteY0" fmla="*/ 392733 h 1028189"/>
              <a:gd name="connsiteX1" fmla="*/ 355056 w 1200331"/>
              <a:gd name="connsiteY1" fmla="*/ 0 h 1028189"/>
              <a:gd name="connsiteX2" fmla="*/ 1200331 w 1200331"/>
              <a:gd name="connsiteY2" fmla="*/ 161593 h 1028189"/>
              <a:gd name="connsiteX3" fmla="*/ 574492 w 1200331"/>
              <a:gd name="connsiteY3" fmla="*/ 1028189 h 1028189"/>
              <a:gd name="connsiteX4" fmla="*/ 135619 w 1200331"/>
              <a:gd name="connsiteY4" fmla="*/ 1028189 h 1028189"/>
              <a:gd name="connsiteX5" fmla="*/ 0 w 1200331"/>
              <a:gd name="connsiteY5" fmla="*/ 392733 h 1028189"/>
              <a:gd name="connsiteX0" fmla="*/ 0 w 1200331"/>
              <a:gd name="connsiteY0" fmla="*/ 463853 h 1099309"/>
              <a:gd name="connsiteX1" fmla="*/ 365216 w 1200331"/>
              <a:gd name="connsiteY1" fmla="*/ 0 h 1099309"/>
              <a:gd name="connsiteX2" fmla="*/ 1200331 w 1200331"/>
              <a:gd name="connsiteY2" fmla="*/ 232713 h 1099309"/>
              <a:gd name="connsiteX3" fmla="*/ 574492 w 1200331"/>
              <a:gd name="connsiteY3" fmla="*/ 1099309 h 1099309"/>
              <a:gd name="connsiteX4" fmla="*/ 135619 w 1200331"/>
              <a:gd name="connsiteY4" fmla="*/ 1099309 h 1099309"/>
              <a:gd name="connsiteX5" fmla="*/ 0 w 1200331"/>
              <a:gd name="connsiteY5" fmla="*/ 463853 h 1099309"/>
              <a:gd name="connsiteX0" fmla="*/ 0 w 1111431"/>
              <a:gd name="connsiteY0" fmla="*/ 463853 h 1099309"/>
              <a:gd name="connsiteX1" fmla="*/ 365216 w 1111431"/>
              <a:gd name="connsiteY1" fmla="*/ 0 h 1099309"/>
              <a:gd name="connsiteX2" fmla="*/ 1111431 w 1111431"/>
              <a:gd name="connsiteY2" fmla="*/ 298753 h 1099309"/>
              <a:gd name="connsiteX3" fmla="*/ 574492 w 1111431"/>
              <a:gd name="connsiteY3" fmla="*/ 1099309 h 1099309"/>
              <a:gd name="connsiteX4" fmla="*/ 135619 w 1111431"/>
              <a:gd name="connsiteY4" fmla="*/ 1099309 h 1099309"/>
              <a:gd name="connsiteX5" fmla="*/ 0 w 1111431"/>
              <a:gd name="connsiteY5" fmla="*/ 463853 h 1099309"/>
              <a:gd name="connsiteX0" fmla="*/ 0 w 1265372"/>
              <a:gd name="connsiteY0" fmla="*/ 463853 h 1099309"/>
              <a:gd name="connsiteX1" fmla="*/ 365216 w 1265372"/>
              <a:gd name="connsiteY1" fmla="*/ 0 h 1099309"/>
              <a:gd name="connsiteX2" fmla="*/ 1111431 w 1265372"/>
              <a:gd name="connsiteY2" fmla="*/ 298753 h 1099309"/>
              <a:gd name="connsiteX3" fmla="*/ 1265372 w 1265372"/>
              <a:gd name="connsiteY3" fmla="*/ 1086609 h 1099309"/>
              <a:gd name="connsiteX4" fmla="*/ 135619 w 1265372"/>
              <a:gd name="connsiteY4" fmla="*/ 1099309 h 1099309"/>
              <a:gd name="connsiteX5" fmla="*/ 0 w 1265372"/>
              <a:gd name="connsiteY5" fmla="*/ 463853 h 1099309"/>
              <a:gd name="connsiteX0" fmla="*/ 0 w 1265372"/>
              <a:gd name="connsiteY0" fmla="*/ 463853 h 1086609"/>
              <a:gd name="connsiteX1" fmla="*/ 365216 w 1265372"/>
              <a:gd name="connsiteY1" fmla="*/ 0 h 1086609"/>
              <a:gd name="connsiteX2" fmla="*/ 1111431 w 1265372"/>
              <a:gd name="connsiteY2" fmla="*/ 298753 h 1086609"/>
              <a:gd name="connsiteX3" fmla="*/ 1265372 w 1265372"/>
              <a:gd name="connsiteY3" fmla="*/ 1086609 h 1086609"/>
              <a:gd name="connsiteX4" fmla="*/ 1215119 w 1265372"/>
              <a:gd name="connsiteY4" fmla="*/ 1086609 h 1086609"/>
              <a:gd name="connsiteX5" fmla="*/ 0 w 1265372"/>
              <a:gd name="connsiteY5" fmla="*/ 46385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46215 w 900156"/>
              <a:gd name="connsiteY2" fmla="*/ 2987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475524 w 900156"/>
              <a:gd name="connsiteY0" fmla="*/ 1819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475524 w 900156"/>
              <a:gd name="connsiteY5" fmla="*/ 18191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29375 w 879201"/>
              <a:gd name="connsiteY2" fmla="*/ 21810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614135 w 862056"/>
              <a:gd name="connsiteY2" fmla="*/ 221918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593180 w 862056"/>
              <a:gd name="connsiteY2" fmla="*/ 220013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77296"/>
              <a:gd name="connsiteY0" fmla="*/ 236523 h 1092324"/>
              <a:gd name="connsiteX1" fmla="*/ 0 w 877296"/>
              <a:gd name="connsiteY1" fmla="*/ 0 h 1092324"/>
              <a:gd name="connsiteX2" fmla="*/ 593180 w 877296"/>
              <a:gd name="connsiteY2" fmla="*/ 220013 h 1092324"/>
              <a:gd name="connsiteX3" fmla="*/ 877296 w 877296"/>
              <a:gd name="connsiteY3" fmla="*/ 1092324 h 1092324"/>
              <a:gd name="connsiteX4" fmla="*/ 849903 w 877296"/>
              <a:gd name="connsiteY4" fmla="*/ 1086609 h 1092324"/>
              <a:gd name="connsiteX5" fmla="*/ 583474 w 877296"/>
              <a:gd name="connsiteY5" fmla="*/ 236523 h 109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7296" h="1092324">
                <a:moveTo>
                  <a:pt x="583474" y="236523"/>
                </a:moveTo>
                <a:cubicBezTo>
                  <a:pt x="375224" y="74709"/>
                  <a:pt x="210155" y="95774"/>
                  <a:pt x="0" y="0"/>
                </a:cubicBezTo>
                <a:cubicBezTo>
                  <a:pt x="237732" y="65718"/>
                  <a:pt x="378308" y="74285"/>
                  <a:pt x="593180" y="220013"/>
                </a:cubicBezTo>
                <a:cubicBezTo>
                  <a:pt x="686615" y="528563"/>
                  <a:pt x="785766" y="785679"/>
                  <a:pt x="877296" y="1092324"/>
                </a:cubicBezTo>
                <a:lnTo>
                  <a:pt x="849903" y="1086609"/>
                </a:lnTo>
                <a:cubicBezTo>
                  <a:pt x="764903" y="780387"/>
                  <a:pt x="685619" y="577670"/>
                  <a:pt x="583474" y="236523"/>
                </a:cubicBezTo>
                <a:close/>
              </a:path>
            </a:pathLst>
          </a:custGeom>
          <a:gradFill>
            <a:gsLst>
              <a:gs pos="85000">
                <a:srgbClr val="E9E6E3"/>
              </a:gs>
              <a:gs pos="79000">
                <a:srgbClr val="9C9392"/>
              </a:gs>
              <a:gs pos="0">
                <a:srgbClr val="5E5D68"/>
              </a:gs>
              <a:gs pos="100000">
                <a:srgbClr val="71819B"/>
              </a:gs>
            </a:gsLst>
            <a:lin ang="0" scaled="0"/>
          </a:gradFill>
          <a:ln>
            <a:noFill/>
          </a:ln>
          <a:effectLst>
            <a:outerShdw blurRad="50800" dist="25400" dir="2400000" algn="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03CBB0-E0AD-F1CD-4EA9-9F234DE1B824}"/>
              </a:ext>
            </a:extLst>
          </p:cNvPr>
          <p:cNvSpPr/>
          <p:nvPr/>
        </p:nvSpPr>
        <p:spPr>
          <a:xfrm>
            <a:off x="6948566" y="9976071"/>
            <a:ext cx="6725422" cy="518566"/>
          </a:xfrm>
          <a:prstGeom prst="rect">
            <a:avLst/>
          </a:prstGeom>
          <a:gradFill>
            <a:gsLst>
              <a:gs pos="88801">
                <a:srgbClr val="AAB6B3"/>
              </a:gs>
              <a:gs pos="4000">
                <a:srgbClr val="CBD3CD"/>
              </a:gs>
              <a:gs pos="50000">
                <a:srgbClr val="ADB6BF"/>
              </a:gs>
              <a:gs pos="49000">
                <a:srgbClr val="929DAC"/>
              </a:gs>
              <a:gs pos="20000">
                <a:srgbClr val="9EABB6"/>
              </a:gs>
              <a:gs pos="100000">
                <a:srgbClr val="CBD3C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A561C4-06D7-F7AD-7422-D92DC103D154}"/>
              </a:ext>
            </a:extLst>
          </p:cNvPr>
          <p:cNvSpPr/>
          <p:nvPr/>
        </p:nvSpPr>
        <p:spPr>
          <a:xfrm>
            <a:off x="8806911" y="3809609"/>
            <a:ext cx="1557500" cy="6166461"/>
          </a:xfrm>
          <a:prstGeom prst="rect">
            <a:avLst/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2C405D-DA4A-AF05-C95A-C7F14C2A99B3}"/>
              </a:ext>
            </a:extLst>
          </p:cNvPr>
          <p:cNvSpPr/>
          <p:nvPr/>
        </p:nvSpPr>
        <p:spPr>
          <a:xfrm>
            <a:off x="6830783" y="4749304"/>
            <a:ext cx="1844635" cy="2952085"/>
          </a:xfrm>
          <a:custGeom>
            <a:avLst/>
            <a:gdLst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0 w 957620"/>
              <a:gd name="connsiteY3" fmla="*/ 1231956 h 1231956"/>
              <a:gd name="connsiteX4" fmla="*/ 0 w 957620"/>
              <a:gd name="connsiteY4" fmla="*/ 0 h 1231956"/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139700 w 957620"/>
              <a:gd name="connsiteY3" fmla="*/ 1231956 h 1231956"/>
              <a:gd name="connsiteX4" fmla="*/ 0 w 957620"/>
              <a:gd name="connsiteY4" fmla="*/ 0 h 1231956"/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96520 w 957620"/>
              <a:gd name="connsiteY3" fmla="*/ 1226876 h 1231956"/>
              <a:gd name="connsiteX4" fmla="*/ 0 w 957620"/>
              <a:gd name="connsiteY4" fmla="*/ 0 h 1231956"/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86360 w 957620"/>
              <a:gd name="connsiteY3" fmla="*/ 1221796 h 1231956"/>
              <a:gd name="connsiteX4" fmla="*/ 0 w 957620"/>
              <a:gd name="connsiteY4" fmla="*/ 0 h 1231956"/>
              <a:gd name="connsiteX0" fmla="*/ 0 w 942380"/>
              <a:gd name="connsiteY0" fmla="*/ 2008 h 1231956"/>
              <a:gd name="connsiteX1" fmla="*/ 942380 w 942380"/>
              <a:gd name="connsiteY1" fmla="*/ 0 h 1231956"/>
              <a:gd name="connsiteX2" fmla="*/ 942380 w 942380"/>
              <a:gd name="connsiteY2" fmla="*/ 1231956 h 1231956"/>
              <a:gd name="connsiteX3" fmla="*/ 71120 w 942380"/>
              <a:gd name="connsiteY3" fmla="*/ 1221796 h 1231956"/>
              <a:gd name="connsiteX4" fmla="*/ 0 w 942380"/>
              <a:gd name="connsiteY4" fmla="*/ 2008 h 1231956"/>
              <a:gd name="connsiteX0" fmla="*/ 0 w 942380"/>
              <a:gd name="connsiteY0" fmla="*/ 2008 h 1231956"/>
              <a:gd name="connsiteX1" fmla="*/ 942380 w 942380"/>
              <a:gd name="connsiteY1" fmla="*/ 0 h 1231956"/>
              <a:gd name="connsiteX2" fmla="*/ 942380 w 942380"/>
              <a:gd name="connsiteY2" fmla="*/ 1231956 h 1231956"/>
              <a:gd name="connsiteX3" fmla="*/ 84455 w 942380"/>
              <a:gd name="connsiteY3" fmla="*/ 1219788 h 1231956"/>
              <a:gd name="connsiteX4" fmla="*/ 0 w 942380"/>
              <a:gd name="connsiteY4" fmla="*/ 2008 h 1231956"/>
              <a:gd name="connsiteX0" fmla="*/ 0 w 942380"/>
              <a:gd name="connsiteY0" fmla="*/ 2008 h 1231956"/>
              <a:gd name="connsiteX1" fmla="*/ 942380 w 942380"/>
              <a:gd name="connsiteY1" fmla="*/ 0 h 1231956"/>
              <a:gd name="connsiteX2" fmla="*/ 942380 w 942380"/>
              <a:gd name="connsiteY2" fmla="*/ 1231956 h 1231956"/>
              <a:gd name="connsiteX3" fmla="*/ 117475 w 942380"/>
              <a:gd name="connsiteY3" fmla="*/ 1219788 h 1231956"/>
              <a:gd name="connsiteX4" fmla="*/ 0 w 942380"/>
              <a:gd name="connsiteY4" fmla="*/ 2008 h 123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2380" h="1231956">
                <a:moveTo>
                  <a:pt x="0" y="2008"/>
                </a:moveTo>
                <a:lnTo>
                  <a:pt x="942380" y="0"/>
                </a:lnTo>
                <a:lnTo>
                  <a:pt x="942380" y="1231956"/>
                </a:lnTo>
                <a:lnTo>
                  <a:pt x="117475" y="1219788"/>
                </a:lnTo>
                <a:lnTo>
                  <a:pt x="0" y="2008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3BCD95-2B38-6987-6262-3ADBED5BBCAC}"/>
              </a:ext>
            </a:extLst>
          </p:cNvPr>
          <p:cNvSpPr/>
          <p:nvPr/>
        </p:nvSpPr>
        <p:spPr>
          <a:xfrm>
            <a:off x="8934625" y="4749306"/>
            <a:ext cx="1305683" cy="3213046"/>
          </a:xfrm>
          <a:custGeom>
            <a:avLst/>
            <a:gdLst>
              <a:gd name="connsiteX0" fmla="*/ 0 w 731561"/>
              <a:gd name="connsiteY0" fmla="*/ 0 h 1620012"/>
              <a:gd name="connsiteX1" fmla="*/ 731561 w 731561"/>
              <a:gd name="connsiteY1" fmla="*/ 0 h 1620012"/>
              <a:gd name="connsiteX2" fmla="*/ 731561 w 731561"/>
              <a:gd name="connsiteY2" fmla="*/ 1620012 h 1620012"/>
              <a:gd name="connsiteX3" fmla="*/ 0 w 731561"/>
              <a:gd name="connsiteY3" fmla="*/ 1620012 h 1620012"/>
              <a:gd name="connsiteX4" fmla="*/ 0 w 731561"/>
              <a:gd name="connsiteY4" fmla="*/ 0 h 1620012"/>
              <a:gd name="connsiteX0" fmla="*/ 0 w 731561"/>
              <a:gd name="connsiteY0" fmla="*/ 0 h 1768602"/>
              <a:gd name="connsiteX1" fmla="*/ 731561 w 731561"/>
              <a:gd name="connsiteY1" fmla="*/ 0 h 1768602"/>
              <a:gd name="connsiteX2" fmla="*/ 727751 w 731561"/>
              <a:gd name="connsiteY2" fmla="*/ 1768602 h 1768602"/>
              <a:gd name="connsiteX3" fmla="*/ 0 w 731561"/>
              <a:gd name="connsiteY3" fmla="*/ 1620012 h 1768602"/>
              <a:gd name="connsiteX4" fmla="*/ 0 w 731561"/>
              <a:gd name="connsiteY4" fmla="*/ 0 h 176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61" h="1768602">
                <a:moveTo>
                  <a:pt x="0" y="0"/>
                </a:moveTo>
                <a:lnTo>
                  <a:pt x="731561" y="0"/>
                </a:lnTo>
                <a:lnTo>
                  <a:pt x="727751" y="1768602"/>
                </a:lnTo>
                <a:lnTo>
                  <a:pt x="0" y="1620012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0E358A-9D76-D111-4C01-E4D6F91AF864}"/>
              </a:ext>
            </a:extLst>
          </p:cNvPr>
          <p:cNvSpPr/>
          <p:nvPr/>
        </p:nvSpPr>
        <p:spPr>
          <a:xfrm>
            <a:off x="10459899" y="4749306"/>
            <a:ext cx="3469677" cy="2144224"/>
          </a:xfrm>
          <a:custGeom>
            <a:avLst/>
            <a:gdLst>
              <a:gd name="connsiteX0" fmla="*/ 0 w 1679497"/>
              <a:gd name="connsiteY0" fmla="*/ 0 h 1123324"/>
              <a:gd name="connsiteX1" fmla="*/ 1679497 w 1679497"/>
              <a:gd name="connsiteY1" fmla="*/ 0 h 1123324"/>
              <a:gd name="connsiteX2" fmla="*/ 1679497 w 1679497"/>
              <a:gd name="connsiteY2" fmla="*/ 1123324 h 1123324"/>
              <a:gd name="connsiteX3" fmla="*/ 0 w 1679497"/>
              <a:gd name="connsiteY3" fmla="*/ 1123324 h 1123324"/>
              <a:gd name="connsiteX4" fmla="*/ 0 w 1679497"/>
              <a:gd name="connsiteY4" fmla="*/ 0 h 1123324"/>
              <a:gd name="connsiteX0" fmla="*/ 0 w 1753792"/>
              <a:gd name="connsiteY0" fmla="*/ 3810 h 1127134"/>
              <a:gd name="connsiteX1" fmla="*/ 1753792 w 1753792"/>
              <a:gd name="connsiteY1" fmla="*/ 0 h 1127134"/>
              <a:gd name="connsiteX2" fmla="*/ 1679497 w 1753792"/>
              <a:gd name="connsiteY2" fmla="*/ 1127134 h 1127134"/>
              <a:gd name="connsiteX3" fmla="*/ 0 w 1753792"/>
              <a:gd name="connsiteY3" fmla="*/ 1127134 h 1127134"/>
              <a:gd name="connsiteX4" fmla="*/ 0 w 1753792"/>
              <a:gd name="connsiteY4" fmla="*/ 3810 h 112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3792" h="1127134">
                <a:moveTo>
                  <a:pt x="0" y="3810"/>
                </a:moveTo>
                <a:lnTo>
                  <a:pt x="1753792" y="0"/>
                </a:lnTo>
                <a:lnTo>
                  <a:pt x="1679497" y="1127134"/>
                </a:lnTo>
                <a:lnTo>
                  <a:pt x="0" y="1127134"/>
                </a:lnTo>
                <a:lnTo>
                  <a:pt x="0" y="381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08190C-7F20-6B5E-5011-27EE36996D07}"/>
              </a:ext>
            </a:extLst>
          </p:cNvPr>
          <p:cNvSpPr/>
          <p:nvPr/>
        </p:nvSpPr>
        <p:spPr>
          <a:xfrm>
            <a:off x="10454875" y="6892841"/>
            <a:ext cx="3318067" cy="1064152"/>
          </a:xfrm>
          <a:custGeom>
            <a:avLst/>
            <a:gdLst>
              <a:gd name="connsiteX0" fmla="*/ 0 w 1674619"/>
              <a:gd name="connsiteY0" fmla="*/ 0 h 662349"/>
              <a:gd name="connsiteX1" fmla="*/ 1674619 w 1674619"/>
              <a:gd name="connsiteY1" fmla="*/ 0 h 662349"/>
              <a:gd name="connsiteX2" fmla="*/ 1674619 w 1674619"/>
              <a:gd name="connsiteY2" fmla="*/ 662349 h 662349"/>
              <a:gd name="connsiteX3" fmla="*/ 0 w 1674619"/>
              <a:gd name="connsiteY3" fmla="*/ 662349 h 662349"/>
              <a:gd name="connsiteX4" fmla="*/ 0 w 1674619"/>
              <a:gd name="connsiteY4" fmla="*/ 0 h 662349"/>
              <a:gd name="connsiteX0" fmla="*/ 2540 w 1677159"/>
              <a:gd name="connsiteY0" fmla="*/ 0 h 662349"/>
              <a:gd name="connsiteX1" fmla="*/ 1677159 w 1677159"/>
              <a:gd name="connsiteY1" fmla="*/ 0 h 662349"/>
              <a:gd name="connsiteX2" fmla="*/ 1677159 w 1677159"/>
              <a:gd name="connsiteY2" fmla="*/ 662349 h 662349"/>
              <a:gd name="connsiteX3" fmla="*/ 0 w 1677159"/>
              <a:gd name="connsiteY3" fmla="*/ 596309 h 662349"/>
              <a:gd name="connsiteX4" fmla="*/ 2540 w 1677159"/>
              <a:gd name="connsiteY4" fmla="*/ 0 h 662349"/>
              <a:gd name="connsiteX0" fmla="*/ 2540 w 1677159"/>
              <a:gd name="connsiteY0" fmla="*/ 0 h 662349"/>
              <a:gd name="connsiteX1" fmla="*/ 1677159 w 1677159"/>
              <a:gd name="connsiteY1" fmla="*/ 0 h 662349"/>
              <a:gd name="connsiteX2" fmla="*/ 1677159 w 1677159"/>
              <a:gd name="connsiteY2" fmla="*/ 662349 h 662349"/>
              <a:gd name="connsiteX3" fmla="*/ 0 w 1677159"/>
              <a:gd name="connsiteY3" fmla="*/ 537889 h 662349"/>
              <a:gd name="connsiteX4" fmla="*/ 2540 w 1677159"/>
              <a:gd name="connsiteY4" fmla="*/ 0 h 66234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494279 w 1677159"/>
              <a:gd name="connsiteY2" fmla="*/ 18736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082799 w 1677159"/>
              <a:gd name="connsiteY2" fmla="*/ 6798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037079 w 1677159"/>
              <a:gd name="connsiteY2" fmla="*/ 13402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651759 w 1677159"/>
              <a:gd name="connsiteY2" fmla="*/ 21022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7159" h="537889">
                <a:moveTo>
                  <a:pt x="2540" y="0"/>
                </a:moveTo>
                <a:lnTo>
                  <a:pt x="1677159" y="0"/>
                </a:lnTo>
                <a:lnTo>
                  <a:pt x="1651759" y="210229"/>
                </a:lnTo>
                <a:lnTo>
                  <a:pt x="0" y="537889"/>
                </a:lnTo>
                <a:cubicBezTo>
                  <a:pt x="847" y="339119"/>
                  <a:pt x="1693" y="198770"/>
                  <a:pt x="2540" y="0"/>
                </a:cubicBezTo>
                <a:close/>
              </a:path>
            </a:pathLst>
          </a:custGeom>
          <a:gradFill>
            <a:gsLst>
              <a:gs pos="0">
                <a:srgbClr val="1B3849"/>
              </a:gs>
              <a:gs pos="100000">
                <a:srgbClr val="121E2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9" name="Rectangle 17">
            <a:extLst>
              <a:ext uri="{FF2B5EF4-FFF2-40B4-BE49-F238E27FC236}">
                <a16:creationId xmlns:a16="http://schemas.microsoft.com/office/drawing/2014/main" id="{3A9CB2C9-2779-9D08-D570-9B4CA03BE7D3}"/>
              </a:ext>
            </a:extLst>
          </p:cNvPr>
          <p:cNvSpPr/>
          <p:nvPr/>
        </p:nvSpPr>
        <p:spPr>
          <a:xfrm flipH="1">
            <a:off x="11904534" y="6837906"/>
            <a:ext cx="1899760" cy="1017298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8512"/>
              <a:gd name="connsiteY0" fmla="*/ 0 h 455675"/>
              <a:gd name="connsiteX1" fmla="*/ 733552 w 1048512"/>
              <a:gd name="connsiteY1" fmla="*/ 121920 h 455675"/>
              <a:gd name="connsiteX2" fmla="*/ 1048512 w 1048512"/>
              <a:gd name="connsiteY2" fmla="*/ 455675 h 455675"/>
              <a:gd name="connsiteX3" fmla="*/ 20320 w 1048512"/>
              <a:gd name="connsiteY3" fmla="*/ 317880 h 455675"/>
              <a:gd name="connsiteX4" fmla="*/ 0 w 1048512"/>
              <a:gd name="connsiteY4" fmla="*/ 0 h 455675"/>
              <a:gd name="connsiteX0" fmla="*/ 0 w 1050756"/>
              <a:gd name="connsiteY0" fmla="*/ 0 h 463295"/>
              <a:gd name="connsiteX1" fmla="*/ 733552 w 1050756"/>
              <a:gd name="connsiteY1" fmla="*/ 121920 h 463295"/>
              <a:gd name="connsiteX2" fmla="*/ 1050756 w 1050756"/>
              <a:gd name="connsiteY2" fmla="*/ 463295 h 463295"/>
              <a:gd name="connsiteX3" fmla="*/ 20320 w 1050756"/>
              <a:gd name="connsiteY3" fmla="*/ 317880 h 463295"/>
              <a:gd name="connsiteX4" fmla="*/ 0 w 1050756"/>
              <a:gd name="connsiteY4" fmla="*/ 0 h 46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0756" h="463295">
                <a:moveTo>
                  <a:pt x="0" y="0"/>
                </a:moveTo>
                <a:lnTo>
                  <a:pt x="733552" y="121920"/>
                </a:lnTo>
                <a:cubicBezTo>
                  <a:pt x="950299" y="200152"/>
                  <a:pt x="971169" y="308863"/>
                  <a:pt x="1050756" y="463295"/>
                </a:cubicBezTo>
                <a:lnTo>
                  <a:pt x="20320" y="317880"/>
                </a:lnTo>
                <a:lnTo>
                  <a:pt x="0" y="0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C2FC3427-81AA-8091-C1D7-8C10FE64EBD7}"/>
              </a:ext>
            </a:extLst>
          </p:cNvPr>
          <p:cNvSpPr/>
          <p:nvPr/>
        </p:nvSpPr>
        <p:spPr>
          <a:xfrm flipH="1">
            <a:off x="12129517" y="6928709"/>
            <a:ext cx="1764469" cy="916576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8512"/>
              <a:gd name="connsiteY0" fmla="*/ 0 h 455675"/>
              <a:gd name="connsiteX1" fmla="*/ 733552 w 1048512"/>
              <a:gd name="connsiteY1" fmla="*/ 121920 h 455675"/>
              <a:gd name="connsiteX2" fmla="*/ 1048512 w 1048512"/>
              <a:gd name="connsiteY2" fmla="*/ 455675 h 455675"/>
              <a:gd name="connsiteX3" fmla="*/ 20320 w 1048512"/>
              <a:gd name="connsiteY3" fmla="*/ 317880 h 455675"/>
              <a:gd name="connsiteX4" fmla="*/ 0 w 1048512"/>
              <a:gd name="connsiteY4" fmla="*/ 0 h 455675"/>
              <a:gd name="connsiteX0" fmla="*/ 0 w 1050756"/>
              <a:gd name="connsiteY0" fmla="*/ 0 h 463295"/>
              <a:gd name="connsiteX1" fmla="*/ 733552 w 1050756"/>
              <a:gd name="connsiteY1" fmla="*/ 121920 h 463295"/>
              <a:gd name="connsiteX2" fmla="*/ 1050756 w 1050756"/>
              <a:gd name="connsiteY2" fmla="*/ 463295 h 463295"/>
              <a:gd name="connsiteX3" fmla="*/ 20320 w 1050756"/>
              <a:gd name="connsiteY3" fmla="*/ 317880 h 463295"/>
              <a:gd name="connsiteX4" fmla="*/ 0 w 1050756"/>
              <a:gd name="connsiteY4" fmla="*/ 0 h 46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0756" h="463295">
                <a:moveTo>
                  <a:pt x="0" y="0"/>
                </a:moveTo>
                <a:lnTo>
                  <a:pt x="733552" y="121920"/>
                </a:lnTo>
                <a:cubicBezTo>
                  <a:pt x="950299" y="200152"/>
                  <a:pt x="971169" y="308863"/>
                  <a:pt x="1050756" y="463295"/>
                </a:cubicBezTo>
                <a:lnTo>
                  <a:pt x="20320" y="3178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1000">
                <a:srgbClr val="D1DAEB"/>
              </a:gs>
              <a:gs pos="77000">
                <a:srgbClr val="91A1B9"/>
              </a:gs>
              <a:gs pos="0">
                <a:srgbClr val="B2B9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6EA707-DA3F-AB3F-957E-E5FB3FD9AC43}"/>
              </a:ext>
            </a:extLst>
          </p:cNvPr>
          <p:cNvSpPr/>
          <p:nvPr/>
        </p:nvSpPr>
        <p:spPr>
          <a:xfrm>
            <a:off x="10708486" y="7256827"/>
            <a:ext cx="1164695" cy="286431"/>
          </a:xfrm>
          <a:prstGeom prst="rect">
            <a:avLst/>
          </a:prstGeom>
          <a:solidFill>
            <a:srgbClr val="454C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E009FD-0235-3E52-6018-CD8B523CCF76}"/>
              </a:ext>
            </a:extLst>
          </p:cNvPr>
          <p:cNvSpPr/>
          <p:nvPr/>
        </p:nvSpPr>
        <p:spPr>
          <a:xfrm>
            <a:off x="10793912" y="4035740"/>
            <a:ext cx="2043506" cy="545744"/>
          </a:xfrm>
          <a:prstGeom prst="rect">
            <a:avLst/>
          </a:prstGeom>
          <a:solidFill>
            <a:srgbClr val="233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8261A4F-406F-7AF4-2727-829AF1044ADF}"/>
              </a:ext>
            </a:extLst>
          </p:cNvPr>
          <p:cNvSpPr/>
          <p:nvPr/>
        </p:nvSpPr>
        <p:spPr>
          <a:xfrm>
            <a:off x="7153923" y="4092678"/>
            <a:ext cx="1368483" cy="367182"/>
          </a:xfrm>
          <a:prstGeom prst="rect">
            <a:avLst/>
          </a:prstGeom>
          <a:solidFill>
            <a:srgbClr val="233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4" name="Rectangle 17">
            <a:extLst>
              <a:ext uri="{FF2B5EF4-FFF2-40B4-BE49-F238E27FC236}">
                <a16:creationId xmlns:a16="http://schemas.microsoft.com/office/drawing/2014/main" id="{EFEE2134-7CFD-BC16-72C6-55231E448193}"/>
              </a:ext>
            </a:extLst>
          </p:cNvPr>
          <p:cNvSpPr/>
          <p:nvPr/>
        </p:nvSpPr>
        <p:spPr>
          <a:xfrm>
            <a:off x="6926688" y="7008065"/>
            <a:ext cx="1831805" cy="852114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409955"/>
              <a:gd name="connsiteX1" fmla="*/ 728472 w 1043432"/>
              <a:gd name="connsiteY1" fmla="*/ 76200 h 409955"/>
              <a:gd name="connsiteX2" fmla="*/ 1043432 w 1043432"/>
              <a:gd name="connsiteY2" fmla="*/ 409955 h 409955"/>
              <a:gd name="connsiteX3" fmla="*/ 15240 w 1043432"/>
              <a:gd name="connsiteY3" fmla="*/ 272160 h 409955"/>
              <a:gd name="connsiteX4" fmla="*/ 0 w 1043432"/>
              <a:gd name="connsiteY4" fmla="*/ 0 h 409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432" h="409955">
                <a:moveTo>
                  <a:pt x="0" y="0"/>
                </a:moveTo>
                <a:lnTo>
                  <a:pt x="728472" y="76200"/>
                </a:lnTo>
                <a:cubicBezTo>
                  <a:pt x="945219" y="154432"/>
                  <a:pt x="963845" y="255523"/>
                  <a:pt x="1043432" y="409955"/>
                </a:cubicBezTo>
                <a:lnTo>
                  <a:pt x="15240" y="272160"/>
                </a:lnTo>
                <a:lnTo>
                  <a:pt x="0" y="0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A6F8CB-D3ED-6FF4-3AD1-87CC45172F74}"/>
              </a:ext>
            </a:extLst>
          </p:cNvPr>
          <p:cNvSpPr/>
          <p:nvPr/>
        </p:nvSpPr>
        <p:spPr>
          <a:xfrm>
            <a:off x="6879052" y="7110237"/>
            <a:ext cx="1774930" cy="852114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409955"/>
              <a:gd name="connsiteX1" fmla="*/ 728472 w 1043432"/>
              <a:gd name="connsiteY1" fmla="*/ 76200 h 409955"/>
              <a:gd name="connsiteX2" fmla="*/ 1043432 w 1043432"/>
              <a:gd name="connsiteY2" fmla="*/ 409955 h 409955"/>
              <a:gd name="connsiteX3" fmla="*/ 15240 w 1043432"/>
              <a:gd name="connsiteY3" fmla="*/ 272160 h 409955"/>
              <a:gd name="connsiteX4" fmla="*/ 0 w 1043432"/>
              <a:gd name="connsiteY4" fmla="*/ 0 h 409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432" h="409955">
                <a:moveTo>
                  <a:pt x="0" y="0"/>
                </a:moveTo>
                <a:lnTo>
                  <a:pt x="728472" y="76200"/>
                </a:lnTo>
                <a:cubicBezTo>
                  <a:pt x="945219" y="154432"/>
                  <a:pt x="963845" y="255523"/>
                  <a:pt x="1043432" y="409955"/>
                </a:cubicBezTo>
                <a:lnTo>
                  <a:pt x="15240" y="2721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2000">
                <a:srgbClr val="F6F6FC"/>
              </a:gs>
              <a:gs pos="18000">
                <a:srgbClr val="BABDC2"/>
              </a:gs>
              <a:gs pos="4000">
                <a:srgbClr val="B2B9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 dirty="0"/>
          </a:p>
        </p:txBody>
      </p:sp>
      <p:sp>
        <p:nvSpPr>
          <p:cNvPr id="55" name="Trapezoid 54">
            <a:extLst>
              <a:ext uri="{FF2B5EF4-FFF2-40B4-BE49-F238E27FC236}">
                <a16:creationId xmlns:a16="http://schemas.microsoft.com/office/drawing/2014/main" id="{6552313F-C2E7-E324-4CB2-FEB3B8647429}"/>
              </a:ext>
            </a:extLst>
          </p:cNvPr>
          <p:cNvSpPr/>
          <p:nvPr/>
        </p:nvSpPr>
        <p:spPr>
          <a:xfrm>
            <a:off x="6997531" y="10156967"/>
            <a:ext cx="6619230" cy="321707"/>
          </a:xfrm>
          <a:custGeom>
            <a:avLst/>
            <a:gdLst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560 h 192560"/>
              <a:gd name="connsiteX1" fmla="*/ 359000 w 3399450"/>
              <a:gd name="connsiteY1" fmla="*/ 145 h 192560"/>
              <a:gd name="connsiteX2" fmla="*/ 3040450 w 3399450"/>
              <a:gd name="connsiteY2" fmla="*/ 145 h 192560"/>
              <a:gd name="connsiteX3" fmla="*/ 3399450 w 3399450"/>
              <a:gd name="connsiteY3" fmla="*/ 192560 h 192560"/>
              <a:gd name="connsiteX4" fmla="*/ 0 w 3399450"/>
              <a:gd name="connsiteY4" fmla="*/ 192560 h 192560"/>
              <a:gd name="connsiteX0" fmla="*/ 0 w 3399450"/>
              <a:gd name="connsiteY0" fmla="*/ 192632 h 192632"/>
              <a:gd name="connsiteX1" fmla="*/ 359000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9450" h="192632">
                <a:moveTo>
                  <a:pt x="0" y="192632"/>
                </a:moveTo>
                <a:cubicBezTo>
                  <a:pt x="52211" y="-1076"/>
                  <a:pt x="190964" y="699"/>
                  <a:pt x="258351" y="217"/>
                </a:cubicBezTo>
                <a:lnTo>
                  <a:pt x="3040450" y="217"/>
                </a:lnTo>
                <a:cubicBezTo>
                  <a:pt x="3308535" y="-2672"/>
                  <a:pt x="3364458" y="21257"/>
                  <a:pt x="3399450" y="192632"/>
                </a:cubicBezTo>
                <a:lnTo>
                  <a:pt x="0" y="192632"/>
                </a:lnTo>
                <a:close/>
              </a:path>
            </a:pathLst>
          </a:custGeom>
          <a:solidFill>
            <a:srgbClr val="878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72ABA6-C0E8-3942-E431-79C6DEF98638}"/>
              </a:ext>
            </a:extLst>
          </p:cNvPr>
          <p:cNvSpPr/>
          <p:nvPr/>
        </p:nvSpPr>
        <p:spPr>
          <a:xfrm>
            <a:off x="9585661" y="10156966"/>
            <a:ext cx="1557500" cy="325975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F6DCE31-739E-73FD-989B-6AC8FC385995}"/>
              </a:ext>
            </a:extLst>
          </p:cNvPr>
          <p:cNvSpPr/>
          <p:nvPr/>
        </p:nvSpPr>
        <p:spPr>
          <a:xfrm>
            <a:off x="17239568" y="9774448"/>
            <a:ext cx="542544" cy="508314"/>
          </a:xfrm>
          <a:prstGeom prst="ellipse">
            <a:avLst/>
          </a:prstGeom>
          <a:gradFill>
            <a:gsLst>
              <a:gs pos="87000">
                <a:srgbClr val="B7B0D8"/>
              </a:gs>
              <a:gs pos="79000">
                <a:srgbClr val="FDFDFD"/>
              </a:gs>
              <a:gs pos="23000">
                <a:srgbClr val="FDFDFD"/>
              </a:gs>
              <a:gs pos="13000">
                <a:srgbClr val="D1C9FD"/>
              </a:gs>
              <a:gs pos="0">
                <a:srgbClr val="838061"/>
              </a:gs>
              <a:gs pos="100000">
                <a:srgbClr val="3C372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0C3F560-4DB0-A4FE-B6A8-F81747A1FDBA}"/>
              </a:ext>
            </a:extLst>
          </p:cNvPr>
          <p:cNvSpPr/>
          <p:nvPr/>
        </p:nvSpPr>
        <p:spPr>
          <a:xfrm>
            <a:off x="17239568" y="9774448"/>
            <a:ext cx="542544" cy="508314"/>
          </a:xfrm>
          <a:prstGeom prst="ellipse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23000">
                <a:srgbClr val="000000">
                  <a:alpha val="0"/>
                </a:srgbClr>
              </a:gs>
              <a:gs pos="75000">
                <a:srgbClr val="000000">
                  <a:alpha val="0"/>
                </a:srgbClr>
              </a:gs>
              <a:gs pos="100000">
                <a:schemeClr val="tx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98E9477-9767-D502-7F2F-F377F41D11F1}"/>
              </a:ext>
            </a:extLst>
          </p:cNvPr>
          <p:cNvSpPr/>
          <p:nvPr/>
        </p:nvSpPr>
        <p:spPr>
          <a:xfrm>
            <a:off x="17285241" y="10424839"/>
            <a:ext cx="542544" cy="508314"/>
          </a:xfrm>
          <a:prstGeom prst="ellipse">
            <a:avLst/>
          </a:prstGeom>
          <a:solidFill>
            <a:srgbClr val="FC3E46"/>
          </a:solidFill>
          <a:ln>
            <a:noFill/>
          </a:ln>
          <a:effectLst>
            <a:glow rad="50800">
              <a:srgbClr val="FC3E46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026FAAC-1ED3-6E95-07EC-81EFAACB0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9981" y="9151453"/>
            <a:ext cx="44773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3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DFC6-6CDB-0A57-C16A-2109069D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40E4BD-874E-BCD2-F915-C227E45E0521}"/>
              </a:ext>
            </a:extLst>
          </p:cNvPr>
          <p:cNvSpPr/>
          <p:nvPr/>
        </p:nvSpPr>
        <p:spPr>
          <a:xfrm>
            <a:off x="6725507" y="3184851"/>
            <a:ext cx="7307364" cy="7309786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A5E5BC-1D3A-4C2A-9212-176722E93B63}"/>
              </a:ext>
            </a:extLst>
          </p:cNvPr>
          <p:cNvSpPr/>
          <p:nvPr/>
        </p:nvSpPr>
        <p:spPr>
          <a:xfrm>
            <a:off x="6725504" y="7497027"/>
            <a:ext cx="7307366" cy="2997610"/>
          </a:xfrm>
          <a:prstGeom prst="rect">
            <a:avLst/>
          </a:prstGeom>
          <a:gradFill>
            <a:gsLst>
              <a:gs pos="4000">
                <a:schemeClr val="tx1">
                  <a:alpha val="0"/>
                </a:schemeClr>
              </a:gs>
              <a:gs pos="68000">
                <a:srgbClr val="020234">
                  <a:alpha val="20000"/>
                </a:srgbClr>
              </a:gs>
              <a:gs pos="37024">
                <a:srgbClr val="000000">
                  <a:alpha val="20000"/>
                </a:srgb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91D81B-76E1-0E58-2C32-B5CCDA7708E1}"/>
              </a:ext>
            </a:extLst>
          </p:cNvPr>
          <p:cNvSpPr/>
          <p:nvPr/>
        </p:nvSpPr>
        <p:spPr>
          <a:xfrm rot="398153">
            <a:off x="9560795" y="1636260"/>
            <a:ext cx="3577287" cy="1035499"/>
          </a:xfrm>
          <a:custGeom>
            <a:avLst/>
            <a:gdLst>
              <a:gd name="connsiteX0" fmla="*/ 0 w 1392628"/>
              <a:gd name="connsiteY0" fmla="*/ 0 h 453586"/>
              <a:gd name="connsiteX1" fmla="*/ 1392628 w 1392628"/>
              <a:gd name="connsiteY1" fmla="*/ 0 h 453586"/>
              <a:gd name="connsiteX2" fmla="*/ 1392628 w 1392628"/>
              <a:gd name="connsiteY2" fmla="*/ 453586 h 453586"/>
              <a:gd name="connsiteX3" fmla="*/ 0 w 1392628"/>
              <a:gd name="connsiteY3" fmla="*/ 453586 h 453586"/>
              <a:gd name="connsiteX4" fmla="*/ 0 w 1392628"/>
              <a:gd name="connsiteY4" fmla="*/ 0 h 453586"/>
              <a:gd name="connsiteX0" fmla="*/ 0 w 1452299"/>
              <a:gd name="connsiteY0" fmla="*/ 0 h 453586"/>
              <a:gd name="connsiteX1" fmla="*/ 1392628 w 1452299"/>
              <a:gd name="connsiteY1" fmla="*/ 0 h 453586"/>
              <a:gd name="connsiteX2" fmla="*/ 1452299 w 1452299"/>
              <a:gd name="connsiteY2" fmla="*/ 438972 h 453586"/>
              <a:gd name="connsiteX3" fmla="*/ 0 w 1452299"/>
              <a:gd name="connsiteY3" fmla="*/ 453586 h 453586"/>
              <a:gd name="connsiteX4" fmla="*/ 0 w 1452299"/>
              <a:gd name="connsiteY4" fmla="*/ 0 h 453586"/>
              <a:gd name="connsiteX0" fmla="*/ 0 w 1913306"/>
              <a:gd name="connsiteY0" fmla="*/ 0 h 481782"/>
              <a:gd name="connsiteX1" fmla="*/ 1853635 w 1913306"/>
              <a:gd name="connsiteY1" fmla="*/ 28196 h 481782"/>
              <a:gd name="connsiteX2" fmla="*/ 1913306 w 1913306"/>
              <a:gd name="connsiteY2" fmla="*/ 467168 h 481782"/>
              <a:gd name="connsiteX3" fmla="*/ 461007 w 1913306"/>
              <a:gd name="connsiteY3" fmla="*/ 481782 h 481782"/>
              <a:gd name="connsiteX4" fmla="*/ 0 w 1913306"/>
              <a:gd name="connsiteY4" fmla="*/ 0 h 481782"/>
              <a:gd name="connsiteX0" fmla="*/ 0 w 1913306"/>
              <a:gd name="connsiteY0" fmla="*/ 0 h 523406"/>
              <a:gd name="connsiteX1" fmla="*/ 1853635 w 1913306"/>
              <a:gd name="connsiteY1" fmla="*/ 28196 h 523406"/>
              <a:gd name="connsiteX2" fmla="*/ 1913306 w 1913306"/>
              <a:gd name="connsiteY2" fmla="*/ 467168 h 523406"/>
              <a:gd name="connsiteX3" fmla="*/ 59265 w 1913306"/>
              <a:gd name="connsiteY3" fmla="*/ 523406 h 523406"/>
              <a:gd name="connsiteX4" fmla="*/ 0 w 1913306"/>
              <a:gd name="connsiteY4" fmla="*/ 0 h 5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306" h="523406">
                <a:moveTo>
                  <a:pt x="0" y="0"/>
                </a:moveTo>
                <a:lnTo>
                  <a:pt x="1853635" y="28196"/>
                </a:lnTo>
                <a:lnTo>
                  <a:pt x="1913306" y="467168"/>
                </a:lnTo>
                <a:lnTo>
                  <a:pt x="59265" y="5234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  <a:alpha val="4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14ECBFB0-49CA-3919-3C29-936491D898D1}"/>
              </a:ext>
            </a:extLst>
          </p:cNvPr>
          <p:cNvSpPr/>
          <p:nvPr/>
        </p:nvSpPr>
        <p:spPr>
          <a:xfrm rot="21133278" flipH="1">
            <a:off x="12998740" y="1593796"/>
            <a:ext cx="3634638" cy="1035499"/>
          </a:xfrm>
          <a:custGeom>
            <a:avLst/>
            <a:gdLst>
              <a:gd name="connsiteX0" fmla="*/ 0 w 1392628"/>
              <a:gd name="connsiteY0" fmla="*/ 0 h 453586"/>
              <a:gd name="connsiteX1" fmla="*/ 1392628 w 1392628"/>
              <a:gd name="connsiteY1" fmla="*/ 0 h 453586"/>
              <a:gd name="connsiteX2" fmla="*/ 1392628 w 1392628"/>
              <a:gd name="connsiteY2" fmla="*/ 453586 h 453586"/>
              <a:gd name="connsiteX3" fmla="*/ 0 w 1392628"/>
              <a:gd name="connsiteY3" fmla="*/ 453586 h 453586"/>
              <a:gd name="connsiteX4" fmla="*/ 0 w 1392628"/>
              <a:gd name="connsiteY4" fmla="*/ 0 h 453586"/>
              <a:gd name="connsiteX0" fmla="*/ 0 w 1452299"/>
              <a:gd name="connsiteY0" fmla="*/ 0 h 453586"/>
              <a:gd name="connsiteX1" fmla="*/ 1392628 w 1452299"/>
              <a:gd name="connsiteY1" fmla="*/ 0 h 453586"/>
              <a:gd name="connsiteX2" fmla="*/ 1452299 w 1452299"/>
              <a:gd name="connsiteY2" fmla="*/ 438972 h 453586"/>
              <a:gd name="connsiteX3" fmla="*/ 0 w 1452299"/>
              <a:gd name="connsiteY3" fmla="*/ 453586 h 453586"/>
              <a:gd name="connsiteX4" fmla="*/ 0 w 1452299"/>
              <a:gd name="connsiteY4" fmla="*/ 0 h 453586"/>
              <a:gd name="connsiteX0" fmla="*/ 0 w 1913306"/>
              <a:gd name="connsiteY0" fmla="*/ 0 h 481782"/>
              <a:gd name="connsiteX1" fmla="*/ 1853635 w 1913306"/>
              <a:gd name="connsiteY1" fmla="*/ 28196 h 481782"/>
              <a:gd name="connsiteX2" fmla="*/ 1913306 w 1913306"/>
              <a:gd name="connsiteY2" fmla="*/ 467168 h 481782"/>
              <a:gd name="connsiteX3" fmla="*/ 461007 w 1913306"/>
              <a:gd name="connsiteY3" fmla="*/ 481782 h 481782"/>
              <a:gd name="connsiteX4" fmla="*/ 0 w 1913306"/>
              <a:gd name="connsiteY4" fmla="*/ 0 h 481782"/>
              <a:gd name="connsiteX0" fmla="*/ 0 w 1913306"/>
              <a:gd name="connsiteY0" fmla="*/ 0 h 523406"/>
              <a:gd name="connsiteX1" fmla="*/ 1853635 w 1913306"/>
              <a:gd name="connsiteY1" fmla="*/ 28196 h 523406"/>
              <a:gd name="connsiteX2" fmla="*/ 1913306 w 1913306"/>
              <a:gd name="connsiteY2" fmla="*/ 467168 h 523406"/>
              <a:gd name="connsiteX3" fmla="*/ 59265 w 1913306"/>
              <a:gd name="connsiteY3" fmla="*/ 523406 h 523406"/>
              <a:gd name="connsiteX4" fmla="*/ 0 w 1913306"/>
              <a:gd name="connsiteY4" fmla="*/ 0 h 5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306" h="523406">
                <a:moveTo>
                  <a:pt x="0" y="0"/>
                </a:moveTo>
                <a:lnTo>
                  <a:pt x="1853635" y="28196"/>
                </a:lnTo>
                <a:lnTo>
                  <a:pt x="1913306" y="467168"/>
                </a:lnTo>
                <a:lnTo>
                  <a:pt x="59265" y="5234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  <a:alpha val="4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CF9F9-F692-1084-6DF6-EF16D5D34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943" y="3071177"/>
            <a:ext cx="5615251" cy="63965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4D6494-1C2D-3EC4-A622-D3BFC3CC3B83}"/>
              </a:ext>
            </a:extLst>
          </p:cNvPr>
          <p:cNvSpPr/>
          <p:nvPr/>
        </p:nvSpPr>
        <p:spPr>
          <a:xfrm>
            <a:off x="1568042" y="1637120"/>
            <a:ext cx="996683" cy="7309788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8343B5-8006-6457-4C8E-D3869C253652}"/>
              </a:ext>
            </a:extLst>
          </p:cNvPr>
          <p:cNvSpPr/>
          <p:nvPr/>
        </p:nvSpPr>
        <p:spPr>
          <a:xfrm>
            <a:off x="6725506" y="3581719"/>
            <a:ext cx="7299975" cy="4054281"/>
          </a:xfrm>
          <a:custGeom>
            <a:avLst/>
            <a:gdLst>
              <a:gd name="connsiteX0" fmla="*/ 0 w 3693600"/>
              <a:gd name="connsiteY0" fmla="*/ 165109 h 2042160"/>
              <a:gd name="connsiteX1" fmla="*/ 165109 w 3693600"/>
              <a:gd name="connsiteY1" fmla="*/ 0 h 2042160"/>
              <a:gd name="connsiteX2" fmla="*/ 3528491 w 3693600"/>
              <a:gd name="connsiteY2" fmla="*/ 0 h 2042160"/>
              <a:gd name="connsiteX3" fmla="*/ 3693600 w 3693600"/>
              <a:gd name="connsiteY3" fmla="*/ 165109 h 2042160"/>
              <a:gd name="connsiteX4" fmla="*/ 3693600 w 3693600"/>
              <a:gd name="connsiteY4" fmla="*/ 1877051 h 2042160"/>
              <a:gd name="connsiteX5" fmla="*/ 3528491 w 3693600"/>
              <a:gd name="connsiteY5" fmla="*/ 2042160 h 2042160"/>
              <a:gd name="connsiteX6" fmla="*/ 165109 w 3693600"/>
              <a:gd name="connsiteY6" fmla="*/ 2042160 h 2042160"/>
              <a:gd name="connsiteX7" fmla="*/ 0 w 3693600"/>
              <a:gd name="connsiteY7" fmla="*/ 1877051 h 2042160"/>
              <a:gd name="connsiteX8" fmla="*/ 0 w 3693600"/>
              <a:gd name="connsiteY8" fmla="*/ 165109 h 2042160"/>
              <a:gd name="connsiteX0" fmla="*/ 0 w 3693600"/>
              <a:gd name="connsiteY0" fmla="*/ 256549 h 2133600"/>
              <a:gd name="connsiteX1" fmla="*/ 165109 w 3693600"/>
              <a:gd name="connsiteY1" fmla="*/ 91440 h 2133600"/>
              <a:gd name="connsiteX2" fmla="*/ 3528491 w 3693600"/>
              <a:gd name="connsiteY2" fmla="*/ 91440 h 2133600"/>
              <a:gd name="connsiteX3" fmla="*/ 3693600 w 3693600"/>
              <a:gd name="connsiteY3" fmla="*/ 256549 h 2133600"/>
              <a:gd name="connsiteX4" fmla="*/ 3693600 w 3693600"/>
              <a:gd name="connsiteY4" fmla="*/ 1968491 h 2133600"/>
              <a:gd name="connsiteX5" fmla="*/ 3528491 w 3693600"/>
              <a:gd name="connsiteY5" fmla="*/ 2133600 h 2133600"/>
              <a:gd name="connsiteX6" fmla="*/ 165109 w 3693600"/>
              <a:gd name="connsiteY6" fmla="*/ 2133600 h 2133600"/>
              <a:gd name="connsiteX7" fmla="*/ 0 w 3693600"/>
              <a:gd name="connsiteY7" fmla="*/ 1968491 h 2133600"/>
              <a:gd name="connsiteX8" fmla="*/ 0 w 3693600"/>
              <a:gd name="connsiteY8" fmla="*/ 256549 h 2133600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93600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0 w 3693600"/>
              <a:gd name="connsiteY7" fmla="*/ 2031356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93600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64759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65454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64759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65454 w 3693600"/>
              <a:gd name="connsiteY4" fmla="*/ 2031356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22043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08170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122043 w 3693600"/>
              <a:gd name="connsiteY7" fmla="*/ 2006972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08170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79328 w 3693600"/>
              <a:gd name="connsiteY7" fmla="*/ 2000876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608170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97635 w 3693600"/>
              <a:gd name="connsiteY7" fmla="*/ 1994780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83762 w 3693600"/>
              <a:gd name="connsiteY4" fmla="*/ 2006972 h 2196465"/>
              <a:gd name="connsiteX5" fmla="*/ 3528491 w 3693600"/>
              <a:gd name="connsiteY5" fmla="*/ 2196465 h 2196465"/>
              <a:gd name="connsiteX6" fmla="*/ 165109 w 3693600"/>
              <a:gd name="connsiteY6" fmla="*/ 2196465 h 2196465"/>
              <a:gd name="connsiteX7" fmla="*/ 97635 w 3693600"/>
              <a:gd name="connsiteY7" fmla="*/ 1994780 h 2196465"/>
              <a:gd name="connsiteX8" fmla="*/ 0 w 3693600"/>
              <a:gd name="connsiteY8" fmla="*/ 319414 h 2196465"/>
              <a:gd name="connsiteX0" fmla="*/ 0 w 3693600"/>
              <a:gd name="connsiteY0" fmla="*/ 319414 h 2196465"/>
              <a:gd name="connsiteX1" fmla="*/ 165109 w 3693600"/>
              <a:gd name="connsiteY1" fmla="*/ 154305 h 2196465"/>
              <a:gd name="connsiteX2" fmla="*/ 3528491 w 3693600"/>
              <a:gd name="connsiteY2" fmla="*/ 154305 h 2196465"/>
              <a:gd name="connsiteX3" fmla="*/ 3693600 w 3693600"/>
              <a:gd name="connsiteY3" fmla="*/ 319414 h 2196465"/>
              <a:gd name="connsiteX4" fmla="*/ 3583762 w 3693600"/>
              <a:gd name="connsiteY4" fmla="*/ 2006972 h 2196465"/>
              <a:gd name="connsiteX5" fmla="*/ 3396277 w 3693600"/>
              <a:gd name="connsiteY5" fmla="*/ 2013585 h 2196465"/>
              <a:gd name="connsiteX6" fmla="*/ 165109 w 3693600"/>
              <a:gd name="connsiteY6" fmla="*/ 2196465 h 2196465"/>
              <a:gd name="connsiteX7" fmla="*/ 97635 w 3693600"/>
              <a:gd name="connsiteY7" fmla="*/ 1994780 h 2196465"/>
              <a:gd name="connsiteX8" fmla="*/ 0 w 3693600"/>
              <a:gd name="connsiteY8" fmla="*/ 319414 h 2196465"/>
              <a:gd name="connsiteX0" fmla="*/ 0 w 3693600"/>
              <a:gd name="connsiteY0" fmla="*/ 319414 h 2049288"/>
              <a:gd name="connsiteX1" fmla="*/ 165109 w 3693600"/>
              <a:gd name="connsiteY1" fmla="*/ 154305 h 2049288"/>
              <a:gd name="connsiteX2" fmla="*/ 3528491 w 3693600"/>
              <a:gd name="connsiteY2" fmla="*/ 154305 h 2049288"/>
              <a:gd name="connsiteX3" fmla="*/ 3693600 w 3693600"/>
              <a:gd name="connsiteY3" fmla="*/ 319414 h 2049288"/>
              <a:gd name="connsiteX4" fmla="*/ 3583762 w 3693600"/>
              <a:gd name="connsiteY4" fmla="*/ 2006972 h 2049288"/>
              <a:gd name="connsiteX5" fmla="*/ 3396277 w 3693600"/>
              <a:gd name="connsiteY5" fmla="*/ 2013585 h 2049288"/>
              <a:gd name="connsiteX6" fmla="*/ 383770 w 3693600"/>
              <a:gd name="connsiteY6" fmla="*/ 2028825 h 2049288"/>
              <a:gd name="connsiteX7" fmla="*/ 97635 w 3693600"/>
              <a:gd name="connsiteY7" fmla="*/ 1994780 h 2049288"/>
              <a:gd name="connsiteX8" fmla="*/ 0 w 3693600"/>
              <a:gd name="connsiteY8" fmla="*/ 319414 h 204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3600" h="2049288">
                <a:moveTo>
                  <a:pt x="0" y="319414"/>
                </a:moveTo>
                <a:cubicBezTo>
                  <a:pt x="0" y="228227"/>
                  <a:pt x="73922" y="154305"/>
                  <a:pt x="165109" y="154305"/>
                </a:cubicBezTo>
                <a:cubicBezTo>
                  <a:pt x="1347196" y="-51435"/>
                  <a:pt x="2475944" y="-51435"/>
                  <a:pt x="3528491" y="154305"/>
                </a:cubicBezTo>
                <a:cubicBezTo>
                  <a:pt x="3619678" y="154305"/>
                  <a:pt x="3693600" y="228227"/>
                  <a:pt x="3693600" y="319414"/>
                </a:cubicBezTo>
                <a:lnTo>
                  <a:pt x="3583762" y="2006972"/>
                </a:lnTo>
                <a:cubicBezTo>
                  <a:pt x="3583762" y="2098159"/>
                  <a:pt x="3487464" y="2013585"/>
                  <a:pt x="3396277" y="2013585"/>
                </a:cubicBezTo>
                <a:lnTo>
                  <a:pt x="383770" y="2028825"/>
                </a:lnTo>
                <a:cubicBezTo>
                  <a:pt x="292583" y="2028825"/>
                  <a:pt x="97635" y="2085967"/>
                  <a:pt x="97635" y="1994780"/>
                </a:cubicBezTo>
                <a:lnTo>
                  <a:pt x="0" y="319414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6D3521-E2C2-A117-2ED7-595985AF0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1" r="90328"/>
          <a:stretch/>
        </p:blipFill>
        <p:spPr>
          <a:xfrm flipH="1">
            <a:off x="5584595" y="3168887"/>
            <a:ext cx="514485" cy="73097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626E41-DC3D-D8E6-C7B0-E89888820B05}"/>
              </a:ext>
            </a:extLst>
          </p:cNvPr>
          <p:cNvSpPr/>
          <p:nvPr/>
        </p:nvSpPr>
        <p:spPr>
          <a:xfrm>
            <a:off x="6899236" y="7305210"/>
            <a:ext cx="3472564" cy="1265820"/>
          </a:xfrm>
          <a:custGeom>
            <a:avLst/>
            <a:gdLst>
              <a:gd name="connsiteX0" fmla="*/ 0 w 1846800"/>
              <a:gd name="connsiteY0" fmla="*/ 0 h 599440"/>
              <a:gd name="connsiteX1" fmla="*/ 1846800 w 1846800"/>
              <a:gd name="connsiteY1" fmla="*/ 0 h 599440"/>
              <a:gd name="connsiteX2" fmla="*/ 1846800 w 1846800"/>
              <a:gd name="connsiteY2" fmla="*/ 599440 h 599440"/>
              <a:gd name="connsiteX3" fmla="*/ 0 w 1846800"/>
              <a:gd name="connsiteY3" fmla="*/ 599440 h 599440"/>
              <a:gd name="connsiteX4" fmla="*/ 0 w 1846800"/>
              <a:gd name="connsiteY4" fmla="*/ 0 h 59944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599440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343297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485599 h 817880"/>
              <a:gd name="connsiteX4" fmla="*/ 0 w 1846800"/>
              <a:gd name="connsiteY4" fmla="*/ 0 h 817880"/>
              <a:gd name="connsiteX0" fmla="*/ 0 w 1846800"/>
              <a:gd name="connsiteY0" fmla="*/ 0 h 896146"/>
              <a:gd name="connsiteX1" fmla="*/ 1846800 w 1846800"/>
              <a:gd name="connsiteY1" fmla="*/ 0 h 896146"/>
              <a:gd name="connsiteX2" fmla="*/ 1846800 w 1846800"/>
              <a:gd name="connsiteY2" fmla="*/ 896146 h 896146"/>
              <a:gd name="connsiteX3" fmla="*/ 0 w 1846800"/>
              <a:gd name="connsiteY3" fmla="*/ 485599 h 896146"/>
              <a:gd name="connsiteX4" fmla="*/ 0 w 1846800"/>
              <a:gd name="connsiteY4" fmla="*/ 0 h 896146"/>
              <a:gd name="connsiteX0" fmla="*/ 0 w 1846800"/>
              <a:gd name="connsiteY0" fmla="*/ 0 h 896146"/>
              <a:gd name="connsiteX1" fmla="*/ 1846800 w 1846800"/>
              <a:gd name="connsiteY1" fmla="*/ 0 h 896146"/>
              <a:gd name="connsiteX2" fmla="*/ 1846800 w 1846800"/>
              <a:gd name="connsiteY2" fmla="*/ 896146 h 896146"/>
              <a:gd name="connsiteX3" fmla="*/ 5080 w 1846800"/>
              <a:gd name="connsiteY3" fmla="*/ 343297 h 896146"/>
              <a:gd name="connsiteX4" fmla="*/ 0 w 1846800"/>
              <a:gd name="connsiteY4" fmla="*/ 0 h 89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800" h="896146">
                <a:moveTo>
                  <a:pt x="0" y="0"/>
                </a:moveTo>
                <a:lnTo>
                  <a:pt x="1846800" y="0"/>
                </a:lnTo>
                <a:lnTo>
                  <a:pt x="1846800" y="896146"/>
                </a:lnTo>
                <a:lnTo>
                  <a:pt x="5080" y="343297"/>
                </a:lnTo>
                <a:cubicBezTo>
                  <a:pt x="3387" y="228865"/>
                  <a:pt x="1693" y="114432"/>
                  <a:pt x="0" y="0"/>
                </a:cubicBezTo>
                <a:close/>
              </a:path>
            </a:pathLst>
          </a:cu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7BC7B8E-9279-F15F-1457-9BC988E2D286}"/>
              </a:ext>
            </a:extLst>
          </p:cNvPr>
          <p:cNvSpPr/>
          <p:nvPr/>
        </p:nvSpPr>
        <p:spPr>
          <a:xfrm flipH="1">
            <a:off x="10371802" y="7300130"/>
            <a:ext cx="3462972" cy="1280950"/>
          </a:xfrm>
          <a:custGeom>
            <a:avLst/>
            <a:gdLst>
              <a:gd name="connsiteX0" fmla="*/ 0 w 1846800"/>
              <a:gd name="connsiteY0" fmla="*/ 0 h 599440"/>
              <a:gd name="connsiteX1" fmla="*/ 1846800 w 1846800"/>
              <a:gd name="connsiteY1" fmla="*/ 0 h 599440"/>
              <a:gd name="connsiteX2" fmla="*/ 1846800 w 1846800"/>
              <a:gd name="connsiteY2" fmla="*/ 599440 h 599440"/>
              <a:gd name="connsiteX3" fmla="*/ 0 w 1846800"/>
              <a:gd name="connsiteY3" fmla="*/ 599440 h 599440"/>
              <a:gd name="connsiteX4" fmla="*/ 0 w 1846800"/>
              <a:gd name="connsiteY4" fmla="*/ 0 h 59944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599440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357527 h 817880"/>
              <a:gd name="connsiteX4" fmla="*/ 0 w 1846800"/>
              <a:gd name="connsiteY4" fmla="*/ 0 h 817880"/>
              <a:gd name="connsiteX0" fmla="*/ 0 w 1846800"/>
              <a:gd name="connsiteY0" fmla="*/ 0 h 817880"/>
              <a:gd name="connsiteX1" fmla="*/ 1846800 w 1846800"/>
              <a:gd name="connsiteY1" fmla="*/ 0 h 817880"/>
              <a:gd name="connsiteX2" fmla="*/ 1846800 w 1846800"/>
              <a:gd name="connsiteY2" fmla="*/ 817880 h 817880"/>
              <a:gd name="connsiteX3" fmla="*/ 0 w 1846800"/>
              <a:gd name="connsiteY3" fmla="*/ 414448 h 817880"/>
              <a:gd name="connsiteX4" fmla="*/ 0 w 1846800"/>
              <a:gd name="connsiteY4" fmla="*/ 0 h 817880"/>
              <a:gd name="connsiteX0" fmla="*/ 0 w 1846800"/>
              <a:gd name="connsiteY0" fmla="*/ 0 h 903261"/>
              <a:gd name="connsiteX1" fmla="*/ 1846800 w 1846800"/>
              <a:gd name="connsiteY1" fmla="*/ 0 h 903261"/>
              <a:gd name="connsiteX2" fmla="*/ 1846800 w 1846800"/>
              <a:gd name="connsiteY2" fmla="*/ 903261 h 903261"/>
              <a:gd name="connsiteX3" fmla="*/ 0 w 1846800"/>
              <a:gd name="connsiteY3" fmla="*/ 414448 h 903261"/>
              <a:gd name="connsiteX4" fmla="*/ 0 w 1846800"/>
              <a:gd name="connsiteY4" fmla="*/ 0 h 903261"/>
              <a:gd name="connsiteX0" fmla="*/ 0 w 1846800"/>
              <a:gd name="connsiteY0" fmla="*/ 0 h 903261"/>
              <a:gd name="connsiteX1" fmla="*/ 1846800 w 1846800"/>
              <a:gd name="connsiteY1" fmla="*/ 0 h 903261"/>
              <a:gd name="connsiteX2" fmla="*/ 1846800 w 1846800"/>
              <a:gd name="connsiteY2" fmla="*/ 903261 h 903261"/>
              <a:gd name="connsiteX3" fmla="*/ 5080 w 1846800"/>
              <a:gd name="connsiteY3" fmla="*/ 293491 h 903261"/>
              <a:gd name="connsiteX4" fmla="*/ 0 w 1846800"/>
              <a:gd name="connsiteY4" fmla="*/ 0 h 903261"/>
              <a:gd name="connsiteX0" fmla="*/ 0 w 1863199"/>
              <a:gd name="connsiteY0" fmla="*/ 0 h 906857"/>
              <a:gd name="connsiteX1" fmla="*/ 1863199 w 1863199"/>
              <a:gd name="connsiteY1" fmla="*/ 3596 h 906857"/>
              <a:gd name="connsiteX2" fmla="*/ 1863199 w 1863199"/>
              <a:gd name="connsiteY2" fmla="*/ 906857 h 906857"/>
              <a:gd name="connsiteX3" fmla="*/ 21479 w 1863199"/>
              <a:gd name="connsiteY3" fmla="*/ 297087 h 906857"/>
              <a:gd name="connsiteX4" fmla="*/ 0 w 1863199"/>
              <a:gd name="connsiteY4" fmla="*/ 0 h 90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3199" h="906857">
                <a:moveTo>
                  <a:pt x="0" y="0"/>
                </a:moveTo>
                <a:lnTo>
                  <a:pt x="1863199" y="3596"/>
                </a:lnTo>
                <a:lnTo>
                  <a:pt x="1863199" y="906857"/>
                </a:lnTo>
                <a:lnTo>
                  <a:pt x="21479" y="297087"/>
                </a:lnTo>
                <a:cubicBezTo>
                  <a:pt x="19786" y="199257"/>
                  <a:pt x="1693" y="97830"/>
                  <a:pt x="0" y="0"/>
                </a:cubicBezTo>
                <a:close/>
              </a:path>
            </a:pathLst>
          </a:cu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09E744-8184-609C-0F5A-88602D5EA4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1464"/>
          <a:stretch/>
        </p:blipFill>
        <p:spPr>
          <a:xfrm>
            <a:off x="18226858" y="7762353"/>
            <a:ext cx="5767106" cy="38070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17F1C6-3EC9-8B37-0067-4573A2D8B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2193" y="604735"/>
            <a:ext cx="5013237" cy="3807045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B9A8C1B-3516-0FCA-FDC4-0C1D1F472080}"/>
              </a:ext>
            </a:extLst>
          </p:cNvPr>
          <p:cNvSpPr/>
          <p:nvPr/>
        </p:nvSpPr>
        <p:spPr>
          <a:xfrm>
            <a:off x="7677168" y="7061352"/>
            <a:ext cx="5268219" cy="1155268"/>
          </a:xfrm>
          <a:custGeom>
            <a:avLst/>
            <a:gdLst>
              <a:gd name="connsiteX0" fmla="*/ 0 w 2662888"/>
              <a:gd name="connsiteY0" fmla="*/ 333756 h 638243"/>
              <a:gd name="connsiteX1" fmla="*/ 2662888 w 2662888"/>
              <a:gd name="connsiteY1" fmla="*/ 333756 h 638243"/>
              <a:gd name="connsiteX2" fmla="*/ 1331444 w 2662888"/>
              <a:gd name="connsiteY2" fmla="*/ 638243 h 638243"/>
              <a:gd name="connsiteX3" fmla="*/ 258865 w 2662888"/>
              <a:gd name="connsiteY3" fmla="*/ 0 h 638243"/>
              <a:gd name="connsiteX4" fmla="*/ 2483079 w 2662888"/>
              <a:gd name="connsiteY4" fmla="*/ 0 h 638243"/>
              <a:gd name="connsiteX5" fmla="*/ 2483079 w 2662888"/>
              <a:gd name="connsiteY5" fmla="*/ 333755 h 638243"/>
              <a:gd name="connsiteX6" fmla="*/ 258865 w 2662888"/>
              <a:gd name="connsiteY6" fmla="*/ 333755 h 6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2888" h="638243">
                <a:moveTo>
                  <a:pt x="0" y="333756"/>
                </a:moveTo>
                <a:lnTo>
                  <a:pt x="2662888" y="333756"/>
                </a:lnTo>
                <a:lnTo>
                  <a:pt x="1331444" y="638243"/>
                </a:lnTo>
                <a:close/>
                <a:moveTo>
                  <a:pt x="258865" y="0"/>
                </a:moveTo>
                <a:lnTo>
                  <a:pt x="2483079" y="0"/>
                </a:lnTo>
                <a:lnTo>
                  <a:pt x="2483079" y="333755"/>
                </a:lnTo>
                <a:lnTo>
                  <a:pt x="258865" y="333755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E6CECF2-073C-5766-A074-F0E21A3D3243}"/>
              </a:ext>
            </a:extLst>
          </p:cNvPr>
          <p:cNvSpPr/>
          <p:nvPr/>
        </p:nvSpPr>
        <p:spPr>
          <a:xfrm>
            <a:off x="7397022" y="8624316"/>
            <a:ext cx="428063" cy="416959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F6928EA-34CB-E869-9976-0F7BB41EDE8B}"/>
              </a:ext>
            </a:extLst>
          </p:cNvPr>
          <p:cNvSpPr/>
          <p:nvPr/>
        </p:nvSpPr>
        <p:spPr>
          <a:xfrm>
            <a:off x="7531562" y="9236248"/>
            <a:ext cx="506033" cy="518566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3F5574-3EE0-B3ED-16E7-5D5DB6CE5130}"/>
              </a:ext>
            </a:extLst>
          </p:cNvPr>
          <p:cNvSpPr/>
          <p:nvPr/>
        </p:nvSpPr>
        <p:spPr>
          <a:xfrm>
            <a:off x="12692368" y="9231846"/>
            <a:ext cx="506033" cy="518566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10BB96E-195A-7CAB-A494-A03EFE15C393}"/>
              </a:ext>
            </a:extLst>
          </p:cNvPr>
          <p:cNvSpPr/>
          <p:nvPr/>
        </p:nvSpPr>
        <p:spPr>
          <a:xfrm>
            <a:off x="12889452" y="8623069"/>
            <a:ext cx="428063" cy="416959"/>
          </a:xfrm>
          <a:prstGeom prst="ellipse">
            <a:avLst/>
          </a:prstGeom>
          <a:solidFill>
            <a:srgbClr val="1E1B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6D0E82-672E-46FC-1079-623C4C4E248A}"/>
              </a:ext>
            </a:extLst>
          </p:cNvPr>
          <p:cNvSpPr/>
          <p:nvPr/>
        </p:nvSpPr>
        <p:spPr>
          <a:xfrm>
            <a:off x="15750691" y="10030677"/>
            <a:ext cx="936043" cy="1155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C6BBDB86-C59C-DD96-C1E0-D09A902245E8}"/>
              </a:ext>
            </a:extLst>
          </p:cNvPr>
          <p:cNvSpPr/>
          <p:nvPr/>
        </p:nvSpPr>
        <p:spPr>
          <a:xfrm>
            <a:off x="6997531" y="8192768"/>
            <a:ext cx="1506932" cy="1717915"/>
          </a:xfrm>
          <a:custGeom>
            <a:avLst/>
            <a:gdLst>
              <a:gd name="connsiteX0" fmla="*/ 1 w 710113"/>
              <a:gd name="connsiteY0" fmla="*/ 392733 h 1028192"/>
              <a:gd name="connsiteX1" fmla="*/ 355057 w 710113"/>
              <a:gd name="connsiteY1" fmla="*/ 0 h 1028192"/>
              <a:gd name="connsiteX2" fmla="*/ 710112 w 710113"/>
              <a:gd name="connsiteY2" fmla="*/ 392733 h 1028192"/>
              <a:gd name="connsiteX3" fmla="*/ 574493 w 710113"/>
              <a:gd name="connsiteY3" fmla="*/ 1028189 h 1028192"/>
              <a:gd name="connsiteX4" fmla="*/ 135620 w 710113"/>
              <a:gd name="connsiteY4" fmla="*/ 1028189 h 1028192"/>
              <a:gd name="connsiteX5" fmla="*/ 1 w 710113"/>
              <a:gd name="connsiteY5" fmla="*/ 392733 h 1028192"/>
              <a:gd name="connsiteX0" fmla="*/ 0 w 1200331"/>
              <a:gd name="connsiteY0" fmla="*/ 392733 h 1028189"/>
              <a:gd name="connsiteX1" fmla="*/ 355056 w 1200331"/>
              <a:gd name="connsiteY1" fmla="*/ 0 h 1028189"/>
              <a:gd name="connsiteX2" fmla="*/ 1200331 w 1200331"/>
              <a:gd name="connsiteY2" fmla="*/ 161593 h 1028189"/>
              <a:gd name="connsiteX3" fmla="*/ 574492 w 1200331"/>
              <a:gd name="connsiteY3" fmla="*/ 1028189 h 1028189"/>
              <a:gd name="connsiteX4" fmla="*/ 135619 w 1200331"/>
              <a:gd name="connsiteY4" fmla="*/ 1028189 h 1028189"/>
              <a:gd name="connsiteX5" fmla="*/ 0 w 1200331"/>
              <a:gd name="connsiteY5" fmla="*/ 392733 h 1028189"/>
              <a:gd name="connsiteX0" fmla="*/ 0 w 1200331"/>
              <a:gd name="connsiteY0" fmla="*/ 463853 h 1099309"/>
              <a:gd name="connsiteX1" fmla="*/ 365216 w 1200331"/>
              <a:gd name="connsiteY1" fmla="*/ 0 h 1099309"/>
              <a:gd name="connsiteX2" fmla="*/ 1200331 w 1200331"/>
              <a:gd name="connsiteY2" fmla="*/ 232713 h 1099309"/>
              <a:gd name="connsiteX3" fmla="*/ 574492 w 1200331"/>
              <a:gd name="connsiteY3" fmla="*/ 1099309 h 1099309"/>
              <a:gd name="connsiteX4" fmla="*/ 135619 w 1200331"/>
              <a:gd name="connsiteY4" fmla="*/ 1099309 h 1099309"/>
              <a:gd name="connsiteX5" fmla="*/ 0 w 1200331"/>
              <a:gd name="connsiteY5" fmla="*/ 463853 h 1099309"/>
              <a:gd name="connsiteX0" fmla="*/ 0 w 1111431"/>
              <a:gd name="connsiteY0" fmla="*/ 463853 h 1099309"/>
              <a:gd name="connsiteX1" fmla="*/ 365216 w 1111431"/>
              <a:gd name="connsiteY1" fmla="*/ 0 h 1099309"/>
              <a:gd name="connsiteX2" fmla="*/ 1111431 w 1111431"/>
              <a:gd name="connsiteY2" fmla="*/ 298753 h 1099309"/>
              <a:gd name="connsiteX3" fmla="*/ 574492 w 1111431"/>
              <a:gd name="connsiteY3" fmla="*/ 1099309 h 1099309"/>
              <a:gd name="connsiteX4" fmla="*/ 135619 w 1111431"/>
              <a:gd name="connsiteY4" fmla="*/ 1099309 h 1099309"/>
              <a:gd name="connsiteX5" fmla="*/ 0 w 1111431"/>
              <a:gd name="connsiteY5" fmla="*/ 463853 h 1099309"/>
              <a:gd name="connsiteX0" fmla="*/ 0 w 1265372"/>
              <a:gd name="connsiteY0" fmla="*/ 463853 h 1099309"/>
              <a:gd name="connsiteX1" fmla="*/ 365216 w 1265372"/>
              <a:gd name="connsiteY1" fmla="*/ 0 h 1099309"/>
              <a:gd name="connsiteX2" fmla="*/ 1111431 w 1265372"/>
              <a:gd name="connsiteY2" fmla="*/ 298753 h 1099309"/>
              <a:gd name="connsiteX3" fmla="*/ 1265372 w 1265372"/>
              <a:gd name="connsiteY3" fmla="*/ 1086609 h 1099309"/>
              <a:gd name="connsiteX4" fmla="*/ 135619 w 1265372"/>
              <a:gd name="connsiteY4" fmla="*/ 1099309 h 1099309"/>
              <a:gd name="connsiteX5" fmla="*/ 0 w 1265372"/>
              <a:gd name="connsiteY5" fmla="*/ 463853 h 1099309"/>
              <a:gd name="connsiteX0" fmla="*/ 0 w 1265372"/>
              <a:gd name="connsiteY0" fmla="*/ 463853 h 1086609"/>
              <a:gd name="connsiteX1" fmla="*/ 365216 w 1265372"/>
              <a:gd name="connsiteY1" fmla="*/ 0 h 1086609"/>
              <a:gd name="connsiteX2" fmla="*/ 1111431 w 1265372"/>
              <a:gd name="connsiteY2" fmla="*/ 298753 h 1086609"/>
              <a:gd name="connsiteX3" fmla="*/ 1265372 w 1265372"/>
              <a:gd name="connsiteY3" fmla="*/ 1086609 h 1086609"/>
              <a:gd name="connsiteX4" fmla="*/ 1215119 w 1265372"/>
              <a:gd name="connsiteY4" fmla="*/ 1086609 h 1086609"/>
              <a:gd name="connsiteX5" fmla="*/ 0 w 1265372"/>
              <a:gd name="connsiteY5" fmla="*/ 46385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46215 w 900156"/>
              <a:gd name="connsiteY2" fmla="*/ 2987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475524 w 900156"/>
              <a:gd name="connsiteY0" fmla="*/ 1819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475524 w 900156"/>
              <a:gd name="connsiteY5" fmla="*/ 18191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29375 w 879201"/>
              <a:gd name="connsiteY2" fmla="*/ 21810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614135 w 862056"/>
              <a:gd name="connsiteY2" fmla="*/ 221918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593180 w 862056"/>
              <a:gd name="connsiteY2" fmla="*/ 220013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77296"/>
              <a:gd name="connsiteY0" fmla="*/ 236523 h 1092324"/>
              <a:gd name="connsiteX1" fmla="*/ 0 w 877296"/>
              <a:gd name="connsiteY1" fmla="*/ 0 h 1092324"/>
              <a:gd name="connsiteX2" fmla="*/ 593180 w 877296"/>
              <a:gd name="connsiteY2" fmla="*/ 220013 h 1092324"/>
              <a:gd name="connsiteX3" fmla="*/ 877296 w 877296"/>
              <a:gd name="connsiteY3" fmla="*/ 1092324 h 1092324"/>
              <a:gd name="connsiteX4" fmla="*/ 849903 w 877296"/>
              <a:gd name="connsiteY4" fmla="*/ 1086609 h 1092324"/>
              <a:gd name="connsiteX5" fmla="*/ 583474 w 877296"/>
              <a:gd name="connsiteY5" fmla="*/ 236523 h 109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7296" h="1092324">
                <a:moveTo>
                  <a:pt x="583474" y="236523"/>
                </a:moveTo>
                <a:cubicBezTo>
                  <a:pt x="375224" y="74709"/>
                  <a:pt x="210155" y="95774"/>
                  <a:pt x="0" y="0"/>
                </a:cubicBezTo>
                <a:cubicBezTo>
                  <a:pt x="237732" y="65718"/>
                  <a:pt x="378308" y="74285"/>
                  <a:pt x="593180" y="220013"/>
                </a:cubicBezTo>
                <a:cubicBezTo>
                  <a:pt x="686615" y="528563"/>
                  <a:pt x="785766" y="785679"/>
                  <a:pt x="877296" y="1092324"/>
                </a:cubicBezTo>
                <a:lnTo>
                  <a:pt x="849903" y="1086609"/>
                </a:lnTo>
                <a:cubicBezTo>
                  <a:pt x="764903" y="780387"/>
                  <a:pt x="685619" y="577670"/>
                  <a:pt x="583474" y="236523"/>
                </a:cubicBezTo>
                <a:close/>
              </a:path>
            </a:pathLst>
          </a:custGeom>
          <a:gradFill>
            <a:gsLst>
              <a:gs pos="85000">
                <a:srgbClr val="E9E6E3"/>
              </a:gs>
              <a:gs pos="79000">
                <a:srgbClr val="9C9392"/>
              </a:gs>
              <a:gs pos="0">
                <a:srgbClr val="5E5D68"/>
              </a:gs>
              <a:gs pos="100000">
                <a:srgbClr val="71819B"/>
              </a:gs>
            </a:gsLst>
            <a:lin ang="0" scaled="0"/>
          </a:gradFill>
          <a:ln>
            <a:noFill/>
          </a:ln>
          <a:effectLst>
            <a:outerShdw blurRad="50800" dist="12700" dir="8100000" sx="105000" sy="105000" algn="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2" name="Pentagon 40">
            <a:extLst>
              <a:ext uri="{FF2B5EF4-FFF2-40B4-BE49-F238E27FC236}">
                <a16:creationId xmlns:a16="http://schemas.microsoft.com/office/drawing/2014/main" id="{23A041B2-5C78-D2F4-8193-BD700B9D1CFD}"/>
              </a:ext>
            </a:extLst>
          </p:cNvPr>
          <p:cNvSpPr/>
          <p:nvPr/>
        </p:nvSpPr>
        <p:spPr>
          <a:xfrm flipH="1">
            <a:off x="12242003" y="8191523"/>
            <a:ext cx="1506932" cy="1717915"/>
          </a:xfrm>
          <a:custGeom>
            <a:avLst/>
            <a:gdLst>
              <a:gd name="connsiteX0" fmla="*/ 1 w 710113"/>
              <a:gd name="connsiteY0" fmla="*/ 392733 h 1028192"/>
              <a:gd name="connsiteX1" fmla="*/ 355057 w 710113"/>
              <a:gd name="connsiteY1" fmla="*/ 0 h 1028192"/>
              <a:gd name="connsiteX2" fmla="*/ 710112 w 710113"/>
              <a:gd name="connsiteY2" fmla="*/ 392733 h 1028192"/>
              <a:gd name="connsiteX3" fmla="*/ 574493 w 710113"/>
              <a:gd name="connsiteY3" fmla="*/ 1028189 h 1028192"/>
              <a:gd name="connsiteX4" fmla="*/ 135620 w 710113"/>
              <a:gd name="connsiteY4" fmla="*/ 1028189 h 1028192"/>
              <a:gd name="connsiteX5" fmla="*/ 1 w 710113"/>
              <a:gd name="connsiteY5" fmla="*/ 392733 h 1028192"/>
              <a:gd name="connsiteX0" fmla="*/ 0 w 1200331"/>
              <a:gd name="connsiteY0" fmla="*/ 392733 h 1028189"/>
              <a:gd name="connsiteX1" fmla="*/ 355056 w 1200331"/>
              <a:gd name="connsiteY1" fmla="*/ 0 h 1028189"/>
              <a:gd name="connsiteX2" fmla="*/ 1200331 w 1200331"/>
              <a:gd name="connsiteY2" fmla="*/ 161593 h 1028189"/>
              <a:gd name="connsiteX3" fmla="*/ 574492 w 1200331"/>
              <a:gd name="connsiteY3" fmla="*/ 1028189 h 1028189"/>
              <a:gd name="connsiteX4" fmla="*/ 135619 w 1200331"/>
              <a:gd name="connsiteY4" fmla="*/ 1028189 h 1028189"/>
              <a:gd name="connsiteX5" fmla="*/ 0 w 1200331"/>
              <a:gd name="connsiteY5" fmla="*/ 392733 h 1028189"/>
              <a:gd name="connsiteX0" fmla="*/ 0 w 1200331"/>
              <a:gd name="connsiteY0" fmla="*/ 463853 h 1099309"/>
              <a:gd name="connsiteX1" fmla="*/ 365216 w 1200331"/>
              <a:gd name="connsiteY1" fmla="*/ 0 h 1099309"/>
              <a:gd name="connsiteX2" fmla="*/ 1200331 w 1200331"/>
              <a:gd name="connsiteY2" fmla="*/ 232713 h 1099309"/>
              <a:gd name="connsiteX3" fmla="*/ 574492 w 1200331"/>
              <a:gd name="connsiteY3" fmla="*/ 1099309 h 1099309"/>
              <a:gd name="connsiteX4" fmla="*/ 135619 w 1200331"/>
              <a:gd name="connsiteY4" fmla="*/ 1099309 h 1099309"/>
              <a:gd name="connsiteX5" fmla="*/ 0 w 1200331"/>
              <a:gd name="connsiteY5" fmla="*/ 463853 h 1099309"/>
              <a:gd name="connsiteX0" fmla="*/ 0 w 1111431"/>
              <a:gd name="connsiteY0" fmla="*/ 463853 h 1099309"/>
              <a:gd name="connsiteX1" fmla="*/ 365216 w 1111431"/>
              <a:gd name="connsiteY1" fmla="*/ 0 h 1099309"/>
              <a:gd name="connsiteX2" fmla="*/ 1111431 w 1111431"/>
              <a:gd name="connsiteY2" fmla="*/ 298753 h 1099309"/>
              <a:gd name="connsiteX3" fmla="*/ 574492 w 1111431"/>
              <a:gd name="connsiteY3" fmla="*/ 1099309 h 1099309"/>
              <a:gd name="connsiteX4" fmla="*/ 135619 w 1111431"/>
              <a:gd name="connsiteY4" fmla="*/ 1099309 h 1099309"/>
              <a:gd name="connsiteX5" fmla="*/ 0 w 1111431"/>
              <a:gd name="connsiteY5" fmla="*/ 463853 h 1099309"/>
              <a:gd name="connsiteX0" fmla="*/ 0 w 1265372"/>
              <a:gd name="connsiteY0" fmla="*/ 463853 h 1099309"/>
              <a:gd name="connsiteX1" fmla="*/ 365216 w 1265372"/>
              <a:gd name="connsiteY1" fmla="*/ 0 h 1099309"/>
              <a:gd name="connsiteX2" fmla="*/ 1111431 w 1265372"/>
              <a:gd name="connsiteY2" fmla="*/ 298753 h 1099309"/>
              <a:gd name="connsiteX3" fmla="*/ 1265372 w 1265372"/>
              <a:gd name="connsiteY3" fmla="*/ 1086609 h 1099309"/>
              <a:gd name="connsiteX4" fmla="*/ 135619 w 1265372"/>
              <a:gd name="connsiteY4" fmla="*/ 1099309 h 1099309"/>
              <a:gd name="connsiteX5" fmla="*/ 0 w 1265372"/>
              <a:gd name="connsiteY5" fmla="*/ 463853 h 1099309"/>
              <a:gd name="connsiteX0" fmla="*/ 0 w 1265372"/>
              <a:gd name="connsiteY0" fmla="*/ 463853 h 1086609"/>
              <a:gd name="connsiteX1" fmla="*/ 365216 w 1265372"/>
              <a:gd name="connsiteY1" fmla="*/ 0 h 1086609"/>
              <a:gd name="connsiteX2" fmla="*/ 1111431 w 1265372"/>
              <a:gd name="connsiteY2" fmla="*/ 298753 h 1086609"/>
              <a:gd name="connsiteX3" fmla="*/ 1265372 w 1265372"/>
              <a:gd name="connsiteY3" fmla="*/ 1086609 h 1086609"/>
              <a:gd name="connsiteX4" fmla="*/ 1215119 w 1265372"/>
              <a:gd name="connsiteY4" fmla="*/ 1086609 h 1086609"/>
              <a:gd name="connsiteX5" fmla="*/ 0 w 1265372"/>
              <a:gd name="connsiteY5" fmla="*/ 46385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46215 w 900156"/>
              <a:gd name="connsiteY2" fmla="*/ 2987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650784 w 900156"/>
              <a:gd name="connsiteY0" fmla="*/ 3216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0784 w 900156"/>
              <a:gd name="connsiteY5" fmla="*/ 321613 h 1086609"/>
              <a:gd name="connsiteX0" fmla="*/ 475524 w 900156"/>
              <a:gd name="connsiteY0" fmla="*/ 18191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475524 w 900156"/>
              <a:gd name="connsiteY5" fmla="*/ 18191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53324 w 900156"/>
              <a:gd name="connsiteY0" fmla="*/ 2301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53324 w 900156"/>
              <a:gd name="connsiteY5" fmla="*/ 23017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17764 w 900156"/>
              <a:gd name="connsiteY0" fmla="*/ 24795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17764 w 900156"/>
              <a:gd name="connsiteY5" fmla="*/ 24795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713195 w 900156"/>
              <a:gd name="connsiteY2" fmla="*/ 197153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65570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900156"/>
              <a:gd name="connsiteY0" fmla="*/ 255573 h 1086609"/>
              <a:gd name="connsiteX1" fmla="*/ 0 w 900156"/>
              <a:gd name="connsiteY1" fmla="*/ 0 h 1086609"/>
              <a:gd name="connsiteX2" fmla="*/ 629375 w 900156"/>
              <a:gd name="connsiteY2" fmla="*/ 218108 h 1086609"/>
              <a:gd name="connsiteX3" fmla="*/ 900156 w 900156"/>
              <a:gd name="connsiteY3" fmla="*/ 1086609 h 1086609"/>
              <a:gd name="connsiteX4" fmla="*/ 849903 w 900156"/>
              <a:gd name="connsiteY4" fmla="*/ 1086609 h 1086609"/>
              <a:gd name="connsiteX5" fmla="*/ 606334 w 900156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29375 w 879201"/>
              <a:gd name="connsiteY2" fmla="*/ 21810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606334 w 879201"/>
              <a:gd name="connsiteY0" fmla="*/ 25557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606334 w 879201"/>
              <a:gd name="connsiteY5" fmla="*/ 25557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79201"/>
              <a:gd name="connsiteY0" fmla="*/ 236523 h 1086609"/>
              <a:gd name="connsiteX1" fmla="*/ 0 w 879201"/>
              <a:gd name="connsiteY1" fmla="*/ 0 h 1086609"/>
              <a:gd name="connsiteX2" fmla="*/ 614135 w 879201"/>
              <a:gd name="connsiteY2" fmla="*/ 221918 h 1086609"/>
              <a:gd name="connsiteX3" fmla="*/ 879201 w 879201"/>
              <a:gd name="connsiteY3" fmla="*/ 1084704 h 1086609"/>
              <a:gd name="connsiteX4" fmla="*/ 849903 w 879201"/>
              <a:gd name="connsiteY4" fmla="*/ 1086609 h 1086609"/>
              <a:gd name="connsiteX5" fmla="*/ 583474 w 879201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614135 w 862056"/>
              <a:gd name="connsiteY2" fmla="*/ 221918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62056"/>
              <a:gd name="connsiteY0" fmla="*/ 236523 h 1086609"/>
              <a:gd name="connsiteX1" fmla="*/ 0 w 862056"/>
              <a:gd name="connsiteY1" fmla="*/ 0 h 1086609"/>
              <a:gd name="connsiteX2" fmla="*/ 593180 w 862056"/>
              <a:gd name="connsiteY2" fmla="*/ 220013 h 1086609"/>
              <a:gd name="connsiteX3" fmla="*/ 862056 w 862056"/>
              <a:gd name="connsiteY3" fmla="*/ 1084704 h 1086609"/>
              <a:gd name="connsiteX4" fmla="*/ 849903 w 862056"/>
              <a:gd name="connsiteY4" fmla="*/ 1086609 h 1086609"/>
              <a:gd name="connsiteX5" fmla="*/ 583474 w 862056"/>
              <a:gd name="connsiteY5" fmla="*/ 236523 h 1086609"/>
              <a:gd name="connsiteX0" fmla="*/ 583474 w 877296"/>
              <a:gd name="connsiteY0" fmla="*/ 236523 h 1092324"/>
              <a:gd name="connsiteX1" fmla="*/ 0 w 877296"/>
              <a:gd name="connsiteY1" fmla="*/ 0 h 1092324"/>
              <a:gd name="connsiteX2" fmla="*/ 593180 w 877296"/>
              <a:gd name="connsiteY2" fmla="*/ 220013 h 1092324"/>
              <a:gd name="connsiteX3" fmla="*/ 877296 w 877296"/>
              <a:gd name="connsiteY3" fmla="*/ 1092324 h 1092324"/>
              <a:gd name="connsiteX4" fmla="*/ 849903 w 877296"/>
              <a:gd name="connsiteY4" fmla="*/ 1086609 h 1092324"/>
              <a:gd name="connsiteX5" fmla="*/ 583474 w 877296"/>
              <a:gd name="connsiteY5" fmla="*/ 236523 h 109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7296" h="1092324">
                <a:moveTo>
                  <a:pt x="583474" y="236523"/>
                </a:moveTo>
                <a:cubicBezTo>
                  <a:pt x="375224" y="74709"/>
                  <a:pt x="210155" y="95774"/>
                  <a:pt x="0" y="0"/>
                </a:cubicBezTo>
                <a:cubicBezTo>
                  <a:pt x="237732" y="65718"/>
                  <a:pt x="378308" y="74285"/>
                  <a:pt x="593180" y="220013"/>
                </a:cubicBezTo>
                <a:cubicBezTo>
                  <a:pt x="686615" y="528563"/>
                  <a:pt x="785766" y="785679"/>
                  <a:pt x="877296" y="1092324"/>
                </a:cubicBezTo>
                <a:lnTo>
                  <a:pt x="849903" y="1086609"/>
                </a:lnTo>
                <a:cubicBezTo>
                  <a:pt x="764903" y="780387"/>
                  <a:pt x="685619" y="577670"/>
                  <a:pt x="583474" y="236523"/>
                </a:cubicBezTo>
                <a:close/>
              </a:path>
            </a:pathLst>
          </a:custGeom>
          <a:gradFill>
            <a:gsLst>
              <a:gs pos="85000">
                <a:srgbClr val="E9E6E3"/>
              </a:gs>
              <a:gs pos="79000">
                <a:srgbClr val="9C9392"/>
              </a:gs>
              <a:gs pos="0">
                <a:srgbClr val="5E5D68"/>
              </a:gs>
              <a:gs pos="100000">
                <a:srgbClr val="71819B"/>
              </a:gs>
            </a:gsLst>
            <a:lin ang="0" scaled="0"/>
          </a:gradFill>
          <a:ln>
            <a:noFill/>
          </a:ln>
          <a:effectLst>
            <a:outerShdw blurRad="50800" dist="25400" dir="2400000" algn="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9AB1F0-CF74-0314-4A9E-2DB85861B39E}"/>
              </a:ext>
            </a:extLst>
          </p:cNvPr>
          <p:cNvSpPr/>
          <p:nvPr/>
        </p:nvSpPr>
        <p:spPr>
          <a:xfrm>
            <a:off x="6948566" y="9976071"/>
            <a:ext cx="6725422" cy="518566"/>
          </a:xfrm>
          <a:prstGeom prst="rect">
            <a:avLst/>
          </a:prstGeom>
          <a:gradFill>
            <a:gsLst>
              <a:gs pos="88801">
                <a:srgbClr val="AAB6B3"/>
              </a:gs>
              <a:gs pos="4000">
                <a:srgbClr val="CBD3CD"/>
              </a:gs>
              <a:gs pos="50000">
                <a:srgbClr val="ADB6BF"/>
              </a:gs>
              <a:gs pos="49000">
                <a:srgbClr val="929DAC"/>
              </a:gs>
              <a:gs pos="20000">
                <a:srgbClr val="9EABB6"/>
              </a:gs>
              <a:gs pos="100000">
                <a:srgbClr val="CBD3C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D61F38-4670-1821-0D9A-704985383DDC}"/>
              </a:ext>
            </a:extLst>
          </p:cNvPr>
          <p:cNvSpPr/>
          <p:nvPr/>
        </p:nvSpPr>
        <p:spPr>
          <a:xfrm>
            <a:off x="6830783" y="4749304"/>
            <a:ext cx="1844635" cy="2952085"/>
          </a:xfrm>
          <a:custGeom>
            <a:avLst/>
            <a:gdLst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0 w 957620"/>
              <a:gd name="connsiteY3" fmla="*/ 1231956 h 1231956"/>
              <a:gd name="connsiteX4" fmla="*/ 0 w 957620"/>
              <a:gd name="connsiteY4" fmla="*/ 0 h 1231956"/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139700 w 957620"/>
              <a:gd name="connsiteY3" fmla="*/ 1231956 h 1231956"/>
              <a:gd name="connsiteX4" fmla="*/ 0 w 957620"/>
              <a:gd name="connsiteY4" fmla="*/ 0 h 1231956"/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96520 w 957620"/>
              <a:gd name="connsiteY3" fmla="*/ 1226876 h 1231956"/>
              <a:gd name="connsiteX4" fmla="*/ 0 w 957620"/>
              <a:gd name="connsiteY4" fmla="*/ 0 h 1231956"/>
              <a:gd name="connsiteX0" fmla="*/ 0 w 957620"/>
              <a:gd name="connsiteY0" fmla="*/ 0 h 1231956"/>
              <a:gd name="connsiteX1" fmla="*/ 957620 w 957620"/>
              <a:gd name="connsiteY1" fmla="*/ 0 h 1231956"/>
              <a:gd name="connsiteX2" fmla="*/ 957620 w 957620"/>
              <a:gd name="connsiteY2" fmla="*/ 1231956 h 1231956"/>
              <a:gd name="connsiteX3" fmla="*/ 86360 w 957620"/>
              <a:gd name="connsiteY3" fmla="*/ 1221796 h 1231956"/>
              <a:gd name="connsiteX4" fmla="*/ 0 w 957620"/>
              <a:gd name="connsiteY4" fmla="*/ 0 h 1231956"/>
              <a:gd name="connsiteX0" fmla="*/ 0 w 942380"/>
              <a:gd name="connsiteY0" fmla="*/ 2008 h 1231956"/>
              <a:gd name="connsiteX1" fmla="*/ 942380 w 942380"/>
              <a:gd name="connsiteY1" fmla="*/ 0 h 1231956"/>
              <a:gd name="connsiteX2" fmla="*/ 942380 w 942380"/>
              <a:gd name="connsiteY2" fmla="*/ 1231956 h 1231956"/>
              <a:gd name="connsiteX3" fmla="*/ 71120 w 942380"/>
              <a:gd name="connsiteY3" fmla="*/ 1221796 h 1231956"/>
              <a:gd name="connsiteX4" fmla="*/ 0 w 942380"/>
              <a:gd name="connsiteY4" fmla="*/ 2008 h 1231956"/>
              <a:gd name="connsiteX0" fmla="*/ 0 w 942380"/>
              <a:gd name="connsiteY0" fmla="*/ 2008 h 1231956"/>
              <a:gd name="connsiteX1" fmla="*/ 942380 w 942380"/>
              <a:gd name="connsiteY1" fmla="*/ 0 h 1231956"/>
              <a:gd name="connsiteX2" fmla="*/ 942380 w 942380"/>
              <a:gd name="connsiteY2" fmla="*/ 1231956 h 1231956"/>
              <a:gd name="connsiteX3" fmla="*/ 84455 w 942380"/>
              <a:gd name="connsiteY3" fmla="*/ 1219788 h 1231956"/>
              <a:gd name="connsiteX4" fmla="*/ 0 w 942380"/>
              <a:gd name="connsiteY4" fmla="*/ 2008 h 1231956"/>
              <a:gd name="connsiteX0" fmla="*/ 0 w 942380"/>
              <a:gd name="connsiteY0" fmla="*/ 2008 h 1231956"/>
              <a:gd name="connsiteX1" fmla="*/ 942380 w 942380"/>
              <a:gd name="connsiteY1" fmla="*/ 0 h 1231956"/>
              <a:gd name="connsiteX2" fmla="*/ 942380 w 942380"/>
              <a:gd name="connsiteY2" fmla="*/ 1231956 h 1231956"/>
              <a:gd name="connsiteX3" fmla="*/ 117475 w 942380"/>
              <a:gd name="connsiteY3" fmla="*/ 1219788 h 1231956"/>
              <a:gd name="connsiteX4" fmla="*/ 0 w 942380"/>
              <a:gd name="connsiteY4" fmla="*/ 2008 h 123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2380" h="1231956">
                <a:moveTo>
                  <a:pt x="0" y="2008"/>
                </a:moveTo>
                <a:lnTo>
                  <a:pt x="942380" y="0"/>
                </a:lnTo>
                <a:lnTo>
                  <a:pt x="942380" y="1231956"/>
                </a:lnTo>
                <a:lnTo>
                  <a:pt x="117475" y="1219788"/>
                </a:lnTo>
                <a:lnTo>
                  <a:pt x="0" y="2008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614E20-129A-44C0-30FD-ED52E00034A6}"/>
              </a:ext>
            </a:extLst>
          </p:cNvPr>
          <p:cNvSpPr/>
          <p:nvPr/>
        </p:nvSpPr>
        <p:spPr>
          <a:xfrm>
            <a:off x="8934625" y="4749306"/>
            <a:ext cx="1305683" cy="3213046"/>
          </a:xfrm>
          <a:custGeom>
            <a:avLst/>
            <a:gdLst>
              <a:gd name="connsiteX0" fmla="*/ 0 w 731561"/>
              <a:gd name="connsiteY0" fmla="*/ 0 h 1620012"/>
              <a:gd name="connsiteX1" fmla="*/ 731561 w 731561"/>
              <a:gd name="connsiteY1" fmla="*/ 0 h 1620012"/>
              <a:gd name="connsiteX2" fmla="*/ 731561 w 731561"/>
              <a:gd name="connsiteY2" fmla="*/ 1620012 h 1620012"/>
              <a:gd name="connsiteX3" fmla="*/ 0 w 731561"/>
              <a:gd name="connsiteY3" fmla="*/ 1620012 h 1620012"/>
              <a:gd name="connsiteX4" fmla="*/ 0 w 731561"/>
              <a:gd name="connsiteY4" fmla="*/ 0 h 1620012"/>
              <a:gd name="connsiteX0" fmla="*/ 0 w 731561"/>
              <a:gd name="connsiteY0" fmla="*/ 0 h 1768602"/>
              <a:gd name="connsiteX1" fmla="*/ 731561 w 731561"/>
              <a:gd name="connsiteY1" fmla="*/ 0 h 1768602"/>
              <a:gd name="connsiteX2" fmla="*/ 727751 w 731561"/>
              <a:gd name="connsiteY2" fmla="*/ 1768602 h 1768602"/>
              <a:gd name="connsiteX3" fmla="*/ 0 w 731561"/>
              <a:gd name="connsiteY3" fmla="*/ 1620012 h 1768602"/>
              <a:gd name="connsiteX4" fmla="*/ 0 w 731561"/>
              <a:gd name="connsiteY4" fmla="*/ 0 h 176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61" h="1768602">
                <a:moveTo>
                  <a:pt x="0" y="0"/>
                </a:moveTo>
                <a:lnTo>
                  <a:pt x="731561" y="0"/>
                </a:lnTo>
                <a:lnTo>
                  <a:pt x="727751" y="1768602"/>
                </a:lnTo>
                <a:lnTo>
                  <a:pt x="0" y="1620012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FA8C2C-D843-3FDD-D60D-95F3E3040F26}"/>
              </a:ext>
            </a:extLst>
          </p:cNvPr>
          <p:cNvSpPr/>
          <p:nvPr/>
        </p:nvSpPr>
        <p:spPr>
          <a:xfrm>
            <a:off x="10459899" y="4749306"/>
            <a:ext cx="3469677" cy="2144224"/>
          </a:xfrm>
          <a:custGeom>
            <a:avLst/>
            <a:gdLst>
              <a:gd name="connsiteX0" fmla="*/ 0 w 1679497"/>
              <a:gd name="connsiteY0" fmla="*/ 0 h 1123324"/>
              <a:gd name="connsiteX1" fmla="*/ 1679497 w 1679497"/>
              <a:gd name="connsiteY1" fmla="*/ 0 h 1123324"/>
              <a:gd name="connsiteX2" fmla="*/ 1679497 w 1679497"/>
              <a:gd name="connsiteY2" fmla="*/ 1123324 h 1123324"/>
              <a:gd name="connsiteX3" fmla="*/ 0 w 1679497"/>
              <a:gd name="connsiteY3" fmla="*/ 1123324 h 1123324"/>
              <a:gd name="connsiteX4" fmla="*/ 0 w 1679497"/>
              <a:gd name="connsiteY4" fmla="*/ 0 h 1123324"/>
              <a:gd name="connsiteX0" fmla="*/ 0 w 1753792"/>
              <a:gd name="connsiteY0" fmla="*/ 3810 h 1127134"/>
              <a:gd name="connsiteX1" fmla="*/ 1753792 w 1753792"/>
              <a:gd name="connsiteY1" fmla="*/ 0 h 1127134"/>
              <a:gd name="connsiteX2" fmla="*/ 1679497 w 1753792"/>
              <a:gd name="connsiteY2" fmla="*/ 1127134 h 1127134"/>
              <a:gd name="connsiteX3" fmla="*/ 0 w 1753792"/>
              <a:gd name="connsiteY3" fmla="*/ 1127134 h 1127134"/>
              <a:gd name="connsiteX4" fmla="*/ 0 w 1753792"/>
              <a:gd name="connsiteY4" fmla="*/ 3810 h 112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3792" h="1127134">
                <a:moveTo>
                  <a:pt x="0" y="3810"/>
                </a:moveTo>
                <a:lnTo>
                  <a:pt x="1753792" y="0"/>
                </a:lnTo>
                <a:lnTo>
                  <a:pt x="1679497" y="1127134"/>
                </a:lnTo>
                <a:lnTo>
                  <a:pt x="0" y="1127134"/>
                </a:lnTo>
                <a:lnTo>
                  <a:pt x="0" y="381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DDDE03-1716-81A8-78B9-ADCACE2C6FA1}"/>
              </a:ext>
            </a:extLst>
          </p:cNvPr>
          <p:cNvSpPr/>
          <p:nvPr/>
        </p:nvSpPr>
        <p:spPr>
          <a:xfrm>
            <a:off x="10454875" y="6892841"/>
            <a:ext cx="3318067" cy="1064152"/>
          </a:xfrm>
          <a:custGeom>
            <a:avLst/>
            <a:gdLst>
              <a:gd name="connsiteX0" fmla="*/ 0 w 1674619"/>
              <a:gd name="connsiteY0" fmla="*/ 0 h 662349"/>
              <a:gd name="connsiteX1" fmla="*/ 1674619 w 1674619"/>
              <a:gd name="connsiteY1" fmla="*/ 0 h 662349"/>
              <a:gd name="connsiteX2" fmla="*/ 1674619 w 1674619"/>
              <a:gd name="connsiteY2" fmla="*/ 662349 h 662349"/>
              <a:gd name="connsiteX3" fmla="*/ 0 w 1674619"/>
              <a:gd name="connsiteY3" fmla="*/ 662349 h 662349"/>
              <a:gd name="connsiteX4" fmla="*/ 0 w 1674619"/>
              <a:gd name="connsiteY4" fmla="*/ 0 h 662349"/>
              <a:gd name="connsiteX0" fmla="*/ 2540 w 1677159"/>
              <a:gd name="connsiteY0" fmla="*/ 0 h 662349"/>
              <a:gd name="connsiteX1" fmla="*/ 1677159 w 1677159"/>
              <a:gd name="connsiteY1" fmla="*/ 0 h 662349"/>
              <a:gd name="connsiteX2" fmla="*/ 1677159 w 1677159"/>
              <a:gd name="connsiteY2" fmla="*/ 662349 h 662349"/>
              <a:gd name="connsiteX3" fmla="*/ 0 w 1677159"/>
              <a:gd name="connsiteY3" fmla="*/ 596309 h 662349"/>
              <a:gd name="connsiteX4" fmla="*/ 2540 w 1677159"/>
              <a:gd name="connsiteY4" fmla="*/ 0 h 662349"/>
              <a:gd name="connsiteX0" fmla="*/ 2540 w 1677159"/>
              <a:gd name="connsiteY0" fmla="*/ 0 h 662349"/>
              <a:gd name="connsiteX1" fmla="*/ 1677159 w 1677159"/>
              <a:gd name="connsiteY1" fmla="*/ 0 h 662349"/>
              <a:gd name="connsiteX2" fmla="*/ 1677159 w 1677159"/>
              <a:gd name="connsiteY2" fmla="*/ 662349 h 662349"/>
              <a:gd name="connsiteX3" fmla="*/ 0 w 1677159"/>
              <a:gd name="connsiteY3" fmla="*/ 537889 h 662349"/>
              <a:gd name="connsiteX4" fmla="*/ 2540 w 1677159"/>
              <a:gd name="connsiteY4" fmla="*/ 0 h 66234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494279 w 1677159"/>
              <a:gd name="connsiteY2" fmla="*/ 18736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082799 w 1677159"/>
              <a:gd name="connsiteY2" fmla="*/ 6798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037079 w 1677159"/>
              <a:gd name="connsiteY2" fmla="*/ 13402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  <a:gd name="connsiteX0" fmla="*/ 2540 w 1677159"/>
              <a:gd name="connsiteY0" fmla="*/ 0 h 537889"/>
              <a:gd name="connsiteX1" fmla="*/ 1677159 w 1677159"/>
              <a:gd name="connsiteY1" fmla="*/ 0 h 537889"/>
              <a:gd name="connsiteX2" fmla="*/ 1651759 w 1677159"/>
              <a:gd name="connsiteY2" fmla="*/ 210229 h 537889"/>
              <a:gd name="connsiteX3" fmla="*/ 0 w 1677159"/>
              <a:gd name="connsiteY3" fmla="*/ 537889 h 537889"/>
              <a:gd name="connsiteX4" fmla="*/ 2540 w 1677159"/>
              <a:gd name="connsiteY4" fmla="*/ 0 h 53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7159" h="537889">
                <a:moveTo>
                  <a:pt x="2540" y="0"/>
                </a:moveTo>
                <a:lnTo>
                  <a:pt x="1677159" y="0"/>
                </a:lnTo>
                <a:lnTo>
                  <a:pt x="1651759" y="210229"/>
                </a:lnTo>
                <a:lnTo>
                  <a:pt x="0" y="537889"/>
                </a:lnTo>
                <a:cubicBezTo>
                  <a:pt x="847" y="339119"/>
                  <a:pt x="1693" y="198770"/>
                  <a:pt x="2540" y="0"/>
                </a:cubicBezTo>
                <a:close/>
              </a:path>
            </a:pathLst>
          </a:custGeom>
          <a:gradFill>
            <a:gsLst>
              <a:gs pos="0">
                <a:srgbClr val="1B3849"/>
              </a:gs>
              <a:gs pos="100000">
                <a:srgbClr val="121E2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49" name="Rectangle 17">
            <a:extLst>
              <a:ext uri="{FF2B5EF4-FFF2-40B4-BE49-F238E27FC236}">
                <a16:creationId xmlns:a16="http://schemas.microsoft.com/office/drawing/2014/main" id="{E029A0AC-7E45-AA09-021F-59A415D85938}"/>
              </a:ext>
            </a:extLst>
          </p:cNvPr>
          <p:cNvSpPr/>
          <p:nvPr/>
        </p:nvSpPr>
        <p:spPr>
          <a:xfrm flipH="1">
            <a:off x="11904534" y="6837906"/>
            <a:ext cx="1899760" cy="1017298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8512"/>
              <a:gd name="connsiteY0" fmla="*/ 0 h 455675"/>
              <a:gd name="connsiteX1" fmla="*/ 733552 w 1048512"/>
              <a:gd name="connsiteY1" fmla="*/ 121920 h 455675"/>
              <a:gd name="connsiteX2" fmla="*/ 1048512 w 1048512"/>
              <a:gd name="connsiteY2" fmla="*/ 455675 h 455675"/>
              <a:gd name="connsiteX3" fmla="*/ 20320 w 1048512"/>
              <a:gd name="connsiteY3" fmla="*/ 317880 h 455675"/>
              <a:gd name="connsiteX4" fmla="*/ 0 w 1048512"/>
              <a:gd name="connsiteY4" fmla="*/ 0 h 455675"/>
              <a:gd name="connsiteX0" fmla="*/ 0 w 1050756"/>
              <a:gd name="connsiteY0" fmla="*/ 0 h 463295"/>
              <a:gd name="connsiteX1" fmla="*/ 733552 w 1050756"/>
              <a:gd name="connsiteY1" fmla="*/ 121920 h 463295"/>
              <a:gd name="connsiteX2" fmla="*/ 1050756 w 1050756"/>
              <a:gd name="connsiteY2" fmla="*/ 463295 h 463295"/>
              <a:gd name="connsiteX3" fmla="*/ 20320 w 1050756"/>
              <a:gd name="connsiteY3" fmla="*/ 317880 h 463295"/>
              <a:gd name="connsiteX4" fmla="*/ 0 w 1050756"/>
              <a:gd name="connsiteY4" fmla="*/ 0 h 46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0756" h="463295">
                <a:moveTo>
                  <a:pt x="0" y="0"/>
                </a:moveTo>
                <a:lnTo>
                  <a:pt x="733552" y="121920"/>
                </a:lnTo>
                <a:cubicBezTo>
                  <a:pt x="950299" y="200152"/>
                  <a:pt x="971169" y="308863"/>
                  <a:pt x="1050756" y="463295"/>
                </a:cubicBezTo>
                <a:lnTo>
                  <a:pt x="20320" y="317880"/>
                </a:lnTo>
                <a:lnTo>
                  <a:pt x="0" y="0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C5374B16-C227-1055-16B6-28998A6F9527}"/>
              </a:ext>
            </a:extLst>
          </p:cNvPr>
          <p:cNvSpPr/>
          <p:nvPr/>
        </p:nvSpPr>
        <p:spPr>
          <a:xfrm flipH="1">
            <a:off x="12129517" y="6928709"/>
            <a:ext cx="1716888" cy="916576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8512"/>
              <a:gd name="connsiteY0" fmla="*/ 0 h 455675"/>
              <a:gd name="connsiteX1" fmla="*/ 733552 w 1048512"/>
              <a:gd name="connsiteY1" fmla="*/ 121920 h 455675"/>
              <a:gd name="connsiteX2" fmla="*/ 1048512 w 1048512"/>
              <a:gd name="connsiteY2" fmla="*/ 455675 h 455675"/>
              <a:gd name="connsiteX3" fmla="*/ 20320 w 1048512"/>
              <a:gd name="connsiteY3" fmla="*/ 317880 h 455675"/>
              <a:gd name="connsiteX4" fmla="*/ 0 w 1048512"/>
              <a:gd name="connsiteY4" fmla="*/ 0 h 455675"/>
              <a:gd name="connsiteX0" fmla="*/ 0 w 1050756"/>
              <a:gd name="connsiteY0" fmla="*/ 0 h 463295"/>
              <a:gd name="connsiteX1" fmla="*/ 733552 w 1050756"/>
              <a:gd name="connsiteY1" fmla="*/ 121920 h 463295"/>
              <a:gd name="connsiteX2" fmla="*/ 1050756 w 1050756"/>
              <a:gd name="connsiteY2" fmla="*/ 463295 h 463295"/>
              <a:gd name="connsiteX3" fmla="*/ 20320 w 1050756"/>
              <a:gd name="connsiteY3" fmla="*/ 317880 h 463295"/>
              <a:gd name="connsiteX4" fmla="*/ 0 w 1050756"/>
              <a:gd name="connsiteY4" fmla="*/ 0 h 46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0756" h="463295">
                <a:moveTo>
                  <a:pt x="0" y="0"/>
                </a:moveTo>
                <a:lnTo>
                  <a:pt x="733552" y="121920"/>
                </a:lnTo>
                <a:cubicBezTo>
                  <a:pt x="950299" y="200152"/>
                  <a:pt x="971169" y="308863"/>
                  <a:pt x="1050756" y="463295"/>
                </a:cubicBezTo>
                <a:lnTo>
                  <a:pt x="20320" y="317880"/>
                </a:lnTo>
                <a:lnTo>
                  <a:pt x="0" y="0"/>
                </a:lnTo>
                <a:close/>
              </a:path>
            </a:pathLst>
          </a:cu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E89A43-1100-DB54-F571-325A41511434}"/>
              </a:ext>
            </a:extLst>
          </p:cNvPr>
          <p:cNvSpPr/>
          <p:nvPr/>
        </p:nvSpPr>
        <p:spPr>
          <a:xfrm>
            <a:off x="10708486" y="7256827"/>
            <a:ext cx="1164695" cy="286431"/>
          </a:xfrm>
          <a:prstGeom prst="rect">
            <a:avLst/>
          </a:prstGeom>
          <a:solidFill>
            <a:srgbClr val="664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8802F5-B857-673B-A826-6F57DBDC57EE}"/>
              </a:ext>
            </a:extLst>
          </p:cNvPr>
          <p:cNvSpPr/>
          <p:nvPr/>
        </p:nvSpPr>
        <p:spPr>
          <a:xfrm>
            <a:off x="10793912" y="4035740"/>
            <a:ext cx="2043506" cy="545744"/>
          </a:xfrm>
          <a:prstGeom prst="rect">
            <a:avLst/>
          </a:prstGeom>
          <a:solidFill>
            <a:srgbClr val="233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DC69AF-C224-FBDE-122E-19DD1019FAEE}"/>
              </a:ext>
            </a:extLst>
          </p:cNvPr>
          <p:cNvSpPr/>
          <p:nvPr/>
        </p:nvSpPr>
        <p:spPr>
          <a:xfrm>
            <a:off x="7153923" y="4092678"/>
            <a:ext cx="1368483" cy="367182"/>
          </a:xfrm>
          <a:prstGeom prst="rect">
            <a:avLst/>
          </a:prstGeom>
          <a:solidFill>
            <a:srgbClr val="233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4" name="Rectangle 17">
            <a:extLst>
              <a:ext uri="{FF2B5EF4-FFF2-40B4-BE49-F238E27FC236}">
                <a16:creationId xmlns:a16="http://schemas.microsoft.com/office/drawing/2014/main" id="{ECA40911-064B-3D5D-F04D-1AF76885100F}"/>
              </a:ext>
            </a:extLst>
          </p:cNvPr>
          <p:cNvSpPr/>
          <p:nvPr/>
        </p:nvSpPr>
        <p:spPr>
          <a:xfrm>
            <a:off x="6926688" y="7008065"/>
            <a:ext cx="1831805" cy="852114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409955"/>
              <a:gd name="connsiteX1" fmla="*/ 728472 w 1043432"/>
              <a:gd name="connsiteY1" fmla="*/ 76200 h 409955"/>
              <a:gd name="connsiteX2" fmla="*/ 1043432 w 1043432"/>
              <a:gd name="connsiteY2" fmla="*/ 409955 h 409955"/>
              <a:gd name="connsiteX3" fmla="*/ 15240 w 1043432"/>
              <a:gd name="connsiteY3" fmla="*/ 272160 h 409955"/>
              <a:gd name="connsiteX4" fmla="*/ 0 w 1043432"/>
              <a:gd name="connsiteY4" fmla="*/ 0 h 409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432" h="409955">
                <a:moveTo>
                  <a:pt x="0" y="0"/>
                </a:moveTo>
                <a:lnTo>
                  <a:pt x="728472" y="76200"/>
                </a:lnTo>
                <a:cubicBezTo>
                  <a:pt x="945219" y="154432"/>
                  <a:pt x="963845" y="255523"/>
                  <a:pt x="1043432" y="409955"/>
                </a:cubicBezTo>
                <a:lnTo>
                  <a:pt x="15240" y="272160"/>
                </a:lnTo>
                <a:lnTo>
                  <a:pt x="0" y="0"/>
                </a:lnTo>
                <a:close/>
              </a:path>
            </a:pathLst>
          </a:custGeom>
          <a:solidFill>
            <a:srgbClr val="0322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B1098D-5154-4B42-6361-F46645265E00}"/>
              </a:ext>
            </a:extLst>
          </p:cNvPr>
          <p:cNvSpPr/>
          <p:nvPr/>
        </p:nvSpPr>
        <p:spPr>
          <a:xfrm>
            <a:off x="6899236" y="7110237"/>
            <a:ext cx="1754745" cy="852114"/>
          </a:xfrm>
          <a:custGeom>
            <a:avLst/>
            <a:gdLst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0 w 713232"/>
              <a:gd name="connsiteY3" fmla="*/ 315975 h 315975"/>
              <a:gd name="connsiteX4" fmla="*/ 0 w 713232"/>
              <a:gd name="connsiteY4" fmla="*/ 0 h 315975"/>
              <a:gd name="connsiteX0" fmla="*/ 0 w 713232"/>
              <a:gd name="connsiteY0" fmla="*/ 0 h 315975"/>
              <a:gd name="connsiteX1" fmla="*/ 713232 w 713232"/>
              <a:gd name="connsiteY1" fmla="*/ 0 h 315975"/>
              <a:gd name="connsiteX2" fmla="*/ 713232 w 713232"/>
              <a:gd name="connsiteY2" fmla="*/ 315975 h 315975"/>
              <a:gd name="connsiteX3" fmla="*/ 15240 w 713232"/>
              <a:gd name="connsiteY3" fmla="*/ 195960 h 315975"/>
              <a:gd name="connsiteX4" fmla="*/ 0 w 713232"/>
              <a:gd name="connsiteY4" fmla="*/ 0 h 315975"/>
              <a:gd name="connsiteX0" fmla="*/ 0 w 957072"/>
              <a:gd name="connsiteY0" fmla="*/ 0 h 315975"/>
              <a:gd name="connsiteX1" fmla="*/ 957072 w 957072"/>
              <a:gd name="connsiteY1" fmla="*/ 0 h 315975"/>
              <a:gd name="connsiteX2" fmla="*/ 713232 w 957072"/>
              <a:gd name="connsiteY2" fmla="*/ 315975 h 315975"/>
              <a:gd name="connsiteX3" fmla="*/ 15240 w 957072"/>
              <a:gd name="connsiteY3" fmla="*/ 195960 h 315975"/>
              <a:gd name="connsiteX4" fmla="*/ 0 w 957072"/>
              <a:gd name="connsiteY4" fmla="*/ 0 h 315975"/>
              <a:gd name="connsiteX0" fmla="*/ 0 w 1378712"/>
              <a:gd name="connsiteY0" fmla="*/ 0 h 425195"/>
              <a:gd name="connsiteX1" fmla="*/ 957072 w 1378712"/>
              <a:gd name="connsiteY1" fmla="*/ 0 h 425195"/>
              <a:gd name="connsiteX2" fmla="*/ 1378712 w 1378712"/>
              <a:gd name="connsiteY2" fmla="*/ 425195 h 425195"/>
              <a:gd name="connsiteX3" fmla="*/ 15240 w 1378712"/>
              <a:gd name="connsiteY3" fmla="*/ 195960 h 425195"/>
              <a:gd name="connsiteX4" fmla="*/ 0 w 1378712"/>
              <a:gd name="connsiteY4" fmla="*/ 0 h 425195"/>
              <a:gd name="connsiteX0" fmla="*/ 0 w 1081532"/>
              <a:gd name="connsiteY0" fmla="*/ 0 h 371855"/>
              <a:gd name="connsiteX1" fmla="*/ 9570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81532"/>
              <a:gd name="connsiteY0" fmla="*/ 0 h 371855"/>
              <a:gd name="connsiteX1" fmla="*/ 728472 w 1081532"/>
              <a:gd name="connsiteY1" fmla="*/ 0 h 371855"/>
              <a:gd name="connsiteX2" fmla="*/ 1081532 w 1081532"/>
              <a:gd name="connsiteY2" fmla="*/ 371855 h 371855"/>
              <a:gd name="connsiteX3" fmla="*/ 15240 w 1081532"/>
              <a:gd name="connsiteY3" fmla="*/ 195960 h 371855"/>
              <a:gd name="connsiteX4" fmla="*/ 0 w 1081532"/>
              <a:gd name="connsiteY4" fmla="*/ 0 h 3718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333755"/>
              <a:gd name="connsiteX1" fmla="*/ 728472 w 1043432"/>
              <a:gd name="connsiteY1" fmla="*/ 0 h 333755"/>
              <a:gd name="connsiteX2" fmla="*/ 1043432 w 1043432"/>
              <a:gd name="connsiteY2" fmla="*/ 333755 h 333755"/>
              <a:gd name="connsiteX3" fmla="*/ 15240 w 1043432"/>
              <a:gd name="connsiteY3" fmla="*/ 195960 h 333755"/>
              <a:gd name="connsiteX4" fmla="*/ 0 w 1043432"/>
              <a:gd name="connsiteY4" fmla="*/ 0 h 333755"/>
              <a:gd name="connsiteX0" fmla="*/ 0 w 1043432"/>
              <a:gd name="connsiteY0" fmla="*/ 0 h 409955"/>
              <a:gd name="connsiteX1" fmla="*/ 728472 w 1043432"/>
              <a:gd name="connsiteY1" fmla="*/ 76200 h 409955"/>
              <a:gd name="connsiteX2" fmla="*/ 1043432 w 1043432"/>
              <a:gd name="connsiteY2" fmla="*/ 409955 h 409955"/>
              <a:gd name="connsiteX3" fmla="*/ 15240 w 1043432"/>
              <a:gd name="connsiteY3" fmla="*/ 272160 h 409955"/>
              <a:gd name="connsiteX4" fmla="*/ 0 w 1043432"/>
              <a:gd name="connsiteY4" fmla="*/ 0 h 409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432" h="409955">
                <a:moveTo>
                  <a:pt x="0" y="0"/>
                </a:moveTo>
                <a:lnTo>
                  <a:pt x="728472" y="76200"/>
                </a:lnTo>
                <a:cubicBezTo>
                  <a:pt x="945219" y="154432"/>
                  <a:pt x="963845" y="255523"/>
                  <a:pt x="1043432" y="409955"/>
                </a:cubicBezTo>
                <a:lnTo>
                  <a:pt x="15240" y="272160"/>
                </a:lnTo>
                <a:lnTo>
                  <a:pt x="0" y="0"/>
                </a:lnTo>
                <a:close/>
              </a:path>
            </a:pathLst>
          </a:cu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 dirty="0"/>
          </a:p>
        </p:txBody>
      </p:sp>
      <p:sp>
        <p:nvSpPr>
          <p:cNvPr id="55" name="Trapezoid 54">
            <a:extLst>
              <a:ext uri="{FF2B5EF4-FFF2-40B4-BE49-F238E27FC236}">
                <a16:creationId xmlns:a16="http://schemas.microsoft.com/office/drawing/2014/main" id="{30273822-528C-87DC-40E1-0B8002FEA70C}"/>
              </a:ext>
            </a:extLst>
          </p:cNvPr>
          <p:cNvSpPr/>
          <p:nvPr/>
        </p:nvSpPr>
        <p:spPr>
          <a:xfrm>
            <a:off x="6997531" y="10156967"/>
            <a:ext cx="6619230" cy="321707"/>
          </a:xfrm>
          <a:custGeom>
            <a:avLst/>
            <a:gdLst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415 h 192415"/>
              <a:gd name="connsiteX1" fmla="*/ 359000 w 3399450"/>
              <a:gd name="connsiteY1" fmla="*/ 0 h 192415"/>
              <a:gd name="connsiteX2" fmla="*/ 3040450 w 3399450"/>
              <a:gd name="connsiteY2" fmla="*/ 0 h 192415"/>
              <a:gd name="connsiteX3" fmla="*/ 3399450 w 3399450"/>
              <a:gd name="connsiteY3" fmla="*/ 192415 h 192415"/>
              <a:gd name="connsiteX4" fmla="*/ 0 w 3399450"/>
              <a:gd name="connsiteY4" fmla="*/ 192415 h 192415"/>
              <a:gd name="connsiteX0" fmla="*/ 0 w 3399450"/>
              <a:gd name="connsiteY0" fmla="*/ 192560 h 192560"/>
              <a:gd name="connsiteX1" fmla="*/ 359000 w 3399450"/>
              <a:gd name="connsiteY1" fmla="*/ 145 h 192560"/>
              <a:gd name="connsiteX2" fmla="*/ 3040450 w 3399450"/>
              <a:gd name="connsiteY2" fmla="*/ 145 h 192560"/>
              <a:gd name="connsiteX3" fmla="*/ 3399450 w 3399450"/>
              <a:gd name="connsiteY3" fmla="*/ 192560 h 192560"/>
              <a:gd name="connsiteX4" fmla="*/ 0 w 3399450"/>
              <a:gd name="connsiteY4" fmla="*/ 192560 h 192560"/>
              <a:gd name="connsiteX0" fmla="*/ 0 w 3399450"/>
              <a:gd name="connsiteY0" fmla="*/ 192632 h 192632"/>
              <a:gd name="connsiteX1" fmla="*/ 359000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  <a:gd name="connsiteX0" fmla="*/ 0 w 3399450"/>
              <a:gd name="connsiteY0" fmla="*/ 192632 h 192632"/>
              <a:gd name="connsiteX1" fmla="*/ 258351 w 3399450"/>
              <a:gd name="connsiteY1" fmla="*/ 217 h 192632"/>
              <a:gd name="connsiteX2" fmla="*/ 3040450 w 3399450"/>
              <a:gd name="connsiteY2" fmla="*/ 217 h 192632"/>
              <a:gd name="connsiteX3" fmla="*/ 3399450 w 3399450"/>
              <a:gd name="connsiteY3" fmla="*/ 192632 h 192632"/>
              <a:gd name="connsiteX4" fmla="*/ 0 w 3399450"/>
              <a:gd name="connsiteY4" fmla="*/ 192632 h 1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9450" h="192632">
                <a:moveTo>
                  <a:pt x="0" y="192632"/>
                </a:moveTo>
                <a:cubicBezTo>
                  <a:pt x="52211" y="-1076"/>
                  <a:pt x="190964" y="699"/>
                  <a:pt x="258351" y="217"/>
                </a:cubicBezTo>
                <a:lnTo>
                  <a:pt x="3040450" y="217"/>
                </a:lnTo>
                <a:cubicBezTo>
                  <a:pt x="3308535" y="-2672"/>
                  <a:pt x="3364458" y="21257"/>
                  <a:pt x="3399450" y="192632"/>
                </a:cubicBezTo>
                <a:lnTo>
                  <a:pt x="0" y="192632"/>
                </a:lnTo>
                <a:close/>
              </a:path>
            </a:pathLst>
          </a:custGeom>
          <a:solidFill>
            <a:srgbClr val="878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C2C9E2B-8C88-0740-C252-A98A2CFE6BD6}"/>
              </a:ext>
            </a:extLst>
          </p:cNvPr>
          <p:cNvSpPr/>
          <p:nvPr/>
        </p:nvSpPr>
        <p:spPr>
          <a:xfrm>
            <a:off x="9585661" y="10156966"/>
            <a:ext cx="1557500" cy="325975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8A999FC-1E4C-F8DF-B5EC-E6B9EE074C35}"/>
              </a:ext>
            </a:extLst>
          </p:cNvPr>
          <p:cNvSpPr/>
          <p:nvPr/>
        </p:nvSpPr>
        <p:spPr>
          <a:xfrm>
            <a:off x="17239568" y="9774448"/>
            <a:ext cx="542544" cy="508314"/>
          </a:xfrm>
          <a:prstGeom prst="ellipse">
            <a:avLst/>
          </a:prstGeom>
          <a:gradFill>
            <a:gsLst>
              <a:gs pos="87000">
                <a:srgbClr val="B7B0D8"/>
              </a:gs>
              <a:gs pos="79000">
                <a:srgbClr val="FDFDFD"/>
              </a:gs>
              <a:gs pos="23000">
                <a:srgbClr val="FDFDFD"/>
              </a:gs>
              <a:gs pos="13000">
                <a:srgbClr val="D1C9FD"/>
              </a:gs>
              <a:gs pos="0">
                <a:srgbClr val="838061"/>
              </a:gs>
              <a:gs pos="100000">
                <a:srgbClr val="3C372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79B5AF7-2208-16CD-9D84-0860FE91EE52}"/>
              </a:ext>
            </a:extLst>
          </p:cNvPr>
          <p:cNvSpPr/>
          <p:nvPr/>
        </p:nvSpPr>
        <p:spPr>
          <a:xfrm>
            <a:off x="17239568" y="9774448"/>
            <a:ext cx="542544" cy="508314"/>
          </a:xfrm>
          <a:prstGeom prst="ellipse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23000">
                <a:srgbClr val="000000">
                  <a:alpha val="0"/>
                </a:srgbClr>
              </a:gs>
              <a:gs pos="75000">
                <a:srgbClr val="000000">
                  <a:alpha val="0"/>
                </a:srgbClr>
              </a:gs>
              <a:gs pos="100000">
                <a:schemeClr val="tx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AB00BF7-0B01-6248-37F6-14434DD3942C}"/>
              </a:ext>
            </a:extLst>
          </p:cNvPr>
          <p:cNvSpPr/>
          <p:nvPr/>
        </p:nvSpPr>
        <p:spPr>
          <a:xfrm>
            <a:off x="17285241" y="10424839"/>
            <a:ext cx="542544" cy="508314"/>
          </a:xfrm>
          <a:prstGeom prst="ellipse">
            <a:avLst/>
          </a:prstGeom>
          <a:solidFill>
            <a:srgbClr val="FC3E46"/>
          </a:solidFill>
          <a:ln>
            <a:noFill/>
          </a:ln>
          <a:effectLst>
            <a:glow rad="50800">
              <a:srgbClr val="FC3E46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FBD8AFE-BFCE-38B2-F0E3-075768817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9981" y="9151453"/>
            <a:ext cx="447737" cy="514422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A175B-BB87-D99D-0617-D340493DE9D6}"/>
              </a:ext>
            </a:extLst>
          </p:cNvPr>
          <p:cNvSpPr/>
          <p:nvPr/>
        </p:nvSpPr>
        <p:spPr>
          <a:xfrm>
            <a:off x="6891845" y="7115709"/>
            <a:ext cx="1754119" cy="815207"/>
          </a:xfrm>
          <a:custGeom>
            <a:avLst/>
            <a:gdLst>
              <a:gd name="connsiteX0" fmla="*/ 0 w 1774930"/>
              <a:gd name="connsiteY0" fmla="*/ 0 h 852114"/>
              <a:gd name="connsiteX1" fmla="*/ 1239167 w 1774930"/>
              <a:gd name="connsiteY1" fmla="*/ 158386 h 852114"/>
              <a:gd name="connsiteX2" fmla="*/ 1774930 w 1774930"/>
              <a:gd name="connsiteY2" fmla="*/ 852114 h 852114"/>
              <a:gd name="connsiteX3" fmla="*/ 1665867 w 1774930"/>
              <a:gd name="connsiteY3" fmla="*/ 834254 h 852114"/>
              <a:gd name="connsiteX4" fmla="*/ 1628038 w 1774930"/>
              <a:gd name="connsiteY4" fmla="*/ 739573 h 852114"/>
              <a:gd name="connsiteX5" fmla="*/ 1181254 w 1774930"/>
              <a:gd name="connsiteY5" fmla="*/ 266793 h 852114"/>
              <a:gd name="connsiteX6" fmla="*/ 5339 w 1774930"/>
              <a:gd name="connsiteY6" fmla="*/ 116492 h 852114"/>
              <a:gd name="connsiteX0" fmla="*/ 0 w 1774930"/>
              <a:gd name="connsiteY0" fmla="*/ 0 h 852114"/>
              <a:gd name="connsiteX1" fmla="*/ 1239167 w 1774930"/>
              <a:gd name="connsiteY1" fmla="*/ 158386 h 852114"/>
              <a:gd name="connsiteX2" fmla="*/ 1774930 w 1774930"/>
              <a:gd name="connsiteY2" fmla="*/ 852114 h 852114"/>
              <a:gd name="connsiteX3" fmla="*/ 1669722 w 1774930"/>
              <a:gd name="connsiteY3" fmla="*/ 844211 h 852114"/>
              <a:gd name="connsiteX4" fmla="*/ 1628038 w 1774930"/>
              <a:gd name="connsiteY4" fmla="*/ 739573 h 852114"/>
              <a:gd name="connsiteX5" fmla="*/ 1181254 w 1774930"/>
              <a:gd name="connsiteY5" fmla="*/ 266793 h 852114"/>
              <a:gd name="connsiteX6" fmla="*/ 5339 w 1774930"/>
              <a:gd name="connsiteY6" fmla="*/ 116492 h 852114"/>
              <a:gd name="connsiteX7" fmla="*/ 0 w 1774930"/>
              <a:gd name="connsiteY7" fmla="*/ 0 h 85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4930" h="852114">
                <a:moveTo>
                  <a:pt x="0" y="0"/>
                </a:moveTo>
                <a:lnTo>
                  <a:pt x="1239167" y="158386"/>
                </a:lnTo>
                <a:cubicBezTo>
                  <a:pt x="1607865" y="320996"/>
                  <a:pt x="1639548" y="531119"/>
                  <a:pt x="1774930" y="852114"/>
                </a:cubicBezTo>
                <a:lnTo>
                  <a:pt x="1669722" y="844211"/>
                </a:lnTo>
                <a:lnTo>
                  <a:pt x="1628038" y="739573"/>
                </a:lnTo>
                <a:cubicBezTo>
                  <a:pt x="1544731" y="537434"/>
                  <a:pt x="1457778" y="388750"/>
                  <a:pt x="1181254" y="266793"/>
                </a:cubicBezTo>
                <a:lnTo>
                  <a:pt x="5339" y="116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067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0D4991-10C0-9B0F-F3CC-414B9BEB9992}"/>
              </a:ext>
            </a:extLst>
          </p:cNvPr>
          <p:cNvSpPr/>
          <p:nvPr/>
        </p:nvSpPr>
        <p:spPr>
          <a:xfrm rot="691670">
            <a:off x="8534455" y="8023074"/>
            <a:ext cx="1850838" cy="82445"/>
          </a:xfrm>
          <a:custGeom>
            <a:avLst/>
            <a:gdLst>
              <a:gd name="connsiteX0" fmla="*/ 0 w 1815717"/>
              <a:gd name="connsiteY0" fmla="*/ 0 h 81832"/>
              <a:gd name="connsiteX1" fmla="*/ 1815717 w 1815717"/>
              <a:gd name="connsiteY1" fmla="*/ 0 h 81832"/>
              <a:gd name="connsiteX2" fmla="*/ 1815717 w 1815717"/>
              <a:gd name="connsiteY2" fmla="*/ 81832 h 81832"/>
              <a:gd name="connsiteX3" fmla="*/ 0 w 1815717"/>
              <a:gd name="connsiteY3" fmla="*/ 81832 h 81832"/>
              <a:gd name="connsiteX4" fmla="*/ 0 w 1815717"/>
              <a:gd name="connsiteY4" fmla="*/ 0 h 81832"/>
              <a:gd name="connsiteX0" fmla="*/ 0 w 1832553"/>
              <a:gd name="connsiteY0" fmla="*/ 0 h 81832"/>
              <a:gd name="connsiteX1" fmla="*/ 1832553 w 1832553"/>
              <a:gd name="connsiteY1" fmla="*/ 6287 h 81832"/>
              <a:gd name="connsiteX2" fmla="*/ 1815717 w 1832553"/>
              <a:gd name="connsiteY2" fmla="*/ 81832 h 81832"/>
              <a:gd name="connsiteX3" fmla="*/ 0 w 1832553"/>
              <a:gd name="connsiteY3" fmla="*/ 81832 h 81832"/>
              <a:gd name="connsiteX4" fmla="*/ 0 w 1832553"/>
              <a:gd name="connsiteY4" fmla="*/ 0 h 81832"/>
              <a:gd name="connsiteX0" fmla="*/ 0 w 1850838"/>
              <a:gd name="connsiteY0" fmla="*/ 0 h 82445"/>
              <a:gd name="connsiteX1" fmla="*/ 1832553 w 1850838"/>
              <a:gd name="connsiteY1" fmla="*/ 6287 h 82445"/>
              <a:gd name="connsiteX2" fmla="*/ 1850838 w 1850838"/>
              <a:gd name="connsiteY2" fmla="*/ 82445 h 82445"/>
              <a:gd name="connsiteX3" fmla="*/ 0 w 1850838"/>
              <a:gd name="connsiteY3" fmla="*/ 81832 h 82445"/>
              <a:gd name="connsiteX4" fmla="*/ 0 w 1850838"/>
              <a:gd name="connsiteY4" fmla="*/ 0 h 82445"/>
              <a:gd name="connsiteX0" fmla="*/ 0 w 1850838"/>
              <a:gd name="connsiteY0" fmla="*/ 0 h 82445"/>
              <a:gd name="connsiteX1" fmla="*/ 1838152 w 1850838"/>
              <a:gd name="connsiteY1" fmla="*/ 5145 h 82445"/>
              <a:gd name="connsiteX2" fmla="*/ 1850838 w 1850838"/>
              <a:gd name="connsiteY2" fmla="*/ 82445 h 82445"/>
              <a:gd name="connsiteX3" fmla="*/ 0 w 1850838"/>
              <a:gd name="connsiteY3" fmla="*/ 81832 h 82445"/>
              <a:gd name="connsiteX4" fmla="*/ 0 w 1850838"/>
              <a:gd name="connsiteY4" fmla="*/ 0 h 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0838" h="82445">
                <a:moveTo>
                  <a:pt x="0" y="0"/>
                </a:moveTo>
                <a:lnTo>
                  <a:pt x="1838152" y="5145"/>
                </a:lnTo>
                <a:lnTo>
                  <a:pt x="1850838" y="82445"/>
                </a:lnTo>
                <a:lnTo>
                  <a:pt x="0" y="818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5597B358-F30B-1698-62C1-1D7CDAFF514C}"/>
              </a:ext>
            </a:extLst>
          </p:cNvPr>
          <p:cNvSpPr/>
          <p:nvPr/>
        </p:nvSpPr>
        <p:spPr>
          <a:xfrm rot="20697811" flipH="1">
            <a:off x="10321887" y="7973430"/>
            <a:ext cx="1837202" cy="132703"/>
          </a:xfrm>
          <a:custGeom>
            <a:avLst/>
            <a:gdLst>
              <a:gd name="connsiteX0" fmla="*/ 0 w 1815717"/>
              <a:gd name="connsiteY0" fmla="*/ 0 h 81832"/>
              <a:gd name="connsiteX1" fmla="*/ 1815717 w 1815717"/>
              <a:gd name="connsiteY1" fmla="*/ 0 h 81832"/>
              <a:gd name="connsiteX2" fmla="*/ 1815717 w 1815717"/>
              <a:gd name="connsiteY2" fmla="*/ 81832 h 81832"/>
              <a:gd name="connsiteX3" fmla="*/ 0 w 1815717"/>
              <a:gd name="connsiteY3" fmla="*/ 81832 h 81832"/>
              <a:gd name="connsiteX4" fmla="*/ 0 w 1815717"/>
              <a:gd name="connsiteY4" fmla="*/ 0 h 81832"/>
              <a:gd name="connsiteX0" fmla="*/ 0 w 1832553"/>
              <a:gd name="connsiteY0" fmla="*/ 0 h 81832"/>
              <a:gd name="connsiteX1" fmla="*/ 1832553 w 1832553"/>
              <a:gd name="connsiteY1" fmla="*/ 6287 h 81832"/>
              <a:gd name="connsiteX2" fmla="*/ 1815717 w 1832553"/>
              <a:gd name="connsiteY2" fmla="*/ 81832 h 81832"/>
              <a:gd name="connsiteX3" fmla="*/ 0 w 1832553"/>
              <a:gd name="connsiteY3" fmla="*/ 81832 h 81832"/>
              <a:gd name="connsiteX4" fmla="*/ 0 w 1832553"/>
              <a:gd name="connsiteY4" fmla="*/ 0 h 81832"/>
              <a:gd name="connsiteX0" fmla="*/ 0 w 1850838"/>
              <a:gd name="connsiteY0" fmla="*/ 0 h 82445"/>
              <a:gd name="connsiteX1" fmla="*/ 1832553 w 1850838"/>
              <a:gd name="connsiteY1" fmla="*/ 6287 h 82445"/>
              <a:gd name="connsiteX2" fmla="*/ 1850838 w 1850838"/>
              <a:gd name="connsiteY2" fmla="*/ 82445 h 82445"/>
              <a:gd name="connsiteX3" fmla="*/ 0 w 1850838"/>
              <a:gd name="connsiteY3" fmla="*/ 81832 h 82445"/>
              <a:gd name="connsiteX4" fmla="*/ 0 w 1850838"/>
              <a:gd name="connsiteY4" fmla="*/ 0 h 82445"/>
              <a:gd name="connsiteX0" fmla="*/ 0 w 1850838"/>
              <a:gd name="connsiteY0" fmla="*/ 0 h 82445"/>
              <a:gd name="connsiteX1" fmla="*/ 1838152 w 1850838"/>
              <a:gd name="connsiteY1" fmla="*/ 5145 h 82445"/>
              <a:gd name="connsiteX2" fmla="*/ 1850838 w 1850838"/>
              <a:gd name="connsiteY2" fmla="*/ 82445 h 82445"/>
              <a:gd name="connsiteX3" fmla="*/ 0 w 1850838"/>
              <a:gd name="connsiteY3" fmla="*/ 81832 h 82445"/>
              <a:gd name="connsiteX4" fmla="*/ 0 w 1850838"/>
              <a:gd name="connsiteY4" fmla="*/ 0 h 82445"/>
              <a:gd name="connsiteX0" fmla="*/ 0 w 1871645"/>
              <a:gd name="connsiteY0" fmla="*/ 50871 h 133316"/>
              <a:gd name="connsiteX1" fmla="*/ 1871645 w 1871645"/>
              <a:gd name="connsiteY1" fmla="*/ 0 h 133316"/>
              <a:gd name="connsiteX2" fmla="*/ 1850838 w 1871645"/>
              <a:gd name="connsiteY2" fmla="*/ 133316 h 133316"/>
              <a:gd name="connsiteX3" fmla="*/ 0 w 1871645"/>
              <a:gd name="connsiteY3" fmla="*/ 132703 h 133316"/>
              <a:gd name="connsiteX4" fmla="*/ 0 w 1871645"/>
              <a:gd name="connsiteY4" fmla="*/ 50871 h 133316"/>
              <a:gd name="connsiteX0" fmla="*/ 0 w 1905462"/>
              <a:gd name="connsiteY0" fmla="*/ 50871 h 132703"/>
              <a:gd name="connsiteX1" fmla="*/ 1871645 w 1905462"/>
              <a:gd name="connsiteY1" fmla="*/ 0 h 132703"/>
              <a:gd name="connsiteX2" fmla="*/ 1905462 w 1905462"/>
              <a:gd name="connsiteY2" fmla="*/ 79717 h 132703"/>
              <a:gd name="connsiteX3" fmla="*/ 0 w 1905462"/>
              <a:gd name="connsiteY3" fmla="*/ 132703 h 132703"/>
              <a:gd name="connsiteX4" fmla="*/ 0 w 1905462"/>
              <a:gd name="connsiteY4" fmla="*/ 50871 h 13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62" h="132703">
                <a:moveTo>
                  <a:pt x="0" y="50871"/>
                </a:moveTo>
                <a:lnTo>
                  <a:pt x="1871645" y="0"/>
                </a:lnTo>
                <a:lnTo>
                  <a:pt x="1905462" y="79717"/>
                </a:lnTo>
                <a:lnTo>
                  <a:pt x="0" y="132703"/>
                </a:lnTo>
                <a:lnTo>
                  <a:pt x="0" y="508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7A55976-3089-C3F8-41C8-F9CF717F8066}"/>
              </a:ext>
            </a:extLst>
          </p:cNvPr>
          <p:cNvSpPr/>
          <p:nvPr/>
        </p:nvSpPr>
        <p:spPr>
          <a:xfrm rot="21446033" flipH="1">
            <a:off x="12058630" y="6969707"/>
            <a:ext cx="1816469" cy="867645"/>
          </a:xfrm>
          <a:custGeom>
            <a:avLst/>
            <a:gdLst>
              <a:gd name="connsiteX0" fmla="*/ 0 w 1774930"/>
              <a:gd name="connsiteY0" fmla="*/ 0 h 852114"/>
              <a:gd name="connsiteX1" fmla="*/ 1239167 w 1774930"/>
              <a:gd name="connsiteY1" fmla="*/ 158386 h 852114"/>
              <a:gd name="connsiteX2" fmla="*/ 1774930 w 1774930"/>
              <a:gd name="connsiteY2" fmla="*/ 852114 h 852114"/>
              <a:gd name="connsiteX3" fmla="*/ 1665867 w 1774930"/>
              <a:gd name="connsiteY3" fmla="*/ 834254 h 852114"/>
              <a:gd name="connsiteX4" fmla="*/ 1628038 w 1774930"/>
              <a:gd name="connsiteY4" fmla="*/ 739573 h 852114"/>
              <a:gd name="connsiteX5" fmla="*/ 1181254 w 1774930"/>
              <a:gd name="connsiteY5" fmla="*/ 266793 h 852114"/>
              <a:gd name="connsiteX6" fmla="*/ 5339 w 1774930"/>
              <a:gd name="connsiteY6" fmla="*/ 116492 h 852114"/>
              <a:gd name="connsiteX0" fmla="*/ 0 w 1779532"/>
              <a:gd name="connsiteY0" fmla="*/ 0 h 902124"/>
              <a:gd name="connsiteX1" fmla="*/ 1243769 w 1779532"/>
              <a:gd name="connsiteY1" fmla="*/ 208396 h 902124"/>
              <a:gd name="connsiteX2" fmla="*/ 1779532 w 1779532"/>
              <a:gd name="connsiteY2" fmla="*/ 902124 h 902124"/>
              <a:gd name="connsiteX3" fmla="*/ 1670469 w 1779532"/>
              <a:gd name="connsiteY3" fmla="*/ 884264 h 902124"/>
              <a:gd name="connsiteX4" fmla="*/ 1632640 w 1779532"/>
              <a:gd name="connsiteY4" fmla="*/ 789583 h 902124"/>
              <a:gd name="connsiteX5" fmla="*/ 1185856 w 1779532"/>
              <a:gd name="connsiteY5" fmla="*/ 316803 h 902124"/>
              <a:gd name="connsiteX6" fmla="*/ 9941 w 1779532"/>
              <a:gd name="connsiteY6" fmla="*/ 166502 h 902124"/>
              <a:gd name="connsiteX7" fmla="*/ 0 w 1779532"/>
              <a:gd name="connsiteY7" fmla="*/ 0 h 902124"/>
              <a:gd name="connsiteX0" fmla="*/ 0 w 1779532"/>
              <a:gd name="connsiteY0" fmla="*/ 0 h 902124"/>
              <a:gd name="connsiteX1" fmla="*/ 1243769 w 1779532"/>
              <a:gd name="connsiteY1" fmla="*/ 208396 h 902124"/>
              <a:gd name="connsiteX2" fmla="*/ 1779532 w 1779532"/>
              <a:gd name="connsiteY2" fmla="*/ 902124 h 902124"/>
              <a:gd name="connsiteX3" fmla="*/ 1670469 w 1779532"/>
              <a:gd name="connsiteY3" fmla="*/ 884264 h 902124"/>
              <a:gd name="connsiteX4" fmla="*/ 1632640 w 1779532"/>
              <a:gd name="connsiteY4" fmla="*/ 789583 h 902124"/>
              <a:gd name="connsiteX5" fmla="*/ 1185856 w 1779532"/>
              <a:gd name="connsiteY5" fmla="*/ 316803 h 902124"/>
              <a:gd name="connsiteX6" fmla="*/ 7601 w 1779532"/>
              <a:gd name="connsiteY6" fmla="*/ 111098 h 902124"/>
              <a:gd name="connsiteX7" fmla="*/ 0 w 1779532"/>
              <a:gd name="connsiteY7" fmla="*/ 0 h 902124"/>
              <a:gd name="connsiteX0" fmla="*/ 0 w 1779532"/>
              <a:gd name="connsiteY0" fmla="*/ 0 h 902124"/>
              <a:gd name="connsiteX1" fmla="*/ 1243769 w 1779532"/>
              <a:gd name="connsiteY1" fmla="*/ 208396 h 902124"/>
              <a:gd name="connsiteX2" fmla="*/ 1779532 w 1779532"/>
              <a:gd name="connsiteY2" fmla="*/ 902124 h 902124"/>
              <a:gd name="connsiteX3" fmla="*/ 1670469 w 1779532"/>
              <a:gd name="connsiteY3" fmla="*/ 884264 h 902124"/>
              <a:gd name="connsiteX4" fmla="*/ 1632640 w 1779532"/>
              <a:gd name="connsiteY4" fmla="*/ 789583 h 902124"/>
              <a:gd name="connsiteX5" fmla="*/ 1197729 w 1779532"/>
              <a:gd name="connsiteY5" fmla="*/ 303020 h 902124"/>
              <a:gd name="connsiteX6" fmla="*/ 7601 w 1779532"/>
              <a:gd name="connsiteY6" fmla="*/ 111098 h 902124"/>
              <a:gd name="connsiteX7" fmla="*/ 0 w 1779532"/>
              <a:gd name="connsiteY7" fmla="*/ 0 h 90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9532" h="902124">
                <a:moveTo>
                  <a:pt x="0" y="0"/>
                </a:moveTo>
                <a:cubicBezTo>
                  <a:pt x="413056" y="52795"/>
                  <a:pt x="830713" y="155601"/>
                  <a:pt x="1243769" y="208396"/>
                </a:cubicBezTo>
                <a:cubicBezTo>
                  <a:pt x="1612467" y="371006"/>
                  <a:pt x="1644150" y="581129"/>
                  <a:pt x="1779532" y="902124"/>
                </a:cubicBezTo>
                <a:lnTo>
                  <a:pt x="1670469" y="884264"/>
                </a:lnTo>
                <a:lnTo>
                  <a:pt x="1632640" y="789583"/>
                </a:lnTo>
                <a:cubicBezTo>
                  <a:pt x="1549333" y="587444"/>
                  <a:pt x="1474253" y="424977"/>
                  <a:pt x="1197729" y="303020"/>
                </a:cubicBezTo>
                <a:lnTo>
                  <a:pt x="7601" y="111098"/>
                </a:lnTo>
                <a:cubicBezTo>
                  <a:pt x="5821" y="72267"/>
                  <a:pt x="1780" y="38831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067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A1C5A5-9C65-45D6-E3DD-2EA4F17DFE33}"/>
              </a:ext>
            </a:extLst>
          </p:cNvPr>
          <p:cNvSpPr/>
          <p:nvPr/>
        </p:nvSpPr>
        <p:spPr>
          <a:xfrm>
            <a:off x="8806911" y="3809609"/>
            <a:ext cx="1557500" cy="6166461"/>
          </a:xfrm>
          <a:prstGeom prst="rect">
            <a:avLst/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</p:spTree>
    <p:extLst>
      <p:ext uri="{BB962C8B-B14F-4D97-AF65-F5344CB8AC3E}">
        <p14:creationId xmlns:p14="http://schemas.microsoft.com/office/powerpoint/2010/main" val="135135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455E8-2AB0-86A4-4427-E18C54C9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A52B0F-91BD-1FE4-3B10-E65CAD4DAB31}"/>
              </a:ext>
            </a:extLst>
          </p:cNvPr>
          <p:cNvSpPr/>
          <p:nvPr/>
        </p:nvSpPr>
        <p:spPr>
          <a:xfrm>
            <a:off x="304800" y="1371600"/>
            <a:ext cx="11430000" cy="11468100"/>
          </a:xfrm>
          <a:prstGeom prst="rect">
            <a:avLst/>
          </a:prstGeom>
          <a:solidFill>
            <a:srgbClr val="234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9304F1-D706-8EA6-0AFD-922CC9CFB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0"/>
            <a:ext cx="11431519" cy="11468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6635735-43B9-D1CF-EA2E-D906147A3B69}"/>
              </a:ext>
            </a:extLst>
          </p:cNvPr>
          <p:cNvSpPr/>
          <p:nvPr/>
        </p:nvSpPr>
        <p:spPr>
          <a:xfrm>
            <a:off x="12384157" y="2990850"/>
            <a:ext cx="9615261" cy="4629150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chemeClr val="bg1">
                  <a:alpha val="60000"/>
                </a:schemeClr>
              </a:gs>
              <a:gs pos="81000">
                <a:schemeClr val="bg1">
                  <a:lumMod val="95000"/>
                  <a:alpha val="20000"/>
                </a:schemeClr>
              </a:gs>
              <a:gs pos="32200">
                <a:schemeClr val="bg1">
                  <a:alpha val="30000"/>
                </a:scheme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797CE0-CA9C-427D-B2AC-7027EC26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57" y="1371600"/>
            <a:ext cx="9615261" cy="964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91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40FB1-41AA-5052-8639-FCD44C88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3164105C-D815-8B24-3459-0FD5CA9E55DA}"/>
              </a:ext>
            </a:extLst>
          </p:cNvPr>
          <p:cNvSpPr/>
          <p:nvPr/>
        </p:nvSpPr>
        <p:spPr>
          <a:xfrm>
            <a:off x="-18537" y="9017951"/>
            <a:ext cx="13001625" cy="37528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25C0DE8-1418-FBA7-BEC1-D81E6D44FE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73"/>
          <a:stretch/>
        </p:blipFill>
        <p:spPr>
          <a:xfrm>
            <a:off x="3899292" y="9017951"/>
            <a:ext cx="5057553" cy="22402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DC8D5A-3154-21B0-DD47-3AD08521A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2743" y="1973897"/>
            <a:ext cx="5615251" cy="63965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23798D-7805-C0B2-951A-0718AC6CF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276" y="1531619"/>
            <a:ext cx="8315764" cy="33223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E9B08C-9C03-6AE4-6E58-D13D81BCCBDE}"/>
              </a:ext>
            </a:extLst>
          </p:cNvPr>
          <p:cNvSpPr/>
          <p:nvPr/>
        </p:nvSpPr>
        <p:spPr>
          <a:xfrm>
            <a:off x="6482276" y="5821680"/>
            <a:ext cx="8315764" cy="2400300"/>
          </a:xfrm>
          <a:custGeom>
            <a:avLst/>
            <a:gdLst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8315764 w 8315764"/>
              <a:gd name="connsiteY2" fmla="*/ 2194560 h 2194560"/>
              <a:gd name="connsiteX3" fmla="*/ 0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8315764 w 8315764"/>
              <a:gd name="connsiteY2" fmla="*/ 2194560 h 2194560"/>
              <a:gd name="connsiteX3" fmla="*/ 416689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8014822 w 8315764"/>
              <a:gd name="connsiteY2" fmla="*/ 2194560 h 2194560"/>
              <a:gd name="connsiteX3" fmla="*/ 416689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7956949 w 8315764"/>
              <a:gd name="connsiteY2" fmla="*/ 2182986 h 2194560"/>
              <a:gd name="connsiteX3" fmla="*/ 416689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7956949 w 8315764"/>
              <a:gd name="connsiteY2" fmla="*/ 2182986 h 2194560"/>
              <a:gd name="connsiteX3" fmla="*/ 416689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7956949 w 8315764"/>
              <a:gd name="connsiteY2" fmla="*/ 2182986 h 2194560"/>
              <a:gd name="connsiteX3" fmla="*/ 416689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4560"/>
              <a:gd name="connsiteX1" fmla="*/ 8315764 w 8315764"/>
              <a:gd name="connsiteY1" fmla="*/ 0 h 2194560"/>
              <a:gd name="connsiteX2" fmla="*/ 7956949 w 8315764"/>
              <a:gd name="connsiteY2" fmla="*/ 2182986 h 2194560"/>
              <a:gd name="connsiteX3" fmla="*/ 567160 w 8315764"/>
              <a:gd name="connsiteY3" fmla="*/ 2194560 h 2194560"/>
              <a:gd name="connsiteX4" fmla="*/ 0 w 8315764"/>
              <a:gd name="connsiteY4" fmla="*/ 0 h 2194560"/>
              <a:gd name="connsiteX0" fmla="*/ 0 w 8315764"/>
              <a:gd name="connsiteY0" fmla="*/ 0 h 2196043"/>
              <a:gd name="connsiteX1" fmla="*/ 8315764 w 8315764"/>
              <a:gd name="connsiteY1" fmla="*/ 0 h 2196043"/>
              <a:gd name="connsiteX2" fmla="*/ 7956949 w 8315764"/>
              <a:gd name="connsiteY2" fmla="*/ 2182986 h 2196043"/>
              <a:gd name="connsiteX3" fmla="*/ 567160 w 8315764"/>
              <a:gd name="connsiteY3" fmla="*/ 2194560 h 2196043"/>
              <a:gd name="connsiteX4" fmla="*/ 0 w 8315764"/>
              <a:gd name="connsiteY4" fmla="*/ 0 h 2196043"/>
              <a:gd name="connsiteX0" fmla="*/ 0 w 8315764"/>
              <a:gd name="connsiteY0" fmla="*/ 0 h 2196043"/>
              <a:gd name="connsiteX1" fmla="*/ 8315764 w 8315764"/>
              <a:gd name="connsiteY1" fmla="*/ 0 h 2196043"/>
              <a:gd name="connsiteX2" fmla="*/ 7875926 w 8315764"/>
              <a:gd name="connsiteY2" fmla="*/ 2182986 h 2196043"/>
              <a:gd name="connsiteX3" fmla="*/ 567160 w 8315764"/>
              <a:gd name="connsiteY3" fmla="*/ 2194560 h 2196043"/>
              <a:gd name="connsiteX4" fmla="*/ 0 w 8315764"/>
              <a:gd name="connsiteY4" fmla="*/ 0 h 2196043"/>
              <a:gd name="connsiteX0" fmla="*/ 0 w 8315764"/>
              <a:gd name="connsiteY0" fmla="*/ 0 h 2196043"/>
              <a:gd name="connsiteX1" fmla="*/ 8315764 w 8315764"/>
              <a:gd name="connsiteY1" fmla="*/ 0 h 2196043"/>
              <a:gd name="connsiteX2" fmla="*/ 7875926 w 8315764"/>
              <a:gd name="connsiteY2" fmla="*/ 2182986 h 2196043"/>
              <a:gd name="connsiteX3" fmla="*/ 567160 w 8315764"/>
              <a:gd name="connsiteY3" fmla="*/ 2194560 h 2196043"/>
              <a:gd name="connsiteX4" fmla="*/ 0 w 8315764"/>
              <a:gd name="connsiteY4" fmla="*/ 0 h 2196043"/>
              <a:gd name="connsiteX0" fmla="*/ 0 w 8315764"/>
              <a:gd name="connsiteY0" fmla="*/ 0 h 2196043"/>
              <a:gd name="connsiteX1" fmla="*/ 8315764 w 8315764"/>
              <a:gd name="connsiteY1" fmla="*/ 0 h 2196043"/>
              <a:gd name="connsiteX2" fmla="*/ 7598133 w 8315764"/>
              <a:gd name="connsiteY2" fmla="*/ 2182986 h 2196043"/>
              <a:gd name="connsiteX3" fmla="*/ 567160 w 8315764"/>
              <a:gd name="connsiteY3" fmla="*/ 2194560 h 2196043"/>
              <a:gd name="connsiteX4" fmla="*/ 0 w 8315764"/>
              <a:gd name="connsiteY4" fmla="*/ 0 h 2196043"/>
              <a:gd name="connsiteX0" fmla="*/ 0 w 8315764"/>
              <a:gd name="connsiteY0" fmla="*/ 0 h 2196043"/>
              <a:gd name="connsiteX1" fmla="*/ 8315764 w 8315764"/>
              <a:gd name="connsiteY1" fmla="*/ 0 h 2196043"/>
              <a:gd name="connsiteX2" fmla="*/ 7632857 w 8315764"/>
              <a:gd name="connsiteY2" fmla="*/ 2159837 h 2196043"/>
              <a:gd name="connsiteX3" fmla="*/ 567160 w 8315764"/>
              <a:gd name="connsiteY3" fmla="*/ 2194560 h 2196043"/>
              <a:gd name="connsiteX4" fmla="*/ 0 w 8315764"/>
              <a:gd name="connsiteY4" fmla="*/ 0 h 2196043"/>
              <a:gd name="connsiteX0" fmla="*/ 0 w 8315764"/>
              <a:gd name="connsiteY0" fmla="*/ 0 h 2196043"/>
              <a:gd name="connsiteX1" fmla="*/ 8315764 w 8315764"/>
              <a:gd name="connsiteY1" fmla="*/ 0 h 2196043"/>
              <a:gd name="connsiteX2" fmla="*/ 7632857 w 8315764"/>
              <a:gd name="connsiteY2" fmla="*/ 2159837 h 2196043"/>
              <a:gd name="connsiteX3" fmla="*/ 567160 w 8315764"/>
              <a:gd name="connsiteY3" fmla="*/ 2194560 h 2196043"/>
              <a:gd name="connsiteX4" fmla="*/ 0 w 8315764"/>
              <a:gd name="connsiteY4" fmla="*/ 0 h 2196043"/>
              <a:gd name="connsiteX0" fmla="*/ 0 w 8315764"/>
              <a:gd name="connsiteY0" fmla="*/ 0 h 2183506"/>
              <a:gd name="connsiteX1" fmla="*/ 8315764 w 8315764"/>
              <a:gd name="connsiteY1" fmla="*/ 0 h 2183506"/>
              <a:gd name="connsiteX2" fmla="*/ 7632857 w 8315764"/>
              <a:gd name="connsiteY2" fmla="*/ 2159837 h 2183506"/>
              <a:gd name="connsiteX3" fmla="*/ 1131040 w 8315764"/>
              <a:gd name="connsiteY3" fmla="*/ 2182011 h 2183506"/>
              <a:gd name="connsiteX4" fmla="*/ 0 w 8315764"/>
              <a:gd name="connsiteY4" fmla="*/ 0 h 2183506"/>
              <a:gd name="connsiteX0" fmla="*/ 0 w 8315764"/>
              <a:gd name="connsiteY0" fmla="*/ 0 h 2183506"/>
              <a:gd name="connsiteX1" fmla="*/ 8315764 w 8315764"/>
              <a:gd name="connsiteY1" fmla="*/ 0 h 2183506"/>
              <a:gd name="connsiteX2" fmla="*/ 7068977 w 8315764"/>
              <a:gd name="connsiteY2" fmla="*/ 2159837 h 2183506"/>
              <a:gd name="connsiteX3" fmla="*/ 1131040 w 8315764"/>
              <a:gd name="connsiteY3" fmla="*/ 2182011 h 2183506"/>
              <a:gd name="connsiteX4" fmla="*/ 0 w 8315764"/>
              <a:gd name="connsiteY4" fmla="*/ 0 h 2183506"/>
              <a:gd name="connsiteX0" fmla="*/ 0 w 8315764"/>
              <a:gd name="connsiteY0" fmla="*/ 0 h 2183506"/>
              <a:gd name="connsiteX1" fmla="*/ 8315764 w 8315764"/>
              <a:gd name="connsiteY1" fmla="*/ 0 h 2183506"/>
              <a:gd name="connsiteX2" fmla="*/ 7068977 w 8315764"/>
              <a:gd name="connsiteY2" fmla="*/ 2159837 h 2183506"/>
              <a:gd name="connsiteX3" fmla="*/ 1131040 w 8315764"/>
              <a:gd name="connsiteY3" fmla="*/ 2182011 h 2183506"/>
              <a:gd name="connsiteX4" fmla="*/ 0 w 8315764"/>
              <a:gd name="connsiteY4" fmla="*/ 0 h 2183506"/>
              <a:gd name="connsiteX0" fmla="*/ 0 w 8315764"/>
              <a:gd name="connsiteY0" fmla="*/ 0 h 2192042"/>
              <a:gd name="connsiteX1" fmla="*/ 8315764 w 8315764"/>
              <a:gd name="connsiteY1" fmla="*/ 0 h 2192042"/>
              <a:gd name="connsiteX2" fmla="*/ 7068977 w 8315764"/>
              <a:gd name="connsiteY2" fmla="*/ 2159837 h 2192042"/>
              <a:gd name="connsiteX3" fmla="*/ 1131040 w 8315764"/>
              <a:gd name="connsiteY3" fmla="*/ 2182011 h 2192042"/>
              <a:gd name="connsiteX4" fmla="*/ 0 w 8315764"/>
              <a:gd name="connsiteY4" fmla="*/ 0 h 2192042"/>
              <a:gd name="connsiteX0" fmla="*/ 0 w 8315764"/>
              <a:gd name="connsiteY0" fmla="*/ 0 h 2187368"/>
              <a:gd name="connsiteX1" fmla="*/ 8315764 w 8315764"/>
              <a:gd name="connsiteY1" fmla="*/ 0 h 2187368"/>
              <a:gd name="connsiteX2" fmla="*/ 7068977 w 8315764"/>
              <a:gd name="connsiteY2" fmla="*/ 2159837 h 2187368"/>
              <a:gd name="connsiteX3" fmla="*/ 1131040 w 8315764"/>
              <a:gd name="connsiteY3" fmla="*/ 2182011 h 2187368"/>
              <a:gd name="connsiteX4" fmla="*/ 0 w 8315764"/>
              <a:gd name="connsiteY4" fmla="*/ 0 h 2187368"/>
              <a:gd name="connsiteX0" fmla="*/ 0 w 8315764"/>
              <a:gd name="connsiteY0" fmla="*/ 0 h 2186885"/>
              <a:gd name="connsiteX1" fmla="*/ 8315764 w 8315764"/>
              <a:gd name="connsiteY1" fmla="*/ 0 h 2186885"/>
              <a:gd name="connsiteX2" fmla="*/ 7068977 w 8315764"/>
              <a:gd name="connsiteY2" fmla="*/ 2159837 h 2186885"/>
              <a:gd name="connsiteX3" fmla="*/ 1131040 w 8315764"/>
              <a:gd name="connsiteY3" fmla="*/ 2182011 h 2186885"/>
              <a:gd name="connsiteX4" fmla="*/ 0 w 8315764"/>
              <a:gd name="connsiteY4" fmla="*/ 0 h 2186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764" h="2186885">
                <a:moveTo>
                  <a:pt x="0" y="0"/>
                </a:moveTo>
                <a:lnTo>
                  <a:pt x="8315764" y="0"/>
                </a:lnTo>
                <a:cubicBezTo>
                  <a:pt x="7888272" y="2307372"/>
                  <a:pt x="7504957" y="2103507"/>
                  <a:pt x="7068977" y="2159837"/>
                </a:cubicBezTo>
                <a:lnTo>
                  <a:pt x="1131040" y="2182011"/>
                </a:lnTo>
                <a:cubicBezTo>
                  <a:pt x="691202" y="2237569"/>
                  <a:pt x="520860" y="1837086"/>
                  <a:pt x="0" y="0"/>
                </a:cubicBezTo>
                <a:close/>
              </a:path>
            </a:pathLst>
          </a:custGeom>
          <a:gradFill>
            <a:gsLst>
              <a:gs pos="41965">
                <a:srgbClr val="494D5B"/>
              </a:gs>
              <a:gs pos="81000">
                <a:srgbClr val="63697B"/>
              </a:gs>
              <a:gs pos="18900">
                <a:srgbClr val="63697B"/>
              </a:gs>
              <a:gs pos="10000">
                <a:srgbClr val="999DA3"/>
              </a:gs>
              <a:gs pos="95000">
                <a:srgbClr val="999DA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367BBE7-2CD1-AF0E-D182-010EBADE7EB6}"/>
              </a:ext>
            </a:extLst>
          </p:cNvPr>
          <p:cNvSpPr/>
          <p:nvPr/>
        </p:nvSpPr>
        <p:spPr>
          <a:xfrm>
            <a:off x="6482276" y="5821680"/>
            <a:ext cx="8315764" cy="2400300"/>
          </a:xfrm>
          <a:custGeom>
            <a:avLst/>
            <a:gdLst>
              <a:gd name="connsiteX0" fmla="*/ 0 w 8315764"/>
              <a:gd name="connsiteY0" fmla="*/ 0 h 2655878"/>
              <a:gd name="connsiteX1" fmla="*/ 8315764 w 8315764"/>
              <a:gd name="connsiteY1" fmla="*/ 0 h 2655878"/>
              <a:gd name="connsiteX2" fmla="*/ 8196617 w 8315764"/>
              <a:gd name="connsiteY2" fmla="*/ 710479 h 2655878"/>
              <a:gd name="connsiteX3" fmla="*/ 8169456 w 8315764"/>
              <a:gd name="connsiteY3" fmla="*/ 851511 h 2655878"/>
              <a:gd name="connsiteX4" fmla="*/ 8051235 w 8315764"/>
              <a:gd name="connsiteY4" fmla="*/ 871249 h 2655878"/>
              <a:gd name="connsiteX5" fmla="*/ 6081918 w 8315764"/>
              <a:gd name="connsiteY5" fmla="*/ 1368779 h 2655878"/>
              <a:gd name="connsiteX6" fmla="*/ 5471547 w 8315764"/>
              <a:gd name="connsiteY6" fmla="*/ 2490525 h 2655878"/>
              <a:gd name="connsiteX7" fmla="*/ 5428451 w 8315764"/>
              <a:gd name="connsiteY7" fmla="*/ 2630469 h 2655878"/>
              <a:gd name="connsiteX8" fmla="*/ 1131040 w 8315764"/>
              <a:gd name="connsiteY8" fmla="*/ 2649959 h 2655878"/>
              <a:gd name="connsiteX9" fmla="*/ 1051577 w 8315764"/>
              <a:gd name="connsiteY9" fmla="*/ 2655829 h 2655878"/>
              <a:gd name="connsiteX10" fmla="*/ 985897 w 8315764"/>
              <a:gd name="connsiteY10" fmla="*/ 2647975 h 2655878"/>
              <a:gd name="connsiteX11" fmla="*/ 2888009 w 8315764"/>
              <a:gd name="connsiteY11" fmla="*/ 2632729 h 2655878"/>
              <a:gd name="connsiteX12" fmla="*/ 2233846 w 8315764"/>
              <a:gd name="connsiteY12" fmla="*/ 1368780 h 2655878"/>
              <a:gd name="connsiteX13" fmla="*/ 264529 w 8315764"/>
              <a:gd name="connsiteY13" fmla="*/ 871250 h 2655878"/>
              <a:gd name="connsiteX14" fmla="*/ 205787 w 8315764"/>
              <a:gd name="connsiteY14" fmla="*/ 861443 h 2655878"/>
              <a:gd name="connsiteX15" fmla="*/ 180103 w 8315764"/>
              <a:gd name="connsiteY15" fmla="*/ 757192 h 2655878"/>
              <a:gd name="connsiteX16" fmla="*/ 0 w 8315764"/>
              <a:gd name="connsiteY16" fmla="*/ 0 h 265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315764" h="2655878">
                <a:moveTo>
                  <a:pt x="0" y="0"/>
                </a:moveTo>
                <a:lnTo>
                  <a:pt x="8315764" y="0"/>
                </a:lnTo>
                <a:cubicBezTo>
                  <a:pt x="8275687" y="262707"/>
                  <a:pt x="8235998" y="498608"/>
                  <a:pt x="8196617" y="710479"/>
                </a:cubicBezTo>
                <a:lnTo>
                  <a:pt x="8169456" y="851511"/>
                </a:lnTo>
                <a:lnTo>
                  <a:pt x="8051235" y="871249"/>
                </a:lnTo>
                <a:cubicBezTo>
                  <a:pt x="7420618" y="973878"/>
                  <a:pt x="6704817" y="1081824"/>
                  <a:pt x="6081918" y="1368779"/>
                </a:cubicBezTo>
                <a:cubicBezTo>
                  <a:pt x="5757465" y="1622154"/>
                  <a:pt x="5681065" y="1812795"/>
                  <a:pt x="5471547" y="2490525"/>
                </a:cubicBezTo>
                <a:lnTo>
                  <a:pt x="5428451" y="2630469"/>
                </a:lnTo>
                <a:lnTo>
                  <a:pt x="1131040" y="2649959"/>
                </a:lnTo>
                <a:cubicBezTo>
                  <a:pt x="1103550" y="2654176"/>
                  <a:pt x="1077113" y="2656230"/>
                  <a:pt x="1051577" y="2655829"/>
                </a:cubicBezTo>
                <a:lnTo>
                  <a:pt x="985897" y="2647975"/>
                </a:lnTo>
                <a:lnTo>
                  <a:pt x="2888009" y="2632729"/>
                </a:lnTo>
                <a:cubicBezTo>
                  <a:pt x="2643783" y="1837936"/>
                  <a:pt x="2579929" y="1639047"/>
                  <a:pt x="2233846" y="1368780"/>
                </a:cubicBezTo>
                <a:cubicBezTo>
                  <a:pt x="1610947" y="1081825"/>
                  <a:pt x="895146" y="973878"/>
                  <a:pt x="264529" y="871250"/>
                </a:cubicBezTo>
                <a:lnTo>
                  <a:pt x="205787" y="861443"/>
                </a:lnTo>
                <a:lnTo>
                  <a:pt x="180103" y="757192"/>
                </a:lnTo>
                <a:cubicBezTo>
                  <a:pt x="124738" y="530505"/>
                  <a:pt x="65108" y="278883"/>
                  <a:pt x="0" y="0"/>
                </a:cubicBezTo>
                <a:close/>
              </a:path>
            </a:pathLst>
          </a:custGeom>
          <a:gradFill>
            <a:gsLst>
              <a:gs pos="52000">
                <a:srgbClr val="9F9FA1"/>
              </a:gs>
              <a:gs pos="49000">
                <a:srgbClr val="ADB1B4"/>
              </a:gs>
              <a:gs pos="34000">
                <a:srgbClr val="9CABBE"/>
              </a:gs>
              <a:gs pos="4000">
                <a:srgbClr val="C7CED7"/>
              </a:gs>
              <a:gs pos="77614">
                <a:srgbClr val="A29DA0"/>
              </a:gs>
              <a:gs pos="100000">
                <a:srgbClr val="888B9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45CE97-D848-01F6-DD38-95E54DD771EB}"/>
              </a:ext>
            </a:extLst>
          </p:cNvPr>
          <p:cNvSpPr/>
          <p:nvPr/>
        </p:nvSpPr>
        <p:spPr>
          <a:xfrm>
            <a:off x="6482276" y="5821680"/>
            <a:ext cx="8315764" cy="502920"/>
          </a:xfrm>
          <a:custGeom>
            <a:avLst/>
            <a:gdLst>
              <a:gd name="connsiteX0" fmla="*/ 0 w 8315764"/>
              <a:gd name="connsiteY0" fmla="*/ 0 h 502920"/>
              <a:gd name="connsiteX1" fmla="*/ 8315764 w 8315764"/>
              <a:gd name="connsiteY1" fmla="*/ 0 h 502920"/>
              <a:gd name="connsiteX2" fmla="*/ 8315764 w 8315764"/>
              <a:gd name="connsiteY2" fmla="*/ 502920 h 502920"/>
              <a:gd name="connsiteX3" fmla="*/ 0 w 8315764"/>
              <a:gd name="connsiteY3" fmla="*/ 502920 h 502920"/>
              <a:gd name="connsiteX4" fmla="*/ 0 w 8315764"/>
              <a:gd name="connsiteY4" fmla="*/ 0 h 502920"/>
              <a:gd name="connsiteX0" fmla="*/ 0 w 8315764"/>
              <a:gd name="connsiteY0" fmla="*/ 0 h 502920"/>
              <a:gd name="connsiteX1" fmla="*/ 8315764 w 8315764"/>
              <a:gd name="connsiteY1" fmla="*/ 0 h 502920"/>
              <a:gd name="connsiteX2" fmla="*/ 8209084 w 8315764"/>
              <a:gd name="connsiteY2" fmla="*/ 502920 h 502920"/>
              <a:gd name="connsiteX3" fmla="*/ 0 w 8315764"/>
              <a:gd name="connsiteY3" fmla="*/ 502920 h 502920"/>
              <a:gd name="connsiteX4" fmla="*/ 0 w 8315764"/>
              <a:gd name="connsiteY4" fmla="*/ 0 h 502920"/>
              <a:gd name="connsiteX0" fmla="*/ 0 w 8315764"/>
              <a:gd name="connsiteY0" fmla="*/ 0 h 502920"/>
              <a:gd name="connsiteX1" fmla="*/ 8315764 w 8315764"/>
              <a:gd name="connsiteY1" fmla="*/ 0 h 502920"/>
              <a:gd name="connsiteX2" fmla="*/ 8209084 w 8315764"/>
              <a:gd name="connsiteY2" fmla="*/ 502920 h 502920"/>
              <a:gd name="connsiteX3" fmla="*/ 121920 w 8315764"/>
              <a:gd name="connsiteY3" fmla="*/ 487680 h 502920"/>
              <a:gd name="connsiteX4" fmla="*/ 0 w 8315764"/>
              <a:gd name="connsiteY4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764" h="502920">
                <a:moveTo>
                  <a:pt x="0" y="0"/>
                </a:moveTo>
                <a:lnTo>
                  <a:pt x="8315764" y="0"/>
                </a:lnTo>
                <a:lnTo>
                  <a:pt x="8209084" y="502920"/>
                </a:lnTo>
                <a:lnTo>
                  <a:pt x="121920" y="4876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Pentagon 33">
            <a:extLst>
              <a:ext uri="{FF2B5EF4-FFF2-40B4-BE49-F238E27FC236}">
                <a16:creationId xmlns:a16="http://schemas.microsoft.com/office/drawing/2014/main" id="{DBAFD227-95AC-4C76-1CB6-F873D5ECA5E6}"/>
              </a:ext>
            </a:extLst>
          </p:cNvPr>
          <p:cNvSpPr/>
          <p:nvPr/>
        </p:nvSpPr>
        <p:spPr>
          <a:xfrm flipV="1">
            <a:off x="9024679" y="5821683"/>
            <a:ext cx="3164723" cy="1432556"/>
          </a:xfrm>
          <a:custGeom>
            <a:avLst/>
            <a:gdLst>
              <a:gd name="connsiteX0" fmla="*/ 5 w 5120639"/>
              <a:gd name="connsiteY0" fmla="*/ 547188 h 1432560"/>
              <a:gd name="connsiteX1" fmla="*/ 2560320 w 5120639"/>
              <a:gd name="connsiteY1" fmla="*/ 0 h 1432560"/>
              <a:gd name="connsiteX2" fmla="*/ 5120634 w 5120639"/>
              <a:gd name="connsiteY2" fmla="*/ 547188 h 1432560"/>
              <a:gd name="connsiteX3" fmla="*/ 4142681 w 5120639"/>
              <a:gd name="connsiteY3" fmla="*/ 1432556 h 1432560"/>
              <a:gd name="connsiteX4" fmla="*/ 977958 w 5120639"/>
              <a:gd name="connsiteY4" fmla="*/ 1432556 h 1432560"/>
              <a:gd name="connsiteX5" fmla="*/ 5 w 5120639"/>
              <a:gd name="connsiteY5" fmla="*/ 547188 h 1432560"/>
              <a:gd name="connsiteX0" fmla="*/ 0 w 4142676"/>
              <a:gd name="connsiteY0" fmla="*/ 547188 h 1432556"/>
              <a:gd name="connsiteX1" fmla="*/ 2560315 w 4142676"/>
              <a:gd name="connsiteY1" fmla="*/ 0 h 1432556"/>
              <a:gd name="connsiteX2" fmla="*/ 4021034 w 4142676"/>
              <a:gd name="connsiteY2" fmla="*/ 674509 h 1432556"/>
              <a:gd name="connsiteX3" fmla="*/ 4142676 w 4142676"/>
              <a:gd name="connsiteY3" fmla="*/ 1432556 h 1432556"/>
              <a:gd name="connsiteX4" fmla="*/ 977953 w 4142676"/>
              <a:gd name="connsiteY4" fmla="*/ 1432556 h 1432556"/>
              <a:gd name="connsiteX5" fmla="*/ 0 w 4142676"/>
              <a:gd name="connsiteY5" fmla="*/ 547188 h 1432556"/>
              <a:gd name="connsiteX0" fmla="*/ 121642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674509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121642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674509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63769 w 3164723"/>
              <a:gd name="connsiteY0" fmla="*/ 58191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63769 w 3164723"/>
              <a:gd name="connsiteY5" fmla="*/ 581912 h 1432556"/>
              <a:gd name="connsiteX0" fmla="*/ 99329 w 3164723"/>
              <a:gd name="connsiteY0" fmla="*/ 729232 h 1432556"/>
              <a:gd name="connsiteX1" fmla="*/ 1582362 w 3164723"/>
              <a:gd name="connsiteY1" fmla="*/ 0 h 1432556"/>
              <a:gd name="connsiteX2" fmla="*/ 3043081 w 3164723"/>
              <a:gd name="connsiteY2" fmla="*/ 7323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99329 w 3164723"/>
              <a:gd name="connsiteY5" fmla="*/ 729232 h 1432556"/>
              <a:gd name="connsiteX0" fmla="*/ 99329 w 3164723"/>
              <a:gd name="connsiteY0" fmla="*/ 729232 h 1432556"/>
              <a:gd name="connsiteX1" fmla="*/ 1582362 w 3164723"/>
              <a:gd name="connsiteY1" fmla="*/ 0 h 1432556"/>
              <a:gd name="connsiteX2" fmla="*/ 3038001 w 3164723"/>
              <a:gd name="connsiteY2" fmla="*/ 808582 h 1432556"/>
              <a:gd name="connsiteX3" fmla="*/ 3164723 w 3164723"/>
              <a:gd name="connsiteY3" fmla="*/ 1432556 h 1432556"/>
              <a:gd name="connsiteX4" fmla="*/ 0 w 3164723"/>
              <a:gd name="connsiteY4" fmla="*/ 1432556 h 1432556"/>
              <a:gd name="connsiteX5" fmla="*/ 99329 w 3164723"/>
              <a:gd name="connsiteY5" fmla="*/ 729232 h 143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4723" h="1432556">
                <a:moveTo>
                  <a:pt x="99329" y="729232"/>
                </a:moveTo>
                <a:cubicBezTo>
                  <a:pt x="142231" y="651085"/>
                  <a:pt x="1252948" y="53763"/>
                  <a:pt x="1582362" y="0"/>
                </a:cubicBezTo>
                <a:cubicBezTo>
                  <a:pt x="1916868" y="73439"/>
                  <a:pt x="3002199" y="704663"/>
                  <a:pt x="3038001" y="808582"/>
                </a:cubicBezTo>
                <a:cubicBezTo>
                  <a:pt x="3102932" y="895669"/>
                  <a:pt x="3124176" y="1199165"/>
                  <a:pt x="3164723" y="1432556"/>
                </a:cubicBezTo>
                <a:lnTo>
                  <a:pt x="0" y="1432556"/>
                </a:lnTo>
                <a:cubicBezTo>
                  <a:pt x="21256" y="1149008"/>
                  <a:pt x="47593" y="817708"/>
                  <a:pt x="99329" y="729232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94EDCF8-D524-3F77-7D32-EADD5024D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481" y="2785111"/>
            <a:ext cx="1300409" cy="37528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66F8F88-987F-13D4-33DB-F10BF012F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8537" y="9017952"/>
            <a:ext cx="13001625" cy="375285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7410BC38-1633-FD92-2F97-1A6791D20E7D}"/>
              </a:ext>
            </a:extLst>
          </p:cNvPr>
          <p:cNvSpPr/>
          <p:nvPr/>
        </p:nvSpPr>
        <p:spPr>
          <a:xfrm>
            <a:off x="15802708" y="9017951"/>
            <a:ext cx="6066692" cy="4416695"/>
          </a:xfrm>
          <a:prstGeom prst="rect">
            <a:avLst/>
          </a:prstGeom>
          <a:solidFill>
            <a:srgbClr val="2340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2F51E89-1B06-5983-863D-1A975B31817C}"/>
              </a:ext>
            </a:extLst>
          </p:cNvPr>
          <p:cNvSpPr/>
          <p:nvPr/>
        </p:nvSpPr>
        <p:spPr>
          <a:xfrm>
            <a:off x="17487899" y="9716926"/>
            <a:ext cx="621959" cy="1541304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59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03384F-ACD7-DB09-3BB8-5E4615D24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8000"/>
                    </a14:imgEffect>
                    <a14:imgEffect>
                      <a14:brightnessContrast bright="10000" contrast="-30000"/>
                    </a14:imgEffect>
                  </a14:imgLayer>
                </a14:imgProps>
              </a:ext>
            </a:extLst>
          </a:blip>
          <a:srcRect l="13319"/>
          <a:stretch/>
        </p:blipFill>
        <p:spPr>
          <a:xfrm>
            <a:off x="5410200" y="1870789"/>
            <a:ext cx="7284719" cy="8404067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9505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2C155F-A9E7-17A7-3005-988DE2C29B87}"/>
              </a:ext>
            </a:extLst>
          </p:cNvPr>
          <p:cNvSpPr/>
          <p:nvPr/>
        </p:nvSpPr>
        <p:spPr>
          <a:xfrm>
            <a:off x="1" y="0"/>
            <a:ext cx="17441827" cy="4124273"/>
          </a:xfrm>
          <a:prstGeom prst="rect">
            <a:avLst/>
          </a:prstGeom>
          <a:gradFill>
            <a:gsLst>
              <a:gs pos="9000">
                <a:srgbClr val="D1DAEB"/>
              </a:gs>
              <a:gs pos="72000">
                <a:srgbClr val="B2B9BE"/>
              </a:gs>
              <a:gs pos="15000">
                <a:srgbClr val="B2BBC6"/>
              </a:gs>
              <a:gs pos="4000">
                <a:srgbClr val="9FABBB"/>
              </a:gs>
              <a:gs pos="100000">
                <a:srgbClr val="A5A5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CC4B6-B67F-9CAE-5B19-D5934D809AEA}"/>
              </a:ext>
            </a:extLst>
          </p:cNvPr>
          <p:cNvSpPr/>
          <p:nvPr/>
        </p:nvSpPr>
        <p:spPr>
          <a:xfrm>
            <a:off x="0" y="0"/>
            <a:ext cx="17441828" cy="291855"/>
          </a:xfrm>
          <a:prstGeom prst="rect">
            <a:avLst/>
          </a:prstGeom>
          <a:solidFill>
            <a:srgbClr val="9798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003B68-0687-18F3-8BDC-067D86876ACB}"/>
              </a:ext>
            </a:extLst>
          </p:cNvPr>
          <p:cNvSpPr/>
          <p:nvPr/>
        </p:nvSpPr>
        <p:spPr>
          <a:xfrm>
            <a:off x="16529160" y="995240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685220-F99E-333F-B03A-2DE8771704B1}"/>
              </a:ext>
            </a:extLst>
          </p:cNvPr>
          <p:cNvSpPr/>
          <p:nvPr/>
        </p:nvSpPr>
        <p:spPr>
          <a:xfrm>
            <a:off x="12143303" y="1033945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1B9953-E2C3-9FCD-9FD7-AD85F71B51AC}"/>
              </a:ext>
            </a:extLst>
          </p:cNvPr>
          <p:cNvSpPr/>
          <p:nvPr/>
        </p:nvSpPr>
        <p:spPr>
          <a:xfrm>
            <a:off x="7980552" y="1056455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7B4E35-8D5F-7A41-03F7-94584410DE82}"/>
              </a:ext>
            </a:extLst>
          </p:cNvPr>
          <p:cNvSpPr/>
          <p:nvPr/>
        </p:nvSpPr>
        <p:spPr>
          <a:xfrm>
            <a:off x="3835968" y="1029927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0CBB7BFD-4AA2-7B6F-F484-F64D600BF58D}"/>
              </a:ext>
            </a:extLst>
          </p:cNvPr>
          <p:cNvSpPr/>
          <p:nvPr/>
        </p:nvSpPr>
        <p:spPr>
          <a:xfrm>
            <a:off x="14587933" y="960554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5E62CC-7EAB-6E73-A811-3AD8628BA49D}"/>
              </a:ext>
            </a:extLst>
          </p:cNvPr>
          <p:cNvCxnSpPr/>
          <p:nvPr/>
        </p:nvCxnSpPr>
        <p:spPr>
          <a:xfrm>
            <a:off x="15173336" y="995239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6615DF-60AD-3C50-B1D7-AFA2527FDEA4}"/>
              </a:ext>
            </a:extLst>
          </p:cNvPr>
          <p:cNvSpPr/>
          <p:nvPr/>
        </p:nvSpPr>
        <p:spPr>
          <a:xfrm>
            <a:off x="15255486" y="1158416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7AD152-0C2D-9889-EDDE-826524729B56}"/>
              </a:ext>
            </a:extLst>
          </p:cNvPr>
          <p:cNvSpPr/>
          <p:nvPr/>
        </p:nvSpPr>
        <p:spPr>
          <a:xfrm>
            <a:off x="14686795" y="1158416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4" name="Rectangle: Rounded Corners 12">
            <a:extLst>
              <a:ext uri="{FF2B5EF4-FFF2-40B4-BE49-F238E27FC236}">
                <a16:creationId xmlns:a16="http://schemas.microsoft.com/office/drawing/2014/main" id="{CC9D2C10-3E74-1D34-AD5B-7E4651D29E71}"/>
              </a:ext>
            </a:extLst>
          </p:cNvPr>
          <p:cNvSpPr/>
          <p:nvPr/>
        </p:nvSpPr>
        <p:spPr>
          <a:xfrm>
            <a:off x="10448261" y="960554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B4C2D6-8E1F-4F1C-CAD9-D92555BA3786}"/>
              </a:ext>
            </a:extLst>
          </p:cNvPr>
          <p:cNvCxnSpPr/>
          <p:nvPr/>
        </p:nvCxnSpPr>
        <p:spPr>
          <a:xfrm>
            <a:off x="11033664" y="995239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23D330-0DE2-A546-B9F8-6F5A8871A4D9}"/>
              </a:ext>
            </a:extLst>
          </p:cNvPr>
          <p:cNvSpPr/>
          <p:nvPr/>
        </p:nvSpPr>
        <p:spPr>
          <a:xfrm>
            <a:off x="11115813" y="1158416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F3A1DB-CAF4-739C-9B56-B0022C9422D8}"/>
              </a:ext>
            </a:extLst>
          </p:cNvPr>
          <p:cNvSpPr/>
          <p:nvPr/>
        </p:nvSpPr>
        <p:spPr>
          <a:xfrm>
            <a:off x="10547122" y="1158416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2E24CE16-4E5A-1F03-B98D-CB251F8FC150}"/>
              </a:ext>
            </a:extLst>
          </p:cNvPr>
          <p:cNvSpPr/>
          <p:nvPr/>
        </p:nvSpPr>
        <p:spPr>
          <a:xfrm>
            <a:off x="6152389" y="960554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40D768-4485-99BF-3EB8-55919EAD7A6A}"/>
              </a:ext>
            </a:extLst>
          </p:cNvPr>
          <p:cNvCxnSpPr/>
          <p:nvPr/>
        </p:nvCxnSpPr>
        <p:spPr>
          <a:xfrm>
            <a:off x="6737792" y="995239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5D7E74D-9E9C-ED11-2AFA-E0C72790CA6C}"/>
              </a:ext>
            </a:extLst>
          </p:cNvPr>
          <p:cNvSpPr/>
          <p:nvPr/>
        </p:nvSpPr>
        <p:spPr>
          <a:xfrm>
            <a:off x="6819941" y="1158416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6DDA1A-4885-2850-07F1-D8334EB6A5CC}"/>
              </a:ext>
            </a:extLst>
          </p:cNvPr>
          <p:cNvSpPr/>
          <p:nvPr/>
        </p:nvSpPr>
        <p:spPr>
          <a:xfrm>
            <a:off x="6251250" y="1158416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2" name="Rectangle: Rounded Corners 12">
            <a:extLst>
              <a:ext uri="{FF2B5EF4-FFF2-40B4-BE49-F238E27FC236}">
                <a16:creationId xmlns:a16="http://schemas.microsoft.com/office/drawing/2014/main" id="{86E56F9C-567F-B484-C375-4B86EF057DC9}"/>
              </a:ext>
            </a:extLst>
          </p:cNvPr>
          <p:cNvSpPr/>
          <p:nvPr/>
        </p:nvSpPr>
        <p:spPr>
          <a:xfrm>
            <a:off x="1736557" y="949170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B2BBC6">
                  <a:lumMod val="93000"/>
                </a:srgbClr>
              </a:gs>
              <a:gs pos="100000">
                <a:srgbClr val="A5A5A5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DA347A-E59D-0AAC-1661-A902D494F4B0}"/>
              </a:ext>
            </a:extLst>
          </p:cNvPr>
          <p:cNvCxnSpPr/>
          <p:nvPr/>
        </p:nvCxnSpPr>
        <p:spPr>
          <a:xfrm>
            <a:off x="2321960" y="983855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5A8C93-6190-F664-8B58-E8FD97779936}"/>
              </a:ext>
            </a:extLst>
          </p:cNvPr>
          <p:cNvSpPr/>
          <p:nvPr/>
        </p:nvSpPr>
        <p:spPr>
          <a:xfrm>
            <a:off x="2404110" y="1147033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039D8F8-D4EA-16E3-F885-9393479181DA}"/>
              </a:ext>
            </a:extLst>
          </p:cNvPr>
          <p:cNvSpPr/>
          <p:nvPr/>
        </p:nvSpPr>
        <p:spPr>
          <a:xfrm>
            <a:off x="1835419" y="1147033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A1A5CC-948E-9C3B-F10A-F39201110C00}"/>
              </a:ext>
            </a:extLst>
          </p:cNvPr>
          <p:cNvSpPr/>
          <p:nvPr/>
        </p:nvSpPr>
        <p:spPr>
          <a:xfrm>
            <a:off x="13948167" y="1162434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5AC469-2793-539E-5B53-98CF62772A2C}"/>
              </a:ext>
            </a:extLst>
          </p:cNvPr>
          <p:cNvSpPr/>
          <p:nvPr/>
        </p:nvSpPr>
        <p:spPr>
          <a:xfrm>
            <a:off x="3079810" y="1085505"/>
            <a:ext cx="526684" cy="1382187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DAB782C-2E94-9260-92D0-08F1A7713F0E}"/>
              </a:ext>
            </a:extLst>
          </p:cNvPr>
          <p:cNvSpPr/>
          <p:nvPr/>
        </p:nvSpPr>
        <p:spPr>
          <a:xfrm>
            <a:off x="9774915" y="1248797"/>
            <a:ext cx="591199" cy="239543"/>
          </a:xfrm>
          <a:prstGeom prst="roundRect">
            <a:avLst/>
          </a:prstGeom>
          <a:solidFill>
            <a:srgbClr val="161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49BB14-8258-6CB8-7929-262C78E6D7D7}"/>
              </a:ext>
            </a:extLst>
          </p:cNvPr>
          <p:cNvSpPr/>
          <p:nvPr/>
        </p:nvSpPr>
        <p:spPr>
          <a:xfrm>
            <a:off x="0" y="508388"/>
            <a:ext cx="17441828" cy="291855"/>
          </a:xfrm>
          <a:prstGeom prst="rect">
            <a:avLst/>
          </a:prstGeom>
          <a:solidFill>
            <a:srgbClr val="C52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351CD2-C30D-9F04-4020-3146EDCB6EEB}"/>
              </a:ext>
            </a:extLst>
          </p:cNvPr>
          <p:cNvSpPr/>
          <p:nvPr/>
        </p:nvSpPr>
        <p:spPr>
          <a:xfrm>
            <a:off x="354929" y="983125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615D4C2-C38F-C337-B537-65F8577C69F2}"/>
              </a:ext>
            </a:extLst>
          </p:cNvPr>
          <p:cNvSpPr/>
          <p:nvPr/>
        </p:nvSpPr>
        <p:spPr>
          <a:xfrm>
            <a:off x="8746025" y="508388"/>
            <a:ext cx="775504" cy="29185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C0C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B3883B-6D4E-8B6F-0FE4-655FF1522F5E}"/>
              </a:ext>
            </a:extLst>
          </p:cNvPr>
          <p:cNvSpPr/>
          <p:nvPr/>
        </p:nvSpPr>
        <p:spPr>
          <a:xfrm>
            <a:off x="562708" y="7013845"/>
            <a:ext cx="17441827" cy="4124273"/>
          </a:xfrm>
          <a:prstGeom prst="rect">
            <a:avLst/>
          </a:prstGeom>
          <a:gradFill>
            <a:gsLst>
              <a:gs pos="4000">
                <a:srgbClr val="686C78"/>
              </a:gs>
              <a:gs pos="67000">
                <a:srgbClr val="7D838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5129754-0953-C28A-1A76-323575610DF5}"/>
              </a:ext>
            </a:extLst>
          </p:cNvPr>
          <p:cNvSpPr/>
          <p:nvPr/>
        </p:nvSpPr>
        <p:spPr>
          <a:xfrm>
            <a:off x="17091867" y="8009085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2E722D7-BEA3-83D3-B4AE-7D9E66D82AFE}"/>
              </a:ext>
            </a:extLst>
          </p:cNvPr>
          <p:cNvSpPr/>
          <p:nvPr/>
        </p:nvSpPr>
        <p:spPr>
          <a:xfrm>
            <a:off x="12706010" y="8047790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D685400-2DC6-D526-8FEE-B66BEEA5C2FF}"/>
              </a:ext>
            </a:extLst>
          </p:cNvPr>
          <p:cNvSpPr/>
          <p:nvPr/>
        </p:nvSpPr>
        <p:spPr>
          <a:xfrm>
            <a:off x="8543259" y="8070300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103A555-CCC3-8E8F-D51D-F772DDC18AEA}"/>
              </a:ext>
            </a:extLst>
          </p:cNvPr>
          <p:cNvSpPr/>
          <p:nvPr/>
        </p:nvSpPr>
        <p:spPr>
          <a:xfrm>
            <a:off x="4398675" y="8043772"/>
            <a:ext cx="1681279" cy="1510677"/>
          </a:xfrm>
          <a:prstGeom prst="roundRect">
            <a:avLst>
              <a:gd name="adj" fmla="val 1010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38" name="Rectangle: Rounded Corners 12">
            <a:extLst>
              <a:ext uri="{FF2B5EF4-FFF2-40B4-BE49-F238E27FC236}">
                <a16:creationId xmlns:a16="http://schemas.microsoft.com/office/drawing/2014/main" id="{75CAF679-F255-A65F-E341-5CE7391A3A14}"/>
              </a:ext>
            </a:extLst>
          </p:cNvPr>
          <p:cNvSpPr/>
          <p:nvPr/>
        </p:nvSpPr>
        <p:spPr>
          <a:xfrm>
            <a:off x="15150640" y="7974399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70757B"/>
              </a:gs>
              <a:gs pos="100000">
                <a:srgbClr val="7D8381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0710E7-38AC-A6B2-29E2-2CE9AA8B9878}"/>
              </a:ext>
            </a:extLst>
          </p:cNvPr>
          <p:cNvCxnSpPr/>
          <p:nvPr/>
        </p:nvCxnSpPr>
        <p:spPr>
          <a:xfrm>
            <a:off x="15736043" y="8009084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80367FA-DC80-0410-A889-C03F02BE892A}"/>
              </a:ext>
            </a:extLst>
          </p:cNvPr>
          <p:cNvSpPr/>
          <p:nvPr/>
        </p:nvSpPr>
        <p:spPr>
          <a:xfrm>
            <a:off x="15818193" y="8172261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B422FFD-8E9E-6608-29F7-A0AD8D517B2E}"/>
              </a:ext>
            </a:extLst>
          </p:cNvPr>
          <p:cNvSpPr/>
          <p:nvPr/>
        </p:nvSpPr>
        <p:spPr>
          <a:xfrm>
            <a:off x="15249502" y="8172261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1292903A-7579-F839-66B8-51BD6B94B655}"/>
              </a:ext>
            </a:extLst>
          </p:cNvPr>
          <p:cNvSpPr/>
          <p:nvPr/>
        </p:nvSpPr>
        <p:spPr>
          <a:xfrm>
            <a:off x="11010968" y="7974399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70757B"/>
              </a:gs>
              <a:gs pos="100000">
                <a:srgbClr val="7D8381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319C33D-1B3B-4598-CC15-B92338A00A7B}"/>
              </a:ext>
            </a:extLst>
          </p:cNvPr>
          <p:cNvCxnSpPr/>
          <p:nvPr/>
        </p:nvCxnSpPr>
        <p:spPr>
          <a:xfrm>
            <a:off x="11596371" y="8009084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0333058-6A45-197F-CCC4-04998C9EE8D5}"/>
              </a:ext>
            </a:extLst>
          </p:cNvPr>
          <p:cNvSpPr/>
          <p:nvPr/>
        </p:nvSpPr>
        <p:spPr>
          <a:xfrm>
            <a:off x="11678520" y="8172261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7F5D55A-13B1-5001-6440-293715CB62D5}"/>
              </a:ext>
            </a:extLst>
          </p:cNvPr>
          <p:cNvSpPr/>
          <p:nvPr/>
        </p:nvSpPr>
        <p:spPr>
          <a:xfrm>
            <a:off x="11109829" y="8172261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46" name="Rectangle: Rounded Corners 12">
            <a:extLst>
              <a:ext uri="{FF2B5EF4-FFF2-40B4-BE49-F238E27FC236}">
                <a16:creationId xmlns:a16="http://schemas.microsoft.com/office/drawing/2014/main" id="{7B12EF1C-3483-4922-D258-777FD86C382B}"/>
              </a:ext>
            </a:extLst>
          </p:cNvPr>
          <p:cNvSpPr/>
          <p:nvPr/>
        </p:nvSpPr>
        <p:spPr>
          <a:xfrm>
            <a:off x="6715096" y="7974399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70757B"/>
              </a:gs>
              <a:gs pos="100000">
                <a:srgbClr val="7D8381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F504B5-CB4C-01B5-3A86-4A7B25D94ED2}"/>
              </a:ext>
            </a:extLst>
          </p:cNvPr>
          <p:cNvCxnSpPr/>
          <p:nvPr/>
        </p:nvCxnSpPr>
        <p:spPr>
          <a:xfrm>
            <a:off x="7300499" y="8009084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CC794BC-7FBE-49E0-8A31-9DFC0BE85ABB}"/>
              </a:ext>
            </a:extLst>
          </p:cNvPr>
          <p:cNvSpPr/>
          <p:nvPr/>
        </p:nvSpPr>
        <p:spPr>
          <a:xfrm>
            <a:off x="7382648" y="8172261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E7ECFD5-54C8-6221-2C74-054FC6D42362}"/>
              </a:ext>
            </a:extLst>
          </p:cNvPr>
          <p:cNvSpPr/>
          <p:nvPr/>
        </p:nvSpPr>
        <p:spPr>
          <a:xfrm>
            <a:off x="6813957" y="8172261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50" name="Rectangle: Rounded Corners 12">
            <a:extLst>
              <a:ext uri="{FF2B5EF4-FFF2-40B4-BE49-F238E27FC236}">
                <a16:creationId xmlns:a16="http://schemas.microsoft.com/office/drawing/2014/main" id="{42FD7DD4-6134-F670-C9B4-0B74AE24DCC9}"/>
              </a:ext>
            </a:extLst>
          </p:cNvPr>
          <p:cNvSpPr/>
          <p:nvPr/>
        </p:nvSpPr>
        <p:spPr>
          <a:xfrm>
            <a:off x="2299264" y="7963015"/>
            <a:ext cx="1177877" cy="2792004"/>
          </a:xfrm>
          <a:custGeom>
            <a:avLst/>
            <a:gdLst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0 w 595373"/>
              <a:gd name="connsiteY7" fmla="*/ 1341847 h 1408695"/>
              <a:gd name="connsiteX8" fmla="*/ 0 w 595373"/>
              <a:gd name="connsiteY8" fmla="*/ 66848 h 1408695"/>
              <a:gd name="connsiteX0" fmla="*/ 0 w 595373"/>
              <a:gd name="connsiteY0" fmla="*/ 66848 h 1409951"/>
              <a:gd name="connsiteX1" fmla="*/ 66848 w 595373"/>
              <a:gd name="connsiteY1" fmla="*/ 0 h 1409951"/>
              <a:gd name="connsiteX2" fmla="*/ 528525 w 595373"/>
              <a:gd name="connsiteY2" fmla="*/ 0 h 1409951"/>
              <a:gd name="connsiteX3" fmla="*/ 595373 w 595373"/>
              <a:gd name="connsiteY3" fmla="*/ 66848 h 1409951"/>
              <a:gd name="connsiteX4" fmla="*/ 595373 w 595373"/>
              <a:gd name="connsiteY4" fmla="*/ 1341847 h 1409951"/>
              <a:gd name="connsiteX5" fmla="*/ 528525 w 595373"/>
              <a:gd name="connsiteY5" fmla="*/ 1408695 h 1409951"/>
              <a:gd name="connsiteX6" fmla="*/ 66848 w 595373"/>
              <a:gd name="connsiteY6" fmla="*/ 1408695 h 1409951"/>
              <a:gd name="connsiteX7" fmla="*/ 0 w 595373"/>
              <a:gd name="connsiteY7" fmla="*/ 1381852 h 1409951"/>
              <a:gd name="connsiteX8" fmla="*/ 0 w 595373"/>
              <a:gd name="connsiteY8" fmla="*/ 66848 h 1409951"/>
              <a:gd name="connsiteX0" fmla="*/ 0 w 595373"/>
              <a:gd name="connsiteY0" fmla="*/ 66848 h 1408695"/>
              <a:gd name="connsiteX1" fmla="*/ 66848 w 595373"/>
              <a:gd name="connsiteY1" fmla="*/ 0 h 1408695"/>
              <a:gd name="connsiteX2" fmla="*/ 528525 w 595373"/>
              <a:gd name="connsiteY2" fmla="*/ 0 h 1408695"/>
              <a:gd name="connsiteX3" fmla="*/ 595373 w 595373"/>
              <a:gd name="connsiteY3" fmla="*/ 66848 h 1408695"/>
              <a:gd name="connsiteX4" fmla="*/ 595373 w 595373"/>
              <a:gd name="connsiteY4" fmla="*/ 1341847 h 1408695"/>
              <a:gd name="connsiteX5" fmla="*/ 528525 w 595373"/>
              <a:gd name="connsiteY5" fmla="*/ 1408695 h 1408695"/>
              <a:gd name="connsiteX6" fmla="*/ 66848 w 595373"/>
              <a:gd name="connsiteY6" fmla="*/ 1408695 h 1408695"/>
              <a:gd name="connsiteX7" fmla="*/ 1905 w 595373"/>
              <a:gd name="connsiteY7" fmla="*/ 1368517 h 1408695"/>
              <a:gd name="connsiteX8" fmla="*/ 0 w 595373"/>
              <a:gd name="connsiteY8" fmla="*/ 66848 h 1408695"/>
              <a:gd name="connsiteX0" fmla="*/ 0 w 595373"/>
              <a:gd name="connsiteY0" fmla="*/ 66848 h 1411254"/>
              <a:gd name="connsiteX1" fmla="*/ 66848 w 595373"/>
              <a:gd name="connsiteY1" fmla="*/ 0 h 1411254"/>
              <a:gd name="connsiteX2" fmla="*/ 528525 w 595373"/>
              <a:gd name="connsiteY2" fmla="*/ 0 h 1411254"/>
              <a:gd name="connsiteX3" fmla="*/ 595373 w 595373"/>
              <a:gd name="connsiteY3" fmla="*/ 66848 h 1411254"/>
              <a:gd name="connsiteX4" fmla="*/ 595373 w 595373"/>
              <a:gd name="connsiteY4" fmla="*/ 1385662 h 1411254"/>
              <a:gd name="connsiteX5" fmla="*/ 528525 w 595373"/>
              <a:gd name="connsiteY5" fmla="*/ 1408695 h 1411254"/>
              <a:gd name="connsiteX6" fmla="*/ 66848 w 595373"/>
              <a:gd name="connsiteY6" fmla="*/ 1408695 h 1411254"/>
              <a:gd name="connsiteX7" fmla="*/ 1905 w 595373"/>
              <a:gd name="connsiteY7" fmla="*/ 1368517 h 1411254"/>
              <a:gd name="connsiteX8" fmla="*/ 0 w 595373"/>
              <a:gd name="connsiteY8" fmla="*/ 66848 h 1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373" h="1411254">
                <a:moveTo>
                  <a:pt x="0" y="66848"/>
                </a:moveTo>
                <a:cubicBezTo>
                  <a:pt x="0" y="29929"/>
                  <a:pt x="29929" y="0"/>
                  <a:pt x="66848" y="0"/>
                </a:cubicBezTo>
                <a:lnTo>
                  <a:pt x="528525" y="0"/>
                </a:lnTo>
                <a:cubicBezTo>
                  <a:pt x="565444" y="0"/>
                  <a:pt x="595373" y="29929"/>
                  <a:pt x="595373" y="66848"/>
                </a:cubicBezTo>
                <a:lnTo>
                  <a:pt x="595373" y="1385662"/>
                </a:lnTo>
                <a:cubicBezTo>
                  <a:pt x="595373" y="1422581"/>
                  <a:pt x="565444" y="1408695"/>
                  <a:pt x="528525" y="1408695"/>
                </a:cubicBezTo>
                <a:lnTo>
                  <a:pt x="66848" y="1408695"/>
                </a:lnTo>
                <a:cubicBezTo>
                  <a:pt x="29929" y="1408695"/>
                  <a:pt x="1905" y="1405436"/>
                  <a:pt x="1905" y="1368517"/>
                </a:cubicBezTo>
                <a:lnTo>
                  <a:pt x="0" y="66848"/>
                </a:lnTo>
                <a:close/>
              </a:path>
            </a:pathLst>
          </a:custGeom>
          <a:gradFill>
            <a:gsLst>
              <a:gs pos="0">
                <a:srgbClr val="70757B"/>
              </a:gs>
              <a:gs pos="100000">
                <a:srgbClr val="7D8381"/>
              </a:gs>
            </a:gsLst>
            <a:lin ang="5400000" scaled="0"/>
          </a:gradFill>
          <a:ln>
            <a:gradFill>
              <a:gsLst>
                <a:gs pos="0">
                  <a:schemeClr val="bg2">
                    <a:lumMod val="75000"/>
                  </a:schemeClr>
                </a:gs>
                <a:gs pos="66000">
                  <a:schemeClr val="tx1">
                    <a:lumMod val="65000"/>
                    <a:lumOff val="35000"/>
                  </a:schemeClr>
                </a:gs>
                <a:gs pos="84000">
                  <a:schemeClr val="tx1">
                    <a:lumMod val="75000"/>
                    <a:lumOff val="25000"/>
                  </a:schemeClr>
                </a:gs>
                <a:gs pos="100000">
                  <a:srgbClr val="525252"/>
                </a:gs>
              </a:gsLst>
              <a:lin ang="5400000" scaled="1"/>
            </a:gradFill>
          </a:ln>
          <a:effectLst>
            <a:innerShdw blurRad="63500" dir="16200000">
              <a:prstClr val="black">
                <a:alpha val="5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B11254-3D88-9B5B-5094-0C9D482A5664}"/>
              </a:ext>
            </a:extLst>
          </p:cNvPr>
          <p:cNvCxnSpPr/>
          <p:nvPr/>
        </p:nvCxnSpPr>
        <p:spPr>
          <a:xfrm>
            <a:off x="2884667" y="7997700"/>
            <a:ext cx="0" cy="276870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33AD5C7-3963-3FF2-36DC-7AF5973B0537}"/>
              </a:ext>
            </a:extLst>
          </p:cNvPr>
          <p:cNvSpPr/>
          <p:nvPr/>
        </p:nvSpPr>
        <p:spPr>
          <a:xfrm>
            <a:off x="2966817" y="816087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6337673-4C9F-A420-7591-7548DB64F9DB}"/>
              </a:ext>
            </a:extLst>
          </p:cNvPr>
          <p:cNvSpPr/>
          <p:nvPr/>
        </p:nvSpPr>
        <p:spPr>
          <a:xfrm>
            <a:off x="2398126" y="8160878"/>
            <a:ext cx="397242" cy="1382187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88F3A11-CBDF-E8C0-7427-A50D01519F98}"/>
              </a:ext>
            </a:extLst>
          </p:cNvPr>
          <p:cNvSpPr/>
          <p:nvPr/>
        </p:nvSpPr>
        <p:spPr>
          <a:xfrm>
            <a:off x="917636" y="7996970"/>
            <a:ext cx="618277" cy="1580043"/>
          </a:xfrm>
          <a:prstGeom prst="roundRect">
            <a:avLst>
              <a:gd name="adj" fmla="val 28371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067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94BD02C-1B84-1AB5-230C-938CE7C95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5412" y="-139721"/>
            <a:ext cx="6715853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4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740898-323D-1BB2-386E-13CF239A5C31}"/>
              </a:ext>
            </a:extLst>
          </p:cNvPr>
          <p:cNvSpPr/>
          <p:nvPr/>
        </p:nvSpPr>
        <p:spPr>
          <a:xfrm>
            <a:off x="46066" y="4204875"/>
            <a:ext cx="11296891" cy="600726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0567E80-E1BE-C134-9548-858602A783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" b="67081"/>
          <a:stretch/>
        </p:blipFill>
        <p:spPr>
          <a:xfrm>
            <a:off x="14356471" y="12903199"/>
            <a:ext cx="6036055" cy="5518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7DC56FB-76DD-E32D-237B-91354D9E0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" b="67081"/>
          <a:stretch/>
        </p:blipFill>
        <p:spPr>
          <a:xfrm>
            <a:off x="2504440" y="12903200"/>
            <a:ext cx="6036055" cy="551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82692-FFFE-04E7-B1F3-4A8480CD5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5077"/>
            <a:ext cx="11430000" cy="1143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C7AEEF-4EBC-2BA4-72B3-8A2DB807FD3A}"/>
              </a:ext>
            </a:extLst>
          </p:cNvPr>
          <p:cNvSpPr/>
          <p:nvPr/>
        </p:nvSpPr>
        <p:spPr>
          <a:xfrm>
            <a:off x="21409684" y="0"/>
            <a:ext cx="2710791" cy="717393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BB2747-4E3E-9492-8DA8-4029988AA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27" y="10552537"/>
            <a:ext cx="577214" cy="5924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9D7613-8CC1-0059-0039-18D8C4AB0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347" y="10552536"/>
            <a:ext cx="577214" cy="5924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0E669A9-5EC4-E910-3D5B-DF843CEBFDD6}"/>
              </a:ext>
            </a:extLst>
          </p:cNvPr>
          <p:cNvSpPr/>
          <p:nvPr/>
        </p:nvSpPr>
        <p:spPr>
          <a:xfrm>
            <a:off x="11898097" y="4204875"/>
            <a:ext cx="11296891" cy="600726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CDA729-88C5-7176-103A-6C1252DB1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031" y="2025077"/>
            <a:ext cx="11430000" cy="114300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A0322D84-CC9E-6F09-5787-D8C650BD47A0}"/>
              </a:ext>
            </a:extLst>
          </p:cNvPr>
          <p:cNvSpPr/>
          <p:nvPr/>
        </p:nvSpPr>
        <p:spPr>
          <a:xfrm>
            <a:off x="13299440" y="11654411"/>
            <a:ext cx="452120" cy="492982"/>
          </a:xfrm>
          <a:prstGeom prst="ellipse">
            <a:avLst/>
          </a:prstGeom>
          <a:solidFill>
            <a:srgbClr val="FC3E46"/>
          </a:solidFill>
          <a:ln>
            <a:noFill/>
          </a:ln>
          <a:effectLst>
            <a:glow rad="127000">
              <a:srgbClr val="FC3E46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0866967-39B4-5A17-CD8C-31A1283C4E96}"/>
              </a:ext>
            </a:extLst>
          </p:cNvPr>
          <p:cNvSpPr/>
          <p:nvPr/>
        </p:nvSpPr>
        <p:spPr>
          <a:xfrm>
            <a:off x="21348724" y="11654411"/>
            <a:ext cx="452120" cy="492982"/>
          </a:xfrm>
          <a:prstGeom prst="ellipse">
            <a:avLst/>
          </a:prstGeom>
          <a:solidFill>
            <a:srgbClr val="FC3E46"/>
          </a:solidFill>
          <a:ln>
            <a:noFill/>
          </a:ln>
          <a:effectLst>
            <a:glow rad="127000">
              <a:srgbClr val="FC3E46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16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78A8111-29AE-9277-D657-DC666E89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2" b="67081"/>
          <a:stretch/>
        </p:blipFill>
        <p:spPr>
          <a:xfrm>
            <a:off x="2492248" y="13127611"/>
            <a:ext cx="6036055" cy="5518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88D574-F32D-E56B-D8B6-4F79802E1B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2" b="67081"/>
          <a:stretch/>
        </p:blipFill>
        <p:spPr>
          <a:xfrm>
            <a:off x="15179548" y="13127610"/>
            <a:ext cx="6036055" cy="5518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5C415F-0EB8-6EDC-9652-277AC0549F8E}"/>
              </a:ext>
            </a:extLst>
          </p:cNvPr>
          <p:cNvSpPr/>
          <p:nvPr/>
        </p:nvSpPr>
        <p:spPr>
          <a:xfrm>
            <a:off x="46066" y="4204875"/>
            <a:ext cx="11296891" cy="600726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CA5C6-1797-92D3-4532-89EE597DD83A}"/>
              </a:ext>
            </a:extLst>
          </p:cNvPr>
          <p:cNvSpPr/>
          <p:nvPr/>
        </p:nvSpPr>
        <p:spPr>
          <a:xfrm>
            <a:off x="12766434" y="3836113"/>
            <a:ext cx="11296891" cy="600726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A5607-A990-F791-9F76-4330D763B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9488"/>
            <a:ext cx="11420475" cy="1143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82DA0-E233-1081-9638-4012E8A38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0" y="2249488"/>
            <a:ext cx="11420475" cy="1143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DCC051-CC5C-BD17-6030-D418D0828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07" y="10776595"/>
            <a:ext cx="577214" cy="5924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F8123D-C378-2C1A-9D8E-7E018618E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727" y="10776594"/>
            <a:ext cx="577214" cy="59244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2D97418-9CD3-20F6-3AFD-120A10AD67CF}"/>
              </a:ext>
            </a:extLst>
          </p:cNvPr>
          <p:cNvSpPr/>
          <p:nvPr/>
        </p:nvSpPr>
        <p:spPr>
          <a:xfrm>
            <a:off x="14132560" y="11847451"/>
            <a:ext cx="452120" cy="492982"/>
          </a:xfrm>
          <a:prstGeom prst="ellipse">
            <a:avLst/>
          </a:prstGeom>
          <a:solidFill>
            <a:srgbClr val="FC3E46"/>
          </a:solidFill>
          <a:ln>
            <a:noFill/>
          </a:ln>
          <a:effectLst>
            <a:glow rad="127000">
              <a:srgbClr val="FC3E46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340424-1010-625B-87D0-E8F0CF38DFD7}"/>
              </a:ext>
            </a:extLst>
          </p:cNvPr>
          <p:cNvSpPr/>
          <p:nvPr/>
        </p:nvSpPr>
        <p:spPr>
          <a:xfrm>
            <a:off x="22181844" y="11847451"/>
            <a:ext cx="452120" cy="492982"/>
          </a:xfrm>
          <a:prstGeom prst="ellipse">
            <a:avLst/>
          </a:prstGeom>
          <a:solidFill>
            <a:srgbClr val="FC3E46"/>
          </a:solidFill>
          <a:ln>
            <a:noFill/>
          </a:ln>
          <a:effectLst>
            <a:glow rad="127000">
              <a:srgbClr val="FC3E46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40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86C424-B289-0C2E-BEA0-58DACC6FB44C}"/>
              </a:ext>
            </a:extLst>
          </p:cNvPr>
          <p:cNvSpPr/>
          <p:nvPr/>
        </p:nvSpPr>
        <p:spPr>
          <a:xfrm>
            <a:off x="472270" y="1242646"/>
            <a:ext cx="1262746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FBE3D-D1D5-AA37-CC26-08244E7BC3EE}"/>
              </a:ext>
            </a:extLst>
          </p:cNvPr>
          <p:cNvSpPr/>
          <p:nvPr/>
        </p:nvSpPr>
        <p:spPr>
          <a:xfrm>
            <a:off x="2430023" y="1465385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2CA6B-BBE8-FBB6-D788-F5B0CA88E050}"/>
              </a:ext>
            </a:extLst>
          </p:cNvPr>
          <p:cNvSpPr/>
          <p:nvPr/>
        </p:nvSpPr>
        <p:spPr>
          <a:xfrm>
            <a:off x="8443962" y="1465385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7D84CB-5566-7B1E-0774-DF91615215C1}"/>
              </a:ext>
            </a:extLst>
          </p:cNvPr>
          <p:cNvSpPr/>
          <p:nvPr/>
        </p:nvSpPr>
        <p:spPr>
          <a:xfrm>
            <a:off x="14457901" y="1465384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92933C-A419-FF98-7341-CF06BE7ACF79}"/>
              </a:ext>
            </a:extLst>
          </p:cNvPr>
          <p:cNvSpPr/>
          <p:nvPr/>
        </p:nvSpPr>
        <p:spPr>
          <a:xfrm>
            <a:off x="19993953" y="1465383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4B4D6-6A36-385A-500C-5C61A7A9E8A7}"/>
              </a:ext>
            </a:extLst>
          </p:cNvPr>
          <p:cNvSpPr/>
          <p:nvPr/>
        </p:nvSpPr>
        <p:spPr>
          <a:xfrm>
            <a:off x="22385459" y="1242646"/>
            <a:ext cx="169649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029D3D-D0D1-2ED1-2C8C-5D338FD59ED1}"/>
              </a:ext>
            </a:extLst>
          </p:cNvPr>
          <p:cNvSpPr/>
          <p:nvPr/>
        </p:nvSpPr>
        <p:spPr>
          <a:xfrm>
            <a:off x="16377677" y="1242646"/>
            <a:ext cx="292126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51CCC-C504-F32A-05D2-381B97618D68}"/>
              </a:ext>
            </a:extLst>
          </p:cNvPr>
          <p:cNvSpPr/>
          <p:nvPr/>
        </p:nvSpPr>
        <p:spPr>
          <a:xfrm>
            <a:off x="10943763" y="1242644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B95E85-F790-5350-3963-ED304D30E7A3}"/>
              </a:ext>
            </a:extLst>
          </p:cNvPr>
          <p:cNvSpPr/>
          <p:nvPr/>
        </p:nvSpPr>
        <p:spPr>
          <a:xfrm>
            <a:off x="5088062" y="1031627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90237C-5970-0E79-6889-CC80E86D85E3}"/>
              </a:ext>
            </a:extLst>
          </p:cNvPr>
          <p:cNvSpPr/>
          <p:nvPr/>
        </p:nvSpPr>
        <p:spPr>
          <a:xfrm>
            <a:off x="10140461" y="6481047"/>
            <a:ext cx="2710791" cy="717393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54A405-D540-9620-B8FC-F2EFB19F3699}"/>
              </a:ext>
            </a:extLst>
          </p:cNvPr>
          <p:cNvSpPr/>
          <p:nvPr/>
        </p:nvSpPr>
        <p:spPr>
          <a:xfrm>
            <a:off x="378486" y="9226061"/>
            <a:ext cx="1262746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9DCFCB-DD7B-A378-41FD-7E4AE76E1391}"/>
              </a:ext>
            </a:extLst>
          </p:cNvPr>
          <p:cNvSpPr/>
          <p:nvPr/>
        </p:nvSpPr>
        <p:spPr>
          <a:xfrm>
            <a:off x="2336239" y="9448800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0C0F7C-4A61-6959-28CA-99E4B1B27816}"/>
              </a:ext>
            </a:extLst>
          </p:cNvPr>
          <p:cNvSpPr/>
          <p:nvPr/>
        </p:nvSpPr>
        <p:spPr>
          <a:xfrm>
            <a:off x="8350178" y="9448800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C694A0-3FE1-EEF6-AA0A-A231C42DC609}"/>
              </a:ext>
            </a:extLst>
          </p:cNvPr>
          <p:cNvSpPr/>
          <p:nvPr/>
        </p:nvSpPr>
        <p:spPr>
          <a:xfrm>
            <a:off x="14364117" y="9448799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F05269-F288-7045-8536-06506BF5BF30}"/>
              </a:ext>
            </a:extLst>
          </p:cNvPr>
          <p:cNvSpPr/>
          <p:nvPr/>
        </p:nvSpPr>
        <p:spPr>
          <a:xfrm>
            <a:off x="19900169" y="9448798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08ACF6-0FAC-F2E9-3336-6D275E73B132}"/>
              </a:ext>
            </a:extLst>
          </p:cNvPr>
          <p:cNvSpPr/>
          <p:nvPr/>
        </p:nvSpPr>
        <p:spPr>
          <a:xfrm>
            <a:off x="22291675" y="9226061"/>
            <a:ext cx="169649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5A0362-7CA9-6934-6BB9-E0DFE19B9C47}"/>
              </a:ext>
            </a:extLst>
          </p:cNvPr>
          <p:cNvSpPr/>
          <p:nvPr/>
        </p:nvSpPr>
        <p:spPr>
          <a:xfrm>
            <a:off x="16283893" y="9226061"/>
            <a:ext cx="292126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35EAE2-D08D-C795-876B-70F0B994F972}"/>
              </a:ext>
            </a:extLst>
          </p:cNvPr>
          <p:cNvSpPr/>
          <p:nvPr/>
        </p:nvSpPr>
        <p:spPr>
          <a:xfrm>
            <a:off x="10849979" y="9226059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8D7148-B2E3-4538-55B8-E532CFB1EED7}"/>
              </a:ext>
            </a:extLst>
          </p:cNvPr>
          <p:cNvSpPr/>
          <p:nvPr/>
        </p:nvSpPr>
        <p:spPr>
          <a:xfrm>
            <a:off x="4994278" y="9015042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152CD2-78C1-06A1-341D-BA3512AE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17" y="7993709"/>
            <a:ext cx="24120475" cy="5685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D15373-35EE-40C7-B4D5-CA77733D9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120475" cy="568578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654C7B1-E0A0-A193-9F59-95DA4766D318}"/>
              </a:ext>
            </a:extLst>
          </p:cNvPr>
          <p:cNvSpPr/>
          <p:nvPr/>
        </p:nvSpPr>
        <p:spPr>
          <a:xfrm>
            <a:off x="12499208" y="699082"/>
            <a:ext cx="991239" cy="4103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C0C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E967630-3CCB-71F5-2754-A4AC47563E78}"/>
              </a:ext>
            </a:extLst>
          </p:cNvPr>
          <p:cNvSpPr/>
          <p:nvPr/>
        </p:nvSpPr>
        <p:spPr>
          <a:xfrm>
            <a:off x="12299181" y="8684190"/>
            <a:ext cx="991239" cy="4103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C0C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31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8595BF-DCAC-7DEA-3722-724218458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4120475" cy="57056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82806D-EA7E-ADEB-BBA8-076BA1E6CF1B}"/>
              </a:ext>
            </a:extLst>
          </p:cNvPr>
          <p:cNvSpPr/>
          <p:nvPr/>
        </p:nvSpPr>
        <p:spPr>
          <a:xfrm>
            <a:off x="233326" y="1266093"/>
            <a:ext cx="1262746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D580E-4CCD-DA5B-4608-E8F8ACC8C356}"/>
              </a:ext>
            </a:extLst>
          </p:cNvPr>
          <p:cNvSpPr/>
          <p:nvPr/>
        </p:nvSpPr>
        <p:spPr>
          <a:xfrm>
            <a:off x="2191079" y="1488832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FC85CE-CB56-A1AF-3710-60760587278E}"/>
              </a:ext>
            </a:extLst>
          </p:cNvPr>
          <p:cNvSpPr/>
          <p:nvPr/>
        </p:nvSpPr>
        <p:spPr>
          <a:xfrm>
            <a:off x="8391738" y="1277812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DCCB6-33EE-4EFE-F993-C9C84D323B3C}"/>
              </a:ext>
            </a:extLst>
          </p:cNvPr>
          <p:cNvSpPr/>
          <p:nvPr/>
        </p:nvSpPr>
        <p:spPr>
          <a:xfrm>
            <a:off x="14218957" y="1488831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6919D3-0289-611D-9F73-73AF2DB40C99}"/>
              </a:ext>
            </a:extLst>
          </p:cNvPr>
          <p:cNvSpPr/>
          <p:nvPr/>
        </p:nvSpPr>
        <p:spPr>
          <a:xfrm>
            <a:off x="20172556" y="1488831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5EFD72-1B8B-4670-4A35-2D41F13BEDFC}"/>
              </a:ext>
            </a:extLst>
          </p:cNvPr>
          <p:cNvSpPr/>
          <p:nvPr/>
        </p:nvSpPr>
        <p:spPr>
          <a:xfrm>
            <a:off x="22146515" y="1266093"/>
            <a:ext cx="169649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35810F-7065-64E8-0B14-5C654B1563D4}"/>
              </a:ext>
            </a:extLst>
          </p:cNvPr>
          <p:cNvSpPr/>
          <p:nvPr/>
        </p:nvSpPr>
        <p:spPr>
          <a:xfrm>
            <a:off x="16138733" y="1266093"/>
            <a:ext cx="292126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3A864-D49A-E869-0F73-29061D0C0AC0}"/>
              </a:ext>
            </a:extLst>
          </p:cNvPr>
          <p:cNvSpPr/>
          <p:nvPr/>
        </p:nvSpPr>
        <p:spPr>
          <a:xfrm>
            <a:off x="10704819" y="1266091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E02EB2-8765-390F-AFE1-A5ECC0EAFBE8}"/>
              </a:ext>
            </a:extLst>
          </p:cNvPr>
          <p:cNvSpPr/>
          <p:nvPr/>
        </p:nvSpPr>
        <p:spPr>
          <a:xfrm>
            <a:off x="5124625" y="1055073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27D8A6-F1FF-33E2-A645-0C8D9F6349A4}"/>
              </a:ext>
            </a:extLst>
          </p:cNvPr>
          <p:cNvSpPr/>
          <p:nvPr/>
        </p:nvSpPr>
        <p:spPr>
          <a:xfrm>
            <a:off x="233326" y="9272955"/>
            <a:ext cx="1262746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CAB55-1DEC-B3C4-C82A-9095D4E71B8F}"/>
              </a:ext>
            </a:extLst>
          </p:cNvPr>
          <p:cNvSpPr/>
          <p:nvPr/>
        </p:nvSpPr>
        <p:spPr>
          <a:xfrm>
            <a:off x="2191079" y="9495694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B6AEC-0887-B9AB-11BF-840F3B12F222}"/>
              </a:ext>
            </a:extLst>
          </p:cNvPr>
          <p:cNvSpPr/>
          <p:nvPr/>
        </p:nvSpPr>
        <p:spPr>
          <a:xfrm>
            <a:off x="8391738" y="9284674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40C78B-CEDC-E2AE-0F0A-82EAD5C7ABDB}"/>
              </a:ext>
            </a:extLst>
          </p:cNvPr>
          <p:cNvSpPr/>
          <p:nvPr/>
        </p:nvSpPr>
        <p:spPr>
          <a:xfrm>
            <a:off x="14218957" y="9495693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C5D5E2-BDB3-9A92-002A-F417DD9110B5}"/>
              </a:ext>
            </a:extLst>
          </p:cNvPr>
          <p:cNvSpPr/>
          <p:nvPr/>
        </p:nvSpPr>
        <p:spPr>
          <a:xfrm>
            <a:off x="20172556" y="9495693"/>
            <a:ext cx="1696499" cy="225083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F99F02-3B2C-C056-27D7-F4BCFA2253CB}"/>
              </a:ext>
            </a:extLst>
          </p:cNvPr>
          <p:cNvSpPr/>
          <p:nvPr/>
        </p:nvSpPr>
        <p:spPr>
          <a:xfrm>
            <a:off x="22146515" y="9272955"/>
            <a:ext cx="169649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4E575-EF2A-3AA5-57B2-94498B00806B}"/>
              </a:ext>
            </a:extLst>
          </p:cNvPr>
          <p:cNvSpPr/>
          <p:nvPr/>
        </p:nvSpPr>
        <p:spPr>
          <a:xfrm>
            <a:off x="16138733" y="9272955"/>
            <a:ext cx="2921269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A7B06-3962-3711-C8F9-9384A4A353B7}"/>
              </a:ext>
            </a:extLst>
          </p:cNvPr>
          <p:cNvSpPr/>
          <p:nvPr/>
        </p:nvSpPr>
        <p:spPr>
          <a:xfrm>
            <a:off x="10704819" y="9272953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19BE5C-9579-48A0-E61B-7B8A3B0D8B01}"/>
              </a:ext>
            </a:extLst>
          </p:cNvPr>
          <p:cNvSpPr/>
          <p:nvPr/>
        </p:nvSpPr>
        <p:spPr>
          <a:xfrm>
            <a:off x="4849118" y="9061936"/>
            <a:ext cx="2710836" cy="2696308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E65E1D-1A8E-EDE2-FFA6-7AD1E07B3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37729"/>
            <a:ext cx="24120475" cy="5741759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DD12597-DAEA-1C94-F46C-0A4F75156501}"/>
              </a:ext>
            </a:extLst>
          </p:cNvPr>
          <p:cNvSpPr/>
          <p:nvPr/>
        </p:nvSpPr>
        <p:spPr>
          <a:xfrm>
            <a:off x="12499208" y="699082"/>
            <a:ext cx="991239" cy="4103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C0C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ECE184F-B7E8-ABB8-BE00-282B89A0B0F8}"/>
              </a:ext>
            </a:extLst>
          </p:cNvPr>
          <p:cNvSpPr/>
          <p:nvPr/>
        </p:nvSpPr>
        <p:spPr>
          <a:xfrm>
            <a:off x="12499208" y="8651546"/>
            <a:ext cx="991239" cy="4103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C0C9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237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E24C40-3CC4-F288-FF2A-8AC12381ABCE}"/>
              </a:ext>
            </a:extLst>
          </p:cNvPr>
          <p:cNvSpPr/>
          <p:nvPr/>
        </p:nvSpPr>
        <p:spPr>
          <a:xfrm>
            <a:off x="224378" y="4876795"/>
            <a:ext cx="23620359" cy="2883881"/>
          </a:xfrm>
          <a:prstGeom prst="rect">
            <a:avLst/>
          </a:prstGeom>
          <a:gradFill>
            <a:gsLst>
              <a:gs pos="0">
                <a:srgbClr val="7DD7A1">
                  <a:alpha val="10000"/>
                </a:srgbClr>
              </a:gs>
              <a:gs pos="57332">
                <a:srgbClr val="6ED0A8">
                  <a:alpha val="40000"/>
                </a:srgbClr>
              </a:gs>
              <a:gs pos="81000">
                <a:srgbClr val="6ED0A8">
                  <a:alpha val="20000"/>
                </a:srgbClr>
              </a:gs>
              <a:gs pos="32200">
                <a:srgbClr val="6ED0A8">
                  <a:alpha val="20000"/>
                </a:srgbClr>
              </a:gs>
              <a:gs pos="100000">
                <a:srgbClr val="7DD7A1">
                  <a:alpha val="5000"/>
                </a:srgb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0D2E2-D7EA-1447-3682-91E17FF2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0139"/>
            <a:ext cx="24120475" cy="569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2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4519</TotalTime>
  <Words>6</Words>
  <Application>Microsoft Office PowerPoint</Application>
  <PresentationFormat>Custom</PresentationFormat>
  <Paragraphs>6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游ゴシック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169</cp:revision>
  <dcterms:created xsi:type="dcterms:W3CDTF">2025-07-26T01:02:18Z</dcterms:created>
  <dcterms:modified xsi:type="dcterms:W3CDTF">2025-07-29T04:21:59Z</dcterms:modified>
</cp:coreProperties>
</file>