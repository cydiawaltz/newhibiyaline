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1B"/>
    <a:srgbClr val="151515"/>
    <a:srgbClr val="9AB09B"/>
    <a:srgbClr val="7BCF85"/>
    <a:srgbClr val="7D7D7D"/>
    <a:srgbClr val="8F9590"/>
    <a:srgbClr val="556273"/>
    <a:srgbClr val="FF00FF"/>
    <a:srgbClr val="30343D"/>
    <a:srgbClr val="C5B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DCD2-E63A-5913-FF9D-C436A43A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02DC2-A68F-A53F-9CF2-0C19C5262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A15B2-F43D-E6D6-C503-8E14B0CA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72EF1-1F90-34C9-5AFB-F055EB2F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7034D-C24B-E94E-64EE-E908778A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56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A4E2-CC28-DC55-6354-7E12D12B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BF87E-8069-97EA-14F4-24F973E34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F6D80-89C7-BB7E-7EE2-47EE92EF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89517-F56D-2C91-A4BB-A4F36AB8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AA24D-3AF1-C812-4331-A801A603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46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47C0-1AC1-3F09-5826-20E794F57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87B05-C631-32E7-D972-7A25D23A3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1A6EB-CA1E-73C0-C6D0-700E91BE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B71B5-B9A8-2797-E30A-DA066774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A4610-AFB3-3B11-A869-D8DD3C03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98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A2F3-7726-B59D-F56D-1BB36430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C0B27-8D4C-9F52-83F7-BC6B1FBDB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1269C-743A-98EC-E4E6-71F6FC197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CA185-7E48-99C1-2CA1-DB6793C2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4E118-9C59-021C-80B0-94AEE519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3954C-19B1-FBB0-163B-DDF7F092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01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BBF1-C8C0-9FE1-C15C-BCF488D4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0E7EA-8C68-7A7D-5ADE-DBD25FE1E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CFE7B-B0F2-2D48-D8EF-51D4CE5FC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F77A8-7619-679F-8E84-87CB5FF03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63D9D-1D4C-CAF5-74D2-60B6A846F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2F5AE-A89B-23C2-812F-2039A588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AFD45-ACAD-9475-5C83-DD41696D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500D2-3CFA-B92F-54FD-7F91FAB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45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F431-DB20-8896-BD9F-0C7D3EF8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9BDFC-B404-BF74-AD5A-FA151B57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84A0A-B853-3E92-D73D-E1A9258C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990E7-E829-2189-1D1C-423450FA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89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47B4B-2C47-0E3E-8729-E1FFEF53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AD68A-FBFE-08D7-0D30-44292C7E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03D6A-C753-7447-B80C-65E9357E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479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83C4-C8EC-3584-4F86-EE9AD8F4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66B1-A6F7-F58A-430E-F39A78AF3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BC7DA-47F1-8D92-7A2D-DF1696082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261FD-0C5D-79F5-5B7A-4E1784A9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9FC68-A8E1-A0C6-0724-47AE4A9E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0F05-D6A1-DDFE-7FC7-062D5C83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21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10625-0F83-7411-8819-404360D6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7DBA5-4CD3-D45D-C988-5C23BE833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BEE71-9AB7-32FC-DC9E-132DC1B7D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BF821-C350-393A-EC54-1E6B2C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14BA8-9B1B-2024-A2E3-82B24716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8EC25-F0AE-4C72-DFFE-14CB3602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04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CD98-CF18-808E-7566-D617183FD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4BFE8-C654-190F-5304-1BF62110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CBF6E-4919-AA19-6751-5A2F8578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3C64-B479-62C1-4E38-0B9DF670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4F0EE-7985-3726-BD89-149A7F1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45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77AF0-FC3F-71C1-AB2F-69626CBF9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9552B-D055-3CB1-8608-A0DF86F7A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627B7-4785-8B9B-A263-3B02AF77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60C4B-7889-2786-D4FA-21D74FF45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F99E8-AD04-722C-2F16-7885AC57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88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7F801-6C7F-96D1-F8AA-C227D475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C21FA-6136-04FD-48E3-90D68AE8D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9AB5-C1C3-1EC0-3BD8-0660D6D5E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5091C-9BC3-4C95-B852-AD650A7E388B}" type="datetimeFigureOut">
              <a:rPr kumimoji="1" lang="ja-JP" altLang="en-US" smtClean="0"/>
              <a:t>2025/7/6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92BA0-0515-C5FD-FD5B-3CCA288A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7F78B-B073-D3AD-E52D-6F82DB256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01DBD-EFF5-45C4-86E7-9F2534A1C4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020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78E562-6F76-63D7-A72F-C83E7D732DBB}"/>
              </a:ext>
            </a:extLst>
          </p:cNvPr>
          <p:cNvSpPr/>
          <p:nvPr/>
        </p:nvSpPr>
        <p:spPr>
          <a:xfrm>
            <a:off x="313382" y="3221424"/>
            <a:ext cx="11562095" cy="2466364"/>
          </a:xfrm>
          <a:prstGeom prst="rect">
            <a:avLst/>
          </a:prstGeom>
          <a:gradFill>
            <a:gsLst>
              <a:gs pos="10000">
                <a:srgbClr val="CAC9CA"/>
              </a:gs>
              <a:gs pos="9000">
                <a:srgbClr val="AEB0B4"/>
              </a:gs>
              <a:gs pos="0">
                <a:srgbClr val="BEBFB9"/>
              </a:gs>
              <a:gs pos="58000">
                <a:srgbClr val="F4F1E8"/>
              </a:gs>
              <a:gs pos="96000">
                <a:srgbClr val="8A8377"/>
              </a:gs>
              <a:gs pos="94000">
                <a:srgbClr val="CECB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形式詳細：クハE531形1000番台（A） – 4号車の5号車寄り">
            <a:extLst>
              <a:ext uri="{FF2B5EF4-FFF2-40B4-BE49-F238E27FC236}">
                <a16:creationId xmlns:a16="http://schemas.microsoft.com/office/drawing/2014/main" id="{AEC98DEC-8B45-1995-AD3F-9A0AE929E0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" t="31884" r="4426" b="21707"/>
          <a:stretch/>
        </p:blipFill>
        <p:spPr bwMode="auto">
          <a:xfrm>
            <a:off x="76719" y="212535"/>
            <a:ext cx="11182525" cy="249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531系一般形交直流電車｜3000番代">
            <a:extLst>
              <a:ext uri="{FF2B5EF4-FFF2-40B4-BE49-F238E27FC236}">
                <a16:creationId xmlns:a16="http://schemas.microsoft.com/office/drawing/2014/main" id="{52DC4146-7E5F-E6B6-73AF-D981B4438D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77" t="33809" r="29021" b="23654"/>
          <a:stretch/>
        </p:blipFill>
        <p:spPr bwMode="auto">
          <a:xfrm>
            <a:off x="10103123" y="238955"/>
            <a:ext cx="2110902" cy="215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2346A-78AA-0B19-1F38-E639927703C7}"/>
              </a:ext>
            </a:extLst>
          </p:cNvPr>
          <p:cNvSpPr/>
          <p:nvPr/>
        </p:nvSpPr>
        <p:spPr>
          <a:xfrm>
            <a:off x="822982" y="3450380"/>
            <a:ext cx="11052496" cy="179962"/>
          </a:xfrm>
          <a:prstGeom prst="rect">
            <a:avLst/>
          </a:prstGeom>
          <a:solidFill>
            <a:srgbClr val="005A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CD4FB-80B8-17D9-265F-5509DA51FDF0}"/>
              </a:ext>
            </a:extLst>
          </p:cNvPr>
          <p:cNvSpPr/>
          <p:nvPr/>
        </p:nvSpPr>
        <p:spPr>
          <a:xfrm>
            <a:off x="313381" y="4807836"/>
            <a:ext cx="11562097" cy="360727"/>
          </a:xfrm>
          <a:prstGeom prst="rect">
            <a:avLst/>
          </a:prstGeom>
          <a:gradFill>
            <a:gsLst>
              <a:gs pos="96000">
                <a:srgbClr val="1654E0"/>
              </a:gs>
              <a:gs pos="25000">
                <a:srgbClr val="2261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A84361-AFB7-B54D-CE63-E5DFD77540A0}"/>
              </a:ext>
            </a:extLst>
          </p:cNvPr>
          <p:cNvSpPr/>
          <p:nvPr/>
        </p:nvSpPr>
        <p:spPr>
          <a:xfrm>
            <a:off x="1438563" y="3661845"/>
            <a:ext cx="389106" cy="1831003"/>
          </a:xfrm>
          <a:prstGeom prst="rect">
            <a:avLst/>
          </a:prstGeom>
          <a:gradFill>
            <a:gsLst>
              <a:gs pos="96000">
                <a:srgbClr val="787160"/>
              </a:gs>
              <a:gs pos="56000">
                <a:srgbClr val="6B6B63"/>
              </a:gs>
              <a:gs pos="0">
                <a:srgbClr val="787A77"/>
              </a:gs>
            </a:gsLst>
            <a:lin ang="5400000" scaled="1"/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DA0BC-3879-AEC1-038E-5B3A80C047C4}"/>
              </a:ext>
            </a:extLst>
          </p:cNvPr>
          <p:cNvSpPr/>
          <p:nvPr/>
        </p:nvSpPr>
        <p:spPr>
          <a:xfrm>
            <a:off x="1519897" y="3894378"/>
            <a:ext cx="198120" cy="796725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C50827-FD6E-B189-D70F-9B950C0272C4}"/>
              </a:ext>
            </a:extLst>
          </p:cNvPr>
          <p:cNvSpPr/>
          <p:nvPr/>
        </p:nvSpPr>
        <p:spPr>
          <a:xfrm>
            <a:off x="902191" y="3755906"/>
            <a:ext cx="426720" cy="487680"/>
          </a:xfrm>
          <a:prstGeom prst="roundRect">
            <a:avLst>
              <a:gd name="adj" fmla="val 2381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B92CCC-A97B-06C6-8C17-946E2398A8EC}"/>
              </a:ext>
            </a:extLst>
          </p:cNvPr>
          <p:cNvSpPr/>
          <p:nvPr/>
        </p:nvSpPr>
        <p:spPr>
          <a:xfrm>
            <a:off x="2337269" y="3661845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419FDE-5C85-A6B9-34C6-0AD2B6C51F48}"/>
              </a:ext>
            </a:extLst>
          </p:cNvPr>
          <p:cNvCxnSpPr>
            <a:cxnSpLocks/>
          </p:cNvCxnSpPr>
          <p:nvPr/>
        </p:nvCxnSpPr>
        <p:spPr>
          <a:xfrm>
            <a:off x="2716364" y="3689448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C0FF83-223E-8CF9-67D4-D5FB7A87FFD9}"/>
              </a:ext>
            </a:extLst>
          </p:cNvPr>
          <p:cNvSpPr/>
          <p:nvPr/>
        </p:nvSpPr>
        <p:spPr>
          <a:xfrm>
            <a:off x="2405913" y="3782429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8550A1-9FBD-8CC9-5ADD-EEC7AF8DB5DF}"/>
              </a:ext>
            </a:extLst>
          </p:cNvPr>
          <p:cNvSpPr/>
          <p:nvPr/>
        </p:nvSpPr>
        <p:spPr>
          <a:xfrm>
            <a:off x="2785008" y="3784902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: Rounded Corners 9">
            <a:extLst>
              <a:ext uri="{FF2B5EF4-FFF2-40B4-BE49-F238E27FC236}">
                <a16:creationId xmlns:a16="http://schemas.microsoft.com/office/drawing/2014/main" id="{A0AA43E8-22A4-A999-C480-97FAB2B5EDA0}"/>
              </a:ext>
            </a:extLst>
          </p:cNvPr>
          <p:cNvSpPr/>
          <p:nvPr/>
        </p:nvSpPr>
        <p:spPr>
          <a:xfrm>
            <a:off x="4454657" y="3661845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915221-688F-B374-A7A4-A3C45A7B752F}"/>
              </a:ext>
            </a:extLst>
          </p:cNvPr>
          <p:cNvCxnSpPr>
            <a:cxnSpLocks/>
          </p:cNvCxnSpPr>
          <p:nvPr/>
        </p:nvCxnSpPr>
        <p:spPr>
          <a:xfrm>
            <a:off x="4833752" y="3689448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C1C367-BF66-83DD-8C12-7B916B1AF016}"/>
              </a:ext>
            </a:extLst>
          </p:cNvPr>
          <p:cNvSpPr/>
          <p:nvPr/>
        </p:nvSpPr>
        <p:spPr>
          <a:xfrm>
            <a:off x="4523301" y="3782429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6334068-49C9-1232-AA3B-B6FFCD757174}"/>
              </a:ext>
            </a:extLst>
          </p:cNvPr>
          <p:cNvSpPr/>
          <p:nvPr/>
        </p:nvSpPr>
        <p:spPr>
          <a:xfrm>
            <a:off x="4902396" y="3784902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: Rounded Corners 9">
            <a:extLst>
              <a:ext uri="{FF2B5EF4-FFF2-40B4-BE49-F238E27FC236}">
                <a16:creationId xmlns:a16="http://schemas.microsoft.com/office/drawing/2014/main" id="{B2DDCFEA-E138-4308-0341-EF49A379F522}"/>
              </a:ext>
            </a:extLst>
          </p:cNvPr>
          <p:cNvSpPr/>
          <p:nvPr/>
        </p:nvSpPr>
        <p:spPr>
          <a:xfrm>
            <a:off x="7223797" y="3637813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A7F752-78F8-843B-0104-6A7A4EE6FBD0}"/>
              </a:ext>
            </a:extLst>
          </p:cNvPr>
          <p:cNvCxnSpPr>
            <a:cxnSpLocks/>
          </p:cNvCxnSpPr>
          <p:nvPr/>
        </p:nvCxnSpPr>
        <p:spPr>
          <a:xfrm>
            <a:off x="7602892" y="3665416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3C0731A-8002-B051-8D87-2F5E615480A1}"/>
              </a:ext>
            </a:extLst>
          </p:cNvPr>
          <p:cNvSpPr/>
          <p:nvPr/>
        </p:nvSpPr>
        <p:spPr>
          <a:xfrm>
            <a:off x="7292441" y="3758397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CF6F89-C794-11D6-74C7-1EC031F6E426}"/>
              </a:ext>
            </a:extLst>
          </p:cNvPr>
          <p:cNvSpPr/>
          <p:nvPr/>
        </p:nvSpPr>
        <p:spPr>
          <a:xfrm>
            <a:off x="7671536" y="3760870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: Rounded Corners 9">
            <a:extLst>
              <a:ext uri="{FF2B5EF4-FFF2-40B4-BE49-F238E27FC236}">
                <a16:creationId xmlns:a16="http://schemas.microsoft.com/office/drawing/2014/main" id="{17DD5DC2-E082-D3F5-7907-44CECCE40831}"/>
              </a:ext>
            </a:extLst>
          </p:cNvPr>
          <p:cNvSpPr/>
          <p:nvPr/>
        </p:nvSpPr>
        <p:spPr>
          <a:xfrm>
            <a:off x="9992937" y="3652692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85AD8F-E6E0-1132-70E6-CE0E45DA3B20}"/>
              </a:ext>
            </a:extLst>
          </p:cNvPr>
          <p:cNvCxnSpPr>
            <a:cxnSpLocks/>
          </p:cNvCxnSpPr>
          <p:nvPr/>
        </p:nvCxnSpPr>
        <p:spPr>
          <a:xfrm>
            <a:off x="10372032" y="3680295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50145F9-C76B-3E5F-6229-B2C7275DAB80}"/>
              </a:ext>
            </a:extLst>
          </p:cNvPr>
          <p:cNvSpPr/>
          <p:nvPr/>
        </p:nvSpPr>
        <p:spPr>
          <a:xfrm>
            <a:off x="10061581" y="3773276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3159D18-D11C-3E5E-68A9-2B56C1A6248A}"/>
              </a:ext>
            </a:extLst>
          </p:cNvPr>
          <p:cNvSpPr/>
          <p:nvPr/>
        </p:nvSpPr>
        <p:spPr>
          <a:xfrm>
            <a:off x="10440676" y="3775749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5076295-345D-2FB2-1901-6EEEE9FBDAF1}"/>
              </a:ext>
            </a:extLst>
          </p:cNvPr>
          <p:cNvSpPr/>
          <p:nvPr/>
        </p:nvSpPr>
        <p:spPr>
          <a:xfrm>
            <a:off x="3596641" y="3804633"/>
            <a:ext cx="398834" cy="901070"/>
          </a:xfrm>
          <a:prstGeom prst="roundRect">
            <a:avLst>
              <a:gd name="adj" fmla="val 33225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809F19F-E6C8-40F5-DFFB-61D324BC4846}"/>
              </a:ext>
            </a:extLst>
          </p:cNvPr>
          <p:cNvSpPr/>
          <p:nvPr/>
        </p:nvSpPr>
        <p:spPr>
          <a:xfrm>
            <a:off x="5591942" y="3788954"/>
            <a:ext cx="1180887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7CCBAF-5780-4B72-DC05-A185388BF893}"/>
              </a:ext>
            </a:extLst>
          </p:cNvPr>
          <p:cNvSpPr/>
          <p:nvPr/>
        </p:nvSpPr>
        <p:spPr>
          <a:xfrm>
            <a:off x="5815038" y="3794732"/>
            <a:ext cx="45719" cy="8952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713D67-717D-AA2A-A3F4-5CEE23409114}"/>
              </a:ext>
            </a:extLst>
          </p:cNvPr>
          <p:cNvSpPr/>
          <p:nvPr/>
        </p:nvSpPr>
        <p:spPr>
          <a:xfrm>
            <a:off x="6516078" y="3794733"/>
            <a:ext cx="45719" cy="895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03DF9DC-C9AF-19BD-E2E9-87518F078063}"/>
              </a:ext>
            </a:extLst>
          </p:cNvPr>
          <p:cNvSpPr/>
          <p:nvPr/>
        </p:nvSpPr>
        <p:spPr>
          <a:xfrm>
            <a:off x="8380868" y="3788953"/>
            <a:ext cx="1180887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12038B-8FE9-EA35-A0D8-3F02BB5FAB20}"/>
              </a:ext>
            </a:extLst>
          </p:cNvPr>
          <p:cNvSpPr/>
          <p:nvPr/>
        </p:nvSpPr>
        <p:spPr>
          <a:xfrm>
            <a:off x="8603964" y="3794731"/>
            <a:ext cx="45719" cy="8952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989476-E55C-BE0A-A70C-2BFC2D6671A1}"/>
              </a:ext>
            </a:extLst>
          </p:cNvPr>
          <p:cNvSpPr/>
          <p:nvPr/>
        </p:nvSpPr>
        <p:spPr>
          <a:xfrm>
            <a:off x="9305004" y="3794732"/>
            <a:ext cx="45719" cy="895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57317F5-72D1-3BA2-6E14-9D76876F7529}"/>
              </a:ext>
            </a:extLst>
          </p:cNvPr>
          <p:cNvSpPr/>
          <p:nvPr/>
        </p:nvSpPr>
        <p:spPr>
          <a:xfrm>
            <a:off x="3607766" y="3457623"/>
            <a:ext cx="224913" cy="172719"/>
          </a:xfrm>
          <a:prstGeom prst="rect">
            <a:avLst/>
          </a:prstGeom>
          <a:solidFill>
            <a:srgbClr val="EAE2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784EA8-D487-271B-FB39-65C19FC794F1}"/>
              </a:ext>
            </a:extLst>
          </p:cNvPr>
          <p:cNvSpPr/>
          <p:nvPr/>
        </p:nvSpPr>
        <p:spPr>
          <a:xfrm>
            <a:off x="6056882" y="3447723"/>
            <a:ext cx="459196" cy="197498"/>
          </a:xfrm>
          <a:prstGeom prst="rect">
            <a:avLst/>
          </a:prstGeom>
          <a:solidFill>
            <a:srgbClr val="EA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DAF7A8A-419A-F666-094D-1998F178CEE5}"/>
              </a:ext>
            </a:extLst>
          </p:cNvPr>
          <p:cNvSpPr/>
          <p:nvPr/>
        </p:nvSpPr>
        <p:spPr>
          <a:xfrm>
            <a:off x="6109046" y="3457623"/>
            <a:ext cx="354867" cy="17996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97C7262-92A0-4504-DB78-B41EC6AF5811}"/>
              </a:ext>
            </a:extLst>
          </p:cNvPr>
          <p:cNvSpPr/>
          <p:nvPr/>
        </p:nvSpPr>
        <p:spPr>
          <a:xfrm>
            <a:off x="11158574" y="3768554"/>
            <a:ext cx="614214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509CAC-F2B1-EA1D-BF25-B546ED00D10F}"/>
              </a:ext>
            </a:extLst>
          </p:cNvPr>
          <p:cNvSpPr/>
          <p:nvPr/>
        </p:nvSpPr>
        <p:spPr>
          <a:xfrm>
            <a:off x="313383" y="3221424"/>
            <a:ext cx="509599" cy="15864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776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7F6BAE-364A-9B7F-7070-680E1266E23F}"/>
              </a:ext>
            </a:extLst>
          </p:cNvPr>
          <p:cNvSpPr/>
          <p:nvPr/>
        </p:nvSpPr>
        <p:spPr>
          <a:xfrm>
            <a:off x="387642" y="518864"/>
            <a:ext cx="11416715" cy="2466364"/>
          </a:xfrm>
          <a:prstGeom prst="rect">
            <a:avLst/>
          </a:prstGeom>
          <a:gradFill>
            <a:gsLst>
              <a:gs pos="10000">
                <a:srgbClr val="CAC9CA"/>
              </a:gs>
              <a:gs pos="9000">
                <a:srgbClr val="AEB0B4"/>
              </a:gs>
              <a:gs pos="0">
                <a:srgbClr val="BEBFB9"/>
              </a:gs>
              <a:gs pos="58000">
                <a:srgbClr val="F4F1E8"/>
              </a:gs>
              <a:gs pos="96000">
                <a:srgbClr val="8A8377"/>
              </a:gs>
              <a:gs pos="94000">
                <a:srgbClr val="CECB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FC29E-10CD-15DC-17F9-A59EA67040D7}"/>
              </a:ext>
            </a:extLst>
          </p:cNvPr>
          <p:cNvSpPr/>
          <p:nvPr/>
        </p:nvSpPr>
        <p:spPr>
          <a:xfrm>
            <a:off x="387643" y="747820"/>
            <a:ext cx="11416715" cy="179962"/>
          </a:xfrm>
          <a:prstGeom prst="rect">
            <a:avLst/>
          </a:prstGeom>
          <a:solidFill>
            <a:srgbClr val="005A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11712-EE7C-560E-3539-80BD2C338715}"/>
              </a:ext>
            </a:extLst>
          </p:cNvPr>
          <p:cNvSpPr/>
          <p:nvPr/>
        </p:nvSpPr>
        <p:spPr>
          <a:xfrm>
            <a:off x="387643" y="2105276"/>
            <a:ext cx="11416715" cy="360727"/>
          </a:xfrm>
          <a:prstGeom prst="rect">
            <a:avLst/>
          </a:prstGeom>
          <a:gradFill>
            <a:gsLst>
              <a:gs pos="96000">
                <a:srgbClr val="1654E0"/>
              </a:gs>
              <a:gs pos="25000">
                <a:srgbClr val="2261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: Rounded Corners 9">
            <a:extLst>
              <a:ext uri="{FF2B5EF4-FFF2-40B4-BE49-F238E27FC236}">
                <a16:creationId xmlns:a16="http://schemas.microsoft.com/office/drawing/2014/main" id="{CDBAB68D-620D-2069-4175-6900B97E24FB}"/>
              </a:ext>
            </a:extLst>
          </p:cNvPr>
          <p:cNvSpPr/>
          <p:nvPr/>
        </p:nvSpPr>
        <p:spPr>
          <a:xfrm>
            <a:off x="4383537" y="959285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8E1C02-1457-26AB-4F0A-E24A67BE9521}"/>
              </a:ext>
            </a:extLst>
          </p:cNvPr>
          <p:cNvCxnSpPr>
            <a:cxnSpLocks/>
          </p:cNvCxnSpPr>
          <p:nvPr/>
        </p:nvCxnSpPr>
        <p:spPr>
          <a:xfrm>
            <a:off x="4762632" y="986888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75DAAC-1B3D-5326-D344-4216269A92EB}"/>
              </a:ext>
            </a:extLst>
          </p:cNvPr>
          <p:cNvSpPr/>
          <p:nvPr/>
        </p:nvSpPr>
        <p:spPr>
          <a:xfrm>
            <a:off x="4452181" y="1079869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F56826-3F01-B820-D5A9-5B0DBBC4F890}"/>
              </a:ext>
            </a:extLst>
          </p:cNvPr>
          <p:cNvSpPr/>
          <p:nvPr/>
        </p:nvSpPr>
        <p:spPr>
          <a:xfrm>
            <a:off x="4831276" y="1082342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: Rounded Corners 9">
            <a:extLst>
              <a:ext uri="{FF2B5EF4-FFF2-40B4-BE49-F238E27FC236}">
                <a16:creationId xmlns:a16="http://schemas.microsoft.com/office/drawing/2014/main" id="{6A0D626C-5D92-336E-6AEB-41FEAEC8954A}"/>
              </a:ext>
            </a:extLst>
          </p:cNvPr>
          <p:cNvSpPr/>
          <p:nvPr/>
        </p:nvSpPr>
        <p:spPr>
          <a:xfrm>
            <a:off x="7152677" y="935253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2CC5C6-187B-AA89-975D-DDE20435FE99}"/>
              </a:ext>
            </a:extLst>
          </p:cNvPr>
          <p:cNvCxnSpPr>
            <a:cxnSpLocks/>
          </p:cNvCxnSpPr>
          <p:nvPr/>
        </p:nvCxnSpPr>
        <p:spPr>
          <a:xfrm>
            <a:off x="7531772" y="962856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EDB8F13-85DF-4D38-59F6-F478CBE0213C}"/>
              </a:ext>
            </a:extLst>
          </p:cNvPr>
          <p:cNvSpPr/>
          <p:nvPr/>
        </p:nvSpPr>
        <p:spPr>
          <a:xfrm>
            <a:off x="7221321" y="1055837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444CD3-1FC9-3AD1-AB2B-D9E35A65AF72}"/>
              </a:ext>
            </a:extLst>
          </p:cNvPr>
          <p:cNvSpPr/>
          <p:nvPr/>
        </p:nvSpPr>
        <p:spPr>
          <a:xfrm>
            <a:off x="7600416" y="1058310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: Rounded Corners 9">
            <a:extLst>
              <a:ext uri="{FF2B5EF4-FFF2-40B4-BE49-F238E27FC236}">
                <a16:creationId xmlns:a16="http://schemas.microsoft.com/office/drawing/2014/main" id="{038F1350-7FE3-1493-E366-8F653B42B620}"/>
              </a:ext>
            </a:extLst>
          </p:cNvPr>
          <p:cNvSpPr/>
          <p:nvPr/>
        </p:nvSpPr>
        <p:spPr>
          <a:xfrm>
            <a:off x="9921817" y="950132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29DFF2-6BA5-9970-AEBC-489EDA8FD34D}"/>
              </a:ext>
            </a:extLst>
          </p:cNvPr>
          <p:cNvCxnSpPr>
            <a:cxnSpLocks/>
          </p:cNvCxnSpPr>
          <p:nvPr/>
        </p:nvCxnSpPr>
        <p:spPr>
          <a:xfrm>
            <a:off x="10300912" y="977735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1D5497-05D2-83A1-1243-8D9D10FB2897}"/>
              </a:ext>
            </a:extLst>
          </p:cNvPr>
          <p:cNvSpPr/>
          <p:nvPr/>
        </p:nvSpPr>
        <p:spPr>
          <a:xfrm>
            <a:off x="9990461" y="1070716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A3E62E4-5F4E-1C02-BB83-13527F75192F}"/>
              </a:ext>
            </a:extLst>
          </p:cNvPr>
          <p:cNvSpPr/>
          <p:nvPr/>
        </p:nvSpPr>
        <p:spPr>
          <a:xfrm>
            <a:off x="10369556" y="1073189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644C5A0-04BD-10C3-FEA7-1F42128C1498}"/>
              </a:ext>
            </a:extLst>
          </p:cNvPr>
          <p:cNvSpPr/>
          <p:nvPr/>
        </p:nvSpPr>
        <p:spPr>
          <a:xfrm>
            <a:off x="5520822" y="1086394"/>
            <a:ext cx="1180887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3B2740-59FE-C5A6-F1B4-E1BCFEC95EA1}"/>
              </a:ext>
            </a:extLst>
          </p:cNvPr>
          <p:cNvSpPr/>
          <p:nvPr/>
        </p:nvSpPr>
        <p:spPr>
          <a:xfrm>
            <a:off x="5743918" y="1092172"/>
            <a:ext cx="45719" cy="8952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215F2-7332-D2BC-E65B-8EF69464A19B}"/>
              </a:ext>
            </a:extLst>
          </p:cNvPr>
          <p:cNvSpPr/>
          <p:nvPr/>
        </p:nvSpPr>
        <p:spPr>
          <a:xfrm>
            <a:off x="6444958" y="1092173"/>
            <a:ext cx="45719" cy="895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94FF3DB-F6B3-057E-30DB-1F6F7D801566}"/>
              </a:ext>
            </a:extLst>
          </p:cNvPr>
          <p:cNvSpPr/>
          <p:nvPr/>
        </p:nvSpPr>
        <p:spPr>
          <a:xfrm>
            <a:off x="8309748" y="1086393"/>
            <a:ext cx="1180887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26622B-CE6A-06A6-B266-F2398EB41C12}"/>
              </a:ext>
            </a:extLst>
          </p:cNvPr>
          <p:cNvSpPr/>
          <p:nvPr/>
        </p:nvSpPr>
        <p:spPr>
          <a:xfrm>
            <a:off x="8532844" y="1092171"/>
            <a:ext cx="45719" cy="8952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DDB151-75B7-E8C4-470B-F2D4FD313FA9}"/>
              </a:ext>
            </a:extLst>
          </p:cNvPr>
          <p:cNvSpPr/>
          <p:nvPr/>
        </p:nvSpPr>
        <p:spPr>
          <a:xfrm>
            <a:off x="9233884" y="1092172"/>
            <a:ext cx="45719" cy="895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788FA4-918F-846A-0FB6-3D0EB5283B16}"/>
              </a:ext>
            </a:extLst>
          </p:cNvPr>
          <p:cNvSpPr/>
          <p:nvPr/>
        </p:nvSpPr>
        <p:spPr>
          <a:xfrm>
            <a:off x="3360100" y="766238"/>
            <a:ext cx="224913" cy="172719"/>
          </a:xfrm>
          <a:prstGeom prst="rect">
            <a:avLst/>
          </a:prstGeom>
          <a:solidFill>
            <a:srgbClr val="EAE2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283244-DF17-3635-7EB2-7397B6C2521D}"/>
              </a:ext>
            </a:extLst>
          </p:cNvPr>
          <p:cNvSpPr/>
          <p:nvPr/>
        </p:nvSpPr>
        <p:spPr>
          <a:xfrm>
            <a:off x="5985762" y="745163"/>
            <a:ext cx="459196" cy="197498"/>
          </a:xfrm>
          <a:prstGeom prst="rect">
            <a:avLst/>
          </a:prstGeom>
          <a:solidFill>
            <a:srgbClr val="EAE2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3DFF95B-2DDF-A859-134F-0960635166E8}"/>
              </a:ext>
            </a:extLst>
          </p:cNvPr>
          <p:cNvSpPr/>
          <p:nvPr/>
        </p:nvSpPr>
        <p:spPr>
          <a:xfrm>
            <a:off x="6037926" y="755063"/>
            <a:ext cx="354867" cy="17996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E4BAFAC-7F95-EB0A-A019-16B32C350827}"/>
              </a:ext>
            </a:extLst>
          </p:cNvPr>
          <p:cNvSpPr/>
          <p:nvPr/>
        </p:nvSpPr>
        <p:spPr>
          <a:xfrm>
            <a:off x="11087454" y="1065994"/>
            <a:ext cx="614214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24D0C4F-DE6D-3BF2-F471-4659A6289EB1}"/>
              </a:ext>
            </a:extLst>
          </p:cNvPr>
          <p:cNvSpPr/>
          <p:nvPr/>
        </p:nvSpPr>
        <p:spPr>
          <a:xfrm>
            <a:off x="2821134" y="1086392"/>
            <a:ext cx="1180887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E28E46-9D41-E0AD-D8CC-EB39FCF375F1}"/>
              </a:ext>
            </a:extLst>
          </p:cNvPr>
          <p:cNvSpPr/>
          <p:nvPr/>
        </p:nvSpPr>
        <p:spPr>
          <a:xfrm>
            <a:off x="3044230" y="1092170"/>
            <a:ext cx="45719" cy="8952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631AFC-9720-F561-3281-D90C33BA5DB3}"/>
              </a:ext>
            </a:extLst>
          </p:cNvPr>
          <p:cNvSpPr/>
          <p:nvPr/>
        </p:nvSpPr>
        <p:spPr>
          <a:xfrm>
            <a:off x="3745270" y="1092171"/>
            <a:ext cx="45719" cy="895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: Rounded Corners 9">
            <a:extLst>
              <a:ext uri="{FF2B5EF4-FFF2-40B4-BE49-F238E27FC236}">
                <a16:creationId xmlns:a16="http://schemas.microsoft.com/office/drawing/2014/main" id="{4A03F81A-76D8-030B-ADBB-E64CF491C2D3}"/>
              </a:ext>
            </a:extLst>
          </p:cNvPr>
          <p:cNvSpPr/>
          <p:nvPr/>
        </p:nvSpPr>
        <p:spPr>
          <a:xfrm>
            <a:off x="1630719" y="959285"/>
            <a:ext cx="758190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31BB76-28B1-5309-959F-D53473AD0A2C}"/>
              </a:ext>
            </a:extLst>
          </p:cNvPr>
          <p:cNvCxnSpPr>
            <a:cxnSpLocks/>
          </p:cNvCxnSpPr>
          <p:nvPr/>
        </p:nvCxnSpPr>
        <p:spPr>
          <a:xfrm>
            <a:off x="2009814" y="986888"/>
            <a:ext cx="0" cy="182880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C466F83-090C-A0F1-18D2-A1854862C49F}"/>
              </a:ext>
            </a:extLst>
          </p:cNvPr>
          <p:cNvSpPr/>
          <p:nvPr/>
        </p:nvSpPr>
        <p:spPr>
          <a:xfrm>
            <a:off x="1699363" y="1079869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53DEB5F-5297-C8AF-F853-DC30B786188C}"/>
              </a:ext>
            </a:extLst>
          </p:cNvPr>
          <p:cNvSpPr/>
          <p:nvPr/>
        </p:nvSpPr>
        <p:spPr>
          <a:xfrm>
            <a:off x="2078458" y="1082342"/>
            <a:ext cx="241808" cy="932427"/>
          </a:xfrm>
          <a:prstGeom prst="roundRect">
            <a:avLst>
              <a:gd name="adj" fmla="val 3137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85B7D81-FDB0-4596-13A1-C1964FBF7239}"/>
              </a:ext>
            </a:extLst>
          </p:cNvPr>
          <p:cNvSpPr/>
          <p:nvPr/>
        </p:nvSpPr>
        <p:spPr>
          <a:xfrm>
            <a:off x="604685" y="1065994"/>
            <a:ext cx="614214" cy="901070"/>
          </a:xfrm>
          <a:prstGeom prst="roundRect">
            <a:avLst>
              <a:gd name="adj" fmla="val 13793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21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JR東日本E531系サロE531-21の側面写真｜RailFile.jp｜鉄道車両サイドビューの図鑑">
            <a:extLst>
              <a:ext uri="{FF2B5EF4-FFF2-40B4-BE49-F238E27FC236}">
                <a16:creationId xmlns:a16="http://schemas.microsoft.com/office/drawing/2014/main" id="{301A693D-47A9-1C0D-9D7D-5506A62FD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-175706"/>
            <a:ext cx="1143000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433F27-C170-632E-A6B6-B4C8CC42926D}"/>
              </a:ext>
            </a:extLst>
          </p:cNvPr>
          <p:cNvSpPr/>
          <p:nvPr/>
        </p:nvSpPr>
        <p:spPr>
          <a:xfrm>
            <a:off x="527387" y="2767519"/>
            <a:ext cx="11589456" cy="3429001"/>
          </a:xfrm>
          <a:prstGeom prst="rect">
            <a:avLst/>
          </a:prstGeom>
          <a:gradFill>
            <a:gsLst>
              <a:gs pos="31473">
                <a:srgbClr val="D4D2D1"/>
              </a:gs>
              <a:gs pos="17000">
                <a:srgbClr val="D3E0E6"/>
              </a:gs>
              <a:gs pos="14000">
                <a:srgbClr val="AEB0B4"/>
              </a:gs>
              <a:gs pos="0">
                <a:srgbClr val="B5B7C4"/>
              </a:gs>
              <a:gs pos="58000">
                <a:srgbClr val="F4F1E8"/>
              </a:gs>
              <a:gs pos="96000">
                <a:srgbClr val="1E201F"/>
              </a:gs>
              <a:gs pos="85000">
                <a:srgbClr val="526069"/>
              </a:gs>
              <a:gs pos="84000">
                <a:srgbClr val="CECB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: Rounded Corners 9">
            <a:extLst>
              <a:ext uri="{FF2B5EF4-FFF2-40B4-BE49-F238E27FC236}">
                <a16:creationId xmlns:a16="http://schemas.microsoft.com/office/drawing/2014/main" id="{011623BA-3FC0-9719-7ADF-16C53ACA29C2}"/>
              </a:ext>
            </a:extLst>
          </p:cNvPr>
          <p:cNvSpPr/>
          <p:nvPr/>
        </p:nvSpPr>
        <p:spPr>
          <a:xfrm>
            <a:off x="2852684" y="3741772"/>
            <a:ext cx="544749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0A70A9-E948-9F2B-997B-E9ED73B49138}"/>
              </a:ext>
            </a:extLst>
          </p:cNvPr>
          <p:cNvSpPr/>
          <p:nvPr/>
        </p:nvSpPr>
        <p:spPr>
          <a:xfrm>
            <a:off x="527387" y="4836478"/>
            <a:ext cx="2325296" cy="370522"/>
          </a:xfrm>
          <a:prstGeom prst="rect">
            <a:avLst/>
          </a:prstGeom>
          <a:gradFill>
            <a:gsLst>
              <a:gs pos="96000">
                <a:srgbClr val="1654E0"/>
              </a:gs>
              <a:gs pos="25000">
                <a:srgbClr val="2261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66EF369-CF16-F7EB-CFF9-9322DE255D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851"/>
          <a:stretch/>
        </p:blipFill>
        <p:spPr>
          <a:xfrm>
            <a:off x="168006" y="3215586"/>
            <a:ext cx="359381" cy="2519734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8B19022-0BA2-7758-8F62-D1361A1B11C7}"/>
              </a:ext>
            </a:extLst>
          </p:cNvPr>
          <p:cNvSpPr/>
          <p:nvPr/>
        </p:nvSpPr>
        <p:spPr>
          <a:xfrm>
            <a:off x="3007731" y="3902439"/>
            <a:ext cx="234654" cy="778213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8D26771-0B7A-78ED-1AEB-51698F421287}"/>
              </a:ext>
            </a:extLst>
          </p:cNvPr>
          <p:cNvSpPr/>
          <p:nvPr/>
        </p:nvSpPr>
        <p:spPr>
          <a:xfrm>
            <a:off x="527388" y="3453158"/>
            <a:ext cx="2909232" cy="181582"/>
          </a:xfrm>
          <a:prstGeom prst="rect">
            <a:avLst/>
          </a:prstGeom>
          <a:solidFill>
            <a:srgbClr val="005A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03F42C4-F433-67D3-BA96-D6ED851D53F8}"/>
              </a:ext>
            </a:extLst>
          </p:cNvPr>
          <p:cNvSpPr/>
          <p:nvPr/>
        </p:nvSpPr>
        <p:spPr>
          <a:xfrm>
            <a:off x="815648" y="3769750"/>
            <a:ext cx="544749" cy="931718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BDA3EF6-2D73-006E-9740-73534A1C88AD}"/>
              </a:ext>
            </a:extLst>
          </p:cNvPr>
          <p:cNvSpPr/>
          <p:nvPr/>
        </p:nvSpPr>
        <p:spPr>
          <a:xfrm>
            <a:off x="1447403" y="3776136"/>
            <a:ext cx="544749" cy="931718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568F625-5365-5953-8EE1-CA8F5AB7B808}"/>
              </a:ext>
            </a:extLst>
          </p:cNvPr>
          <p:cNvSpPr/>
          <p:nvPr/>
        </p:nvSpPr>
        <p:spPr>
          <a:xfrm>
            <a:off x="2111363" y="3763364"/>
            <a:ext cx="544749" cy="931718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9CC7204-4602-7116-2409-BFB34B91AF97}"/>
              </a:ext>
            </a:extLst>
          </p:cNvPr>
          <p:cNvSpPr/>
          <p:nvPr/>
        </p:nvSpPr>
        <p:spPr>
          <a:xfrm>
            <a:off x="3441502" y="4228764"/>
            <a:ext cx="5742767" cy="506511"/>
          </a:xfrm>
          <a:prstGeom prst="rect">
            <a:avLst/>
          </a:prstGeom>
          <a:gradFill>
            <a:gsLst>
              <a:gs pos="96000">
                <a:srgbClr val="1654E0"/>
              </a:gs>
              <a:gs pos="25000">
                <a:srgbClr val="2261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055666B-B9E3-9043-86AC-0D9AB5866167}"/>
              </a:ext>
            </a:extLst>
          </p:cNvPr>
          <p:cNvSpPr/>
          <p:nvPr/>
        </p:nvSpPr>
        <p:spPr>
          <a:xfrm>
            <a:off x="9995881" y="3739927"/>
            <a:ext cx="544749" cy="931718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BF192D7-D4A3-F3AA-37E7-9419CBEC93A3}"/>
              </a:ext>
            </a:extLst>
          </p:cNvPr>
          <p:cNvSpPr/>
          <p:nvPr/>
        </p:nvSpPr>
        <p:spPr>
          <a:xfrm>
            <a:off x="10627636" y="3746313"/>
            <a:ext cx="544749" cy="931718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Rectangle: Rounded Corners 9">
            <a:extLst>
              <a:ext uri="{FF2B5EF4-FFF2-40B4-BE49-F238E27FC236}">
                <a16:creationId xmlns:a16="http://schemas.microsoft.com/office/drawing/2014/main" id="{35D8F17C-B392-55CA-5030-3102841E2D41}"/>
              </a:ext>
            </a:extLst>
          </p:cNvPr>
          <p:cNvSpPr/>
          <p:nvPr/>
        </p:nvSpPr>
        <p:spPr>
          <a:xfrm>
            <a:off x="9246799" y="3739927"/>
            <a:ext cx="544749" cy="1877760"/>
          </a:xfrm>
          <a:custGeom>
            <a:avLst/>
            <a:gdLst>
              <a:gd name="connsiteX0" fmla="*/ 0 w 754380"/>
              <a:gd name="connsiteY0" fmla="*/ 87629 h 1870140"/>
              <a:gd name="connsiteX1" fmla="*/ 87629 w 754380"/>
              <a:gd name="connsiteY1" fmla="*/ 0 h 1870140"/>
              <a:gd name="connsiteX2" fmla="*/ 666751 w 754380"/>
              <a:gd name="connsiteY2" fmla="*/ 0 h 1870140"/>
              <a:gd name="connsiteX3" fmla="*/ 754380 w 754380"/>
              <a:gd name="connsiteY3" fmla="*/ 87629 h 1870140"/>
              <a:gd name="connsiteX4" fmla="*/ 754380 w 754380"/>
              <a:gd name="connsiteY4" fmla="*/ 1782511 h 1870140"/>
              <a:gd name="connsiteX5" fmla="*/ 666751 w 754380"/>
              <a:gd name="connsiteY5" fmla="*/ 1870140 h 1870140"/>
              <a:gd name="connsiteX6" fmla="*/ 87629 w 754380"/>
              <a:gd name="connsiteY6" fmla="*/ 1870140 h 1870140"/>
              <a:gd name="connsiteX7" fmla="*/ 0 w 754380"/>
              <a:gd name="connsiteY7" fmla="*/ 1782511 h 1870140"/>
              <a:gd name="connsiteX8" fmla="*/ 0 w 754380"/>
              <a:gd name="connsiteY8" fmla="*/ 87629 h 1870140"/>
              <a:gd name="connsiteX0" fmla="*/ 0 w 754380"/>
              <a:gd name="connsiteY0" fmla="*/ 87629 h 1871511"/>
              <a:gd name="connsiteX1" fmla="*/ 87629 w 754380"/>
              <a:gd name="connsiteY1" fmla="*/ 0 h 1871511"/>
              <a:gd name="connsiteX2" fmla="*/ 666751 w 754380"/>
              <a:gd name="connsiteY2" fmla="*/ 0 h 1871511"/>
              <a:gd name="connsiteX3" fmla="*/ 754380 w 754380"/>
              <a:gd name="connsiteY3" fmla="*/ 87629 h 1871511"/>
              <a:gd name="connsiteX4" fmla="*/ 754380 w 754380"/>
              <a:gd name="connsiteY4" fmla="*/ 1782511 h 1871511"/>
              <a:gd name="connsiteX5" fmla="*/ 666751 w 754380"/>
              <a:gd name="connsiteY5" fmla="*/ 1870140 h 1871511"/>
              <a:gd name="connsiteX6" fmla="*/ 87629 w 754380"/>
              <a:gd name="connsiteY6" fmla="*/ 1870140 h 1871511"/>
              <a:gd name="connsiteX7" fmla="*/ 1905 w 754380"/>
              <a:gd name="connsiteY7" fmla="*/ 1833946 h 1871511"/>
              <a:gd name="connsiteX8" fmla="*/ 0 w 754380"/>
              <a:gd name="connsiteY8" fmla="*/ 87629 h 1871511"/>
              <a:gd name="connsiteX0" fmla="*/ 0 w 758190"/>
              <a:gd name="connsiteY0" fmla="*/ 87629 h 1872053"/>
              <a:gd name="connsiteX1" fmla="*/ 87629 w 758190"/>
              <a:gd name="connsiteY1" fmla="*/ 0 h 1872053"/>
              <a:gd name="connsiteX2" fmla="*/ 666751 w 758190"/>
              <a:gd name="connsiteY2" fmla="*/ 0 h 1872053"/>
              <a:gd name="connsiteX3" fmla="*/ 754380 w 758190"/>
              <a:gd name="connsiteY3" fmla="*/ 87629 h 1872053"/>
              <a:gd name="connsiteX4" fmla="*/ 758190 w 758190"/>
              <a:gd name="connsiteY4" fmla="*/ 1835851 h 1872053"/>
              <a:gd name="connsiteX5" fmla="*/ 666751 w 758190"/>
              <a:gd name="connsiteY5" fmla="*/ 1870140 h 1872053"/>
              <a:gd name="connsiteX6" fmla="*/ 87629 w 758190"/>
              <a:gd name="connsiteY6" fmla="*/ 1870140 h 1872053"/>
              <a:gd name="connsiteX7" fmla="*/ 1905 w 758190"/>
              <a:gd name="connsiteY7" fmla="*/ 1833946 h 1872053"/>
              <a:gd name="connsiteX8" fmla="*/ 0 w 758190"/>
              <a:gd name="connsiteY8" fmla="*/ 87629 h 187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" h="1872053">
                <a:moveTo>
                  <a:pt x="0" y="87629"/>
                </a:moveTo>
                <a:cubicBezTo>
                  <a:pt x="0" y="39233"/>
                  <a:pt x="39233" y="0"/>
                  <a:pt x="87629" y="0"/>
                </a:cubicBezTo>
                <a:lnTo>
                  <a:pt x="666751" y="0"/>
                </a:lnTo>
                <a:cubicBezTo>
                  <a:pt x="715147" y="0"/>
                  <a:pt x="754380" y="39233"/>
                  <a:pt x="754380" y="87629"/>
                </a:cubicBezTo>
                <a:lnTo>
                  <a:pt x="758190" y="1835851"/>
                </a:lnTo>
                <a:cubicBezTo>
                  <a:pt x="758190" y="1884247"/>
                  <a:pt x="715147" y="1870140"/>
                  <a:pt x="666751" y="1870140"/>
                </a:cubicBezTo>
                <a:lnTo>
                  <a:pt x="87629" y="1870140"/>
                </a:lnTo>
                <a:cubicBezTo>
                  <a:pt x="39233" y="1870140"/>
                  <a:pt x="1905" y="1882342"/>
                  <a:pt x="1905" y="1833946"/>
                </a:cubicBezTo>
                <a:cubicBezTo>
                  <a:pt x="1905" y="1268985"/>
                  <a:pt x="0" y="652590"/>
                  <a:pt x="0" y="87629"/>
                </a:cubicBezTo>
                <a:close/>
              </a:path>
            </a:pathLst>
          </a:custGeom>
          <a:gradFill>
            <a:gsLst>
              <a:gs pos="0">
                <a:srgbClr val="E9EBE6"/>
              </a:gs>
              <a:gs pos="97000">
                <a:srgbClr val="ECE3D4"/>
              </a:gs>
              <a:gs pos="89000">
                <a:srgbClr val="C5BEAC"/>
              </a:gs>
              <a:gs pos="29000">
                <a:srgbClr val="EEE9E3"/>
              </a:gs>
            </a:gsLst>
            <a:lin ang="5400000" scaled="1"/>
          </a:gradFill>
          <a:ln w="50800">
            <a:gradFill>
              <a:gsLst>
                <a:gs pos="0">
                  <a:srgbClr val="C3C5BF"/>
                </a:gs>
                <a:gs pos="15000">
                  <a:srgbClr val="DADCD1"/>
                </a:gs>
                <a:gs pos="83000">
                  <a:srgbClr val="999990"/>
                </a:gs>
                <a:gs pos="100000">
                  <a:srgbClr val="958E7F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331AD25-411B-B93B-B858-3EE3C60ADEB4}"/>
              </a:ext>
            </a:extLst>
          </p:cNvPr>
          <p:cNvSpPr/>
          <p:nvPr/>
        </p:nvSpPr>
        <p:spPr>
          <a:xfrm>
            <a:off x="9401846" y="3900594"/>
            <a:ext cx="234654" cy="778213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5F2CB86-8156-7D3F-0F81-38ABCCF4C478}"/>
              </a:ext>
            </a:extLst>
          </p:cNvPr>
          <p:cNvSpPr/>
          <p:nvPr/>
        </p:nvSpPr>
        <p:spPr>
          <a:xfrm>
            <a:off x="9791547" y="4836478"/>
            <a:ext cx="2325296" cy="370522"/>
          </a:xfrm>
          <a:prstGeom prst="rect">
            <a:avLst/>
          </a:prstGeom>
          <a:gradFill>
            <a:gsLst>
              <a:gs pos="96000">
                <a:srgbClr val="1654E0"/>
              </a:gs>
              <a:gs pos="25000">
                <a:srgbClr val="2261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D9DB06F-068D-5A13-9EEF-B4E6809667A5}"/>
              </a:ext>
            </a:extLst>
          </p:cNvPr>
          <p:cNvSpPr/>
          <p:nvPr/>
        </p:nvSpPr>
        <p:spPr>
          <a:xfrm>
            <a:off x="9207611" y="3429000"/>
            <a:ext cx="2909232" cy="181582"/>
          </a:xfrm>
          <a:prstGeom prst="rect">
            <a:avLst/>
          </a:prstGeom>
          <a:solidFill>
            <a:srgbClr val="005A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D82BAC8-434D-4BB4-FDF8-E943CB51138E}"/>
              </a:ext>
            </a:extLst>
          </p:cNvPr>
          <p:cNvSpPr/>
          <p:nvPr/>
        </p:nvSpPr>
        <p:spPr>
          <a:xfrm>
            <a:off x="3952353" y="3347782"/>
            <a:ext cx="467248" cy="678022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80F259C-9623-D457-B3DE-2BF3510F020B}"/>
              </a:ext>
            </a:extLst>
          </p:cNvPr>
          <p:cNvSpPr/>
          <p:nvPr/>
        </p:nvSpPr>
        <p:spPr>
          <a:xfrm>
            <a:off x="3952353" y="4836478"/>
            <a:ext cx="467248" cy="776189"/>
          </a:xfrm>
          <a:prstGeom prst="roundRect">
            <a:avLst>
              <a:gd name="adj" fmla="val 23162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9ECC3ED-CEBC-6174-03BB-22EB60E38EEB}"/>
              </a:ext>
            </a:extLst>
          </p:cNvPr>
          <p:cNvSpPr/>
          <p:nvPr/>
        </p:nvSpPr>
        <p:spPr>
          <a:xfrm>
            <a:off x="4520808" y="4836478"/>
            <a:ext cx="935111" cy="776189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6B2954A-BCCF-4E80-674D-F536645F1A49}"/>
              </a:ext>
            </a:extLst>
          </p:cNvPr>
          <p:cNvSpPr/>
          <p:nvPr/>
        </p:nvSpPr>
        <p:spPr>
          <a:xfrm>
            <a:off x="4520808" y="3361544"/>
            <a:ext cx="935111" cy="678022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EE6F77B-7C21-0144-73FD-01F94BAA4C08}"/>
              </a:ext>
            </a:extLst>
          </p:cNvPr>
          <p:cNvSpPr/>
          <p:nvPr/>
        </p:nvSpPr>
        <p:spPr>
          <a:xfrm>
            <a:off x="5569621" y="4836478"/>
            <a:ext cx="935111" cy="776189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3E7C1D5-0ED5-5048-4EA4-3BC51C4F8626}"/>
              </a:ext>
            </a:extLst>
          </p:cNvPr>
          <p:cNvSpPr/>
          <p:nvPr/>
        </p:nvSpPr>
        <p:spPr>
          <a:xfrm>
            <a:off x="5569621" y="3361544"/>
            <a:ext cx="935111" cy="678022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F64439E-8CA5-554B-8F2C-3648826D8127}"/>
              </a:ext>
            </a:extLst>
          </p:cNvPr>
          <p:cNvSpPr/>
          <p:nvPr/>
        </p:nvSpPr>
        <p:spPr>
          <a:xfrm>
            <a:off x="6663365" y="4836478"/>
            <a:ext cx="935111" cy="776189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464E53C-38A9-974B-5495-4ABD5CEA5479}"/>
              </a:ext>
            </a:extLst>
          </p:cNvPr>
          <p:cNvSpPr/>
          <p:nvPr/>
        </p:nvSpPr>
        <p:spPr>
          <a:xfrm>
            <a:off x="6663365" y="3361544"/>
            <a:ext cx="935111" cy="678022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4410BAE-535C-02A3-FC07-99E30D7ACCD0}"/>
              </a:ext>
            </a:extLst>
          </p:cNvPr>
          <p:cNvSpPr/>
          <p:nvPr/>
        </p:nvSpPr>
        <p:spPr>
          <a:xfrm>
            <a:off x="7730430" y="4836478"/>
            <a:ext cx="935111" cy="776189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D342CF3-E704-B65E-B07D-ECEDD76DC4D2}"/>
              </a:ext>
            </a:extLst>
          </p:cNvPr>
          <p:cNvSpPr/>
          <p:nvPr/>
        </p:nvSpPr>
        <p:spPr>
          <a:xfrm>
            <a:off x="7730430" y="3361544"/>
            <a:ext cx="935111" cy="678022"/>
          </a:xfrm>
          <a:prstGeom prst="roundRect">
            <a:avLst>
              <a:gd name="adj" fmla="val 11380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05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FA7758B-16BE-A6AF-8D1C-ACC7DBB7D63E}"/>
              </a:ext>
            </a:extLst>
          </p:cNvPr>
          <p:cNvSpPr/>
          <p:nvPr/>
        </p:nvSpPr>
        <p:spPr>
          <a:xfrm>
            <a:off x="3612548" y="708896"/>
            <a:ext cx="4240800" cy="4239860"/>
          </a:xfrm>
          <a:prstGeom prst="rect">
            <a:avLst/>
          </a:prstGeom>
          <a:gradFill>
            <a:gsLst>
              <a:gs pos="96000">
                <a:srgbClr val="CBC8C0"/>
              </a:gs>
              <a:gs pos="25000">
                <a:srgbClr val="DDDAD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3F4C99-4558-BD94-2281-13DCCD68DD97}"/>
              </a:ext>
            </a:extLst>
          </p:cNvPr>
          <p:cNvSpPr/>
          <p:nvPr/>
        </p:nvSpPr>
        <p:spPr>
          <a:xfrm>
            <a:off x="3612548" y="4581066"/>
            <a:ext cx="4240799" cy="367689"/>
          </a:xfrm>
          <a:prstGeom prst="rect">
            <a:avLst/>
          </a:prstGeom>
          <a:gradFill>
            <a:gsLst>
              <a:gs pos="96000">
                <a:srgbClr val="30343D">
                  <a:alpha val="10000"/>
                </a:srgbClr>
              </a:gs>
              <a:gs pos="0">
                <a:srgbClr val="30343D">
                  <a:alpha val="4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98" name="Picture 2" descr="JR東日本 E531系電車 - 水の丘交通公園">
            <a:extLst>
              <a:ext uri="{FF2B5EF4-FFF2-40B4-BE49-F238E27FC236}">
                <a16:creationId xmlns:a16="http://schemas.microsoft.com/office/drawing/2014/main" id="{1ED4F882-C461-47D7-4083-D46F4F2263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0" t="13480" r="39874" b="13861"/>
          <a:stretch/>
        </p:blipFill>
        <p:spPr bwMode="auto">
          <a:xfrm>
            <a:off x="524718" y="937549"/>
            <a:ext cx="2785641" cy="332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A6A0FAE-28BE-D292-3D6F-44AD492F09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403"/>
          <a:stretch/>
        </p:blipFill>
        <p:spPr>
          <a:xfrm>
            <a:off x="8811250" y="697267"/>
            <a:ext cx="1028295" cy="4251488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8ECE8EF-795B-090A-498E-4A2D1A40A358}"/>
              </a:ext>
            </a:extLst>
          </p:cNvPr>
          <p:cNvSpPr/>
          <p:nvPr/>
        </p:nvSpPr>
        <p:spPr>
          <a:xfrm>
            <a:off x="3612548" y="708897"/>
            <a:ext cx="4240800" cy="3360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743327-1254-A988-092F-45686A25BF97}"/>
              </a:ext>
            </a:extLst>
          </p:cNvPr>
          <p:cNvSpPr/>
          <p:nvPr/>
        </p:nvSpPr>
        <p:spPr>
          <a:xfrm>
            <a:off x="7151838" y="3438525"/>
            <a:ext cx="701509" cy="630556"/>
          </a:xfrm>
          <a:custGeom>
            <a:avLst/>
            <a:gdLst>
              <a:gd name="connsiteX0" fmla="*/ 0 w 1028295"/>
              <a:gd name="connsiteY0" fmla="*/ 0 h 622936"/>
              <a:gd name="connsiteX1" fmla="*/ 1028295 w 1028295"/>
              <a:gd name="connsiteY1" fmla="*/ 0 h 622936"/>
              <a:gd name="connsiteX2" fmla="*/ 1028295 w 1028295"/>
              <a:gd name="connsiteY2" fmla="*/ 622936 h 622936"/>
              <a:gd name="connsiteX3" fmla="*/ 0 w 1028295"/>
              <a:gd name="connsiteY3" fmla="*/ 622936 h 622936"/>
              <a:gd name="connsiteX4" fmla="*/ 0 w 1028295"/>
              <a:gd name="connsiteY4" fmla="*/ 0 h 622936"/>
              <a:gd name="connsiteX0" fmla="*/ 521970 w 1028295"/>
              <a:gd name="connsiteY0" fmla="*/ 0 h 630556"/>
              <a:gd name="connsiteX1" fmla="*/ 1028295 w 1028295"/>
              <a:gd name="connsiteY1" fmla="*/ 7620 h 630556"/>
              <a:gd name="connsiteX2" fmla="*/ 1028295 w 1028295"/>
              <a:gd name="connsiteY2" fmla="*/ 630556 h 630556"/>
              <a:gd name="connsiteX3" fmla="*/ 0 w 1028295"/>
              <a:gd name="connsiteY3" fmla="*/ 630556 h 630556"/>
              <a:gd name="connsiteX4" fmla="*/ 521970 w 1028295"/>
              <a:gd name="connsiteY4" fmla="*/ 0 h 630556"/>
              <a:gd name="connsiteX0" fmla="*/ 1286208 w 1792533"/>
              <a:gd name="connsiteY0" fmla="*/ 0 h 630556"/>
              <a:gd name="connsiteX1" fmla="*/ 1792533 w 1792533"/>
              <a:gd name="connsiteY1" fmla="*/ 7620 h 630556"/>
              <a:gd name="connsiteX2" fmla="*/ 1792533 w 1792533"/>
              <a:gd name="connsiteY2" fmla="*/ 630556 h 630556"/>
              <a:gd name="connsiteX3" fmla="*/ 0 w 1792533"/>
              <a:gd name="connsiteY3" fmla="*/ 630556 h 630556"/>
              <a:gd name="connsiteX4" fmla="*/ 1286208 w 1792533"/>
              <a:gd name="connsiteY4" fmla="*/ 0 h 63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2533" h="630556">
                <a:moveTo>
                  <a:pt x="1286208" y="0"/>
                </a:moveTo>
                <a:lnTo>
                  <a:pt x="1792533" y="7620"/>
                </a:lnTo>
                <a:lnTo>
                  <a:pt x="1792533" y="630556"/>
                </a:lnTo>
                <a:lnTo>
                  <a:pt x="0" y="630556"/>
                </a:lnTo>
                <a:lnTo>
                  <a:pt x="1286208" y="0"/>
                </a:lnTo>
                <a:close/>
              </a:path>
            </a:pathLst>
          </a:custGeom>
          <a:gradFill>
            <a:gsLst>
              <a:gs pos="96000">
                <a:srgbClr val="1654E0"/>
              </a:gs>
              <a:gs pos="25000">
                <a:srgbClr val="2261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A4CA6756-FCB0-9452-E115-8E90BCDE2104}"/>
              </a:ext>
            </a:extLst>
          </p:cNvPr>
          <p:cNvSpPr/>
          <p:nvPr/>
        </p:nvSpPr>
        <p:spPr>
          <a:xfrm flipH="1">
            <a:off x="3612548" y="3438525"/>
            <a:ext cx="672934" cy="630556"/>
          </a:xfrm>
          <a:custGeom>
            <a:avLst/>
            <a:gdLst>
              <a:gd name="connsiteX0" fmla="*/ 0 w 1028295"/>
              <a:gd name="connsiteY0" fmla="*/ 0 h 622936"/>
              <a:gd name="connsiteX1" fmla="*/ 1028295 w 1028295"/>
              <a:gd name="connsiteY1" fmla="*/ 0 h 622936"/>
              <a:gd name="connsiteX2" fmla="*/ 1028295 w 1028295"/>
              <a:gd name="connsiteY2" fmla="*/ 622936 h 622936"/>
              <a:gd name="connsiteX3" fmla="*/ 0 w 1028295"/>
              <a:gd name="connsiteY3" fmla="*/ 622936 h 622936"/>
              <a:gd name="connsiteX4" fmla="*/ 0 w 1028295"/>
              <a:gd name="connsiteY4" fmla="*/ 0 h 622936"/>
              <a:gd name="connsiteX0" fmla="*/ 521970 w 1028295"/>
              <a:gd name="connsiteY0" fmla="*/ 0 h 630556"/>
              <a:gd name="connsiteX1" fmla="*/ 1028295 w 1028295"/>
              <a:gd name="connsiteY1" fmla="*/ 7620 h 630556"/>
              <a:gd name="connsiteX2" fmla="*/ 1028295 w 1028295"/>
              <a:gd name="connsiteY2" fmla="*/ 630556 h 630556"/>
              <a:gd name="connsiteX3" fmla="*/ 0 w 1028295"/>
              <a:gd name="connsiteY3" fmla="*/ 630556 h 630556"/>
              <a:gd name="connsiteX4" fmla="*/ 521970 w 1028295"/>
              <a:gd name="connsiteY4" fmla="*/ 0 h 630556"/>
              <a:gd name="connsiteX0" fmla="*/ 1213191 w 1719516"/>
              <a:gd name="connsiteY0" fmla="*/ 0 h 630556"/>
              <a:gd name="connsiteX1" fmla="*/ 1719516 w 1719516"/>
              <a:gd name="connsiteY1" fmla="*/ 7620 h 630556"/>
              <a:gd name="connsiteX2" fmla="*/ 1719516 w 1719516"/>
              <a:gd name="connsiteY2" fmla="*/ 630556 h 630556"/>
              <a:gd name="connsiteX3" fmla="*/ 0 w 1719516"/>
              <a:gd name="connsiteY3" fmla="*/ 630556 h 630556"/>
              <a:gd name="connsiteX4" fmla="*/ 1213191 w 1719516"/>
              <a:gd name="connsiteY4" fmla="*/ 0 h 63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9516" h="630556">
                <a:moveTo>
                  <a:pt x="1213191" y="0"/>
                </a:moveTo>
                <a:lnTo>
                  <a:pt x="1719516" y="7620"/>
                </a:lnTo>
                <a:lnTo>
                  <a:pt x="1719516" y="630556"/>
                </a:lnTo>
                <a:lnTo>
                  <a:pt x="0" y="630556"/>
                </a:lnTo>
                <a:lnTo>
                  <a:pt x="1213191" y="0"/>
                </a:lnTo>
                <a:close/>
              </a:path>
            </a:pathLst>
          </a:custGeom>
          <a:gradFill>
            <a:gsLst>
              <a:gs pos="96000">
                <a:srgbClr val="1654E0"/>
              </a:gs>
              <a:gs pos="25000">
                <a:srgbClr val="2261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8740E4B-2F95-2A0B-8D75-182E1F1AFC82}"/>
              </a:ext>
            </a:extLst>
          </p:cNvPr>
          <p:cNvSpPr/>
          <p:nvPr/>
        </p:nvSpPr>
        <p:spPr>
          <a:xfrm>
            <a:off x="3824472" y="954784"/>
            <a:ext cx="3841248" cy="2483741"/>
          </a:xfrm>
          <a:custGeom>
            <a:avLst/>
            <a:gdLst>
              <a:gd name="connsiteX0" fmla="*/ 232449 w 3437388"/>
              <a:gd name="connsiteY0" fmla="*/ 0 h 2310764"/>
              <a:gd name="connsiteX1" fmla="*/ 3204939 w 3437388"/>
              <a:gd name="connsiteY1" fmla="*/ 0 h 2310764"/>
              <a:gd name="connsiteX2" fmla="*/ 3437388 w 3437388"/>
              <a:gd name="connsiteY2" fmla="*/ 232449 h 2310764"/>
              <a:gd name="connsiteX3" fmla="*/ 3437388 w 3437388"/>
              <a:gd name="connsiteY3" fmla="*/ 1304154 h 2310764"/>
              <a:gd name="connsiteX4" fmla="*/ 3437388 w 3437388"/>
              <a:gd name="connsiteY4" fmla="*/ 1665093 h 2310764"/>
              <a:gd name="connsiteX5" fmla="*/ 3437388 w 3437388"/>
              <a:gd name="connsiteY5" fmla="*/ 2310764 h 2310764"/>
              <a:gd name="connsiteX6" fmla="*/ 0 w 3437388"/>
              <a:gd name="connsiteY6" fmla="*/ 2310764 h 2310764"/>
              <a:gd name="connsiteX7" fmla="*/ 0 w 3437388"/>
              <a:gd name="connsiteY7" fmla="*/ 1665093 h 2310764"/>
              <a:gd name="connsiteX8" fmla="*/ 0 w 3437388"/>
              <a:gd name="connsiteY8" fmla="*/ 1304154 h 2310764"/>
              <a:gd name="connsiteX9" fmla="*/ 0 w 3437388"/>
              <a:gd name="connsiteY9" fmla="*/ 232449 h 2310764"/>
              <a:gd name="connsiteX10" fmla="*/ 232449 w 3437388"/>
              <a:gd name="connsiteY10" fmla="*/ 0 h 2310764"/>
              <a:gd name="connsiteX0" fmla="*/ 232449 w 3437388"/>
              <a:gd name="connsiteY0" fmla="*/ 67733 h 2378497"/>
              <a:gd name="connsiteX1" fmla="*/ 3204939 w 3437388"/>
              <a:gd name="connsiteY1" fmla="*/ 67733 h 2378497"/>
              <a:gd name="connsiteX2" fmla="*/ 3437388 w 3437388"/>
              <a:gd name="connsiteY2" fmla="*/ 300182 h 2378497"/>
              <a:gd name="connsiteX3" fmla="*/ 3437388 w 3437388"/>
              <a:gd name="connsiteY3" fmla="*/ 1371887 h 2378497"/>
              <a:gd name="connsiteX4" fmla="*/ 3437388 w 3437388"/>
              <a:gd name="connsiteY4" fmla="*/ 1732826 h 2378497"/>
              <a:gd name="connsiteX5" fmla="*/ 3437388 w 3437388"/>
              <a:gd name="connsiteY5" fmla="*/ 2378497 h 2378497"/>
              <a:gd name="connsiteX6" fmla="*/ 0 w 3437388"/>
              <a:gd name="connsiteY6" fmla="*/ 2378497 h 2378497"/>
              <a:gd name="connsiteX7" fmla="*/ 0 w 3437388"/>
              <a:gd name="connsiteY7" fmla="*/ 1732826 h 2378497"/>
              <a:gd name="connsiteX8" fmla="*/ 0 w 3437388"/>
              <a:gd name="connsiteY8" fmla="*/ 1371887 h 2378497"/>
              <a:gd name="connsiteX9" fmla="*/ 0 w 3437388"/>
              <a:gd name="connsiteY9" fmla="*/ 300182 h 2378497"/>
              <a:gd name="connsiteX10" fmla="*/ 232449 w 3437388"/>
              <a:gd name="connsiteY10" fmla="*/ 67733 h 2378497"/>
              <a:gd name="connsiteX0" fmla="*/ 232449 w 3437388"/>
              <a:gd name="connsiteY0" fmla="*/ 135039 h 2445803"/>
              <a:gd name="connsiteX1" fmla="*/ 3204939 w 3437388"/>
              <a:gd name="connsiteY1" fmla="*/ 135039 h 2445803"/>
              <a:gd name="connsiteX2" fmla="*/ 3437388 w 3437388"/>
              <a:gd name="connsiteY2" fmla="*/ 367488 h 2445803"/>
              <a:gd name="connsiteX3" fmla="*/ 3437388 w 3437388"/>
              <a:gd name="connsiteY3" fmla="*/ 1439193 h 2445803"/>
              <a:gd name="connsiteX4" fmla="*/ 3437388 w 3437388"/>
              <a:gd name="connsiteY4" fmla="*/ 1800132 h 2445803"/>
              <a:gd name="connsiteX5" fmla="*/ 3437388 w 3437388"/>
              <a:gd name="connsiteY5" fmla="*/ 2445803 h 2445803"/>
              <a:gd name="connsiteX6" fmla="*/ 0 w 3437388"/>
              <a:gd name="connsiteY6" fmla="*/ 2445803 h 2445803"/>
              <a:gd name="connsiteX7" fmla="*/ 0 w 3437388"/>
              <a:gd name="connsiteY7" fmla="*/ 1800132 h 2445803"/>
              <a:gd name="connsiteX8" fmla="*/ 0 w 3437388"/>
              <a:gd name="connsiteY8" fmla="*/ 1439193 h 2445803"/>
              <a:gd name="connsiteX9" fmla="*/ 0 w 3437388"/>
              <a:gd name="connsiteY9" fmla="*/ 367488 h 2445803"/>
              <a:gd name="connsiteX10" fmla="*/ 232449 w 3437388"/>
              <a:gd name="connsiteY10" fmla="*/ 135039 h 2445803"/>
              <a:gd name="connsiteX0" fmla="*/ 232449 w 3437388"/>
              <a:gd name="connsiteY0" fmla="*/ 171876 h 2482640"/>
              <a:gd name="connsiteX1" fmla="*/ 3204939 w 3437388"/>
              <a:gd name="connsiteY1" fmla="*/ 171876 h 2482640"/>
              <a:gd name="connsiteX2" fmla="*/ 3437388 w 3437388"/>
              <a:gd name="connsiteY2" fmla="*/ 404325 h 2482640"/>
              <a:gd name="connsiteX3" fmla="*/ 3437388 w 3437388"/>
              <a:gd name="connsiteY3" fmla="*/ 1476030 h 2482640"/>
              <a:gd name="connsiteX4" fmla="*/ 3437388 w 3437388"/>
              <a:gd name="connsiteY4" fmla="*/ 1836969 h 2482640"/>
              <a:gd name="connsiteX5" fmla="*/ 3437388 w 3437388"/>
              <a:gd name="connsiteY5" fmla="*/ 2482640 h 2482640"/>
              <a:gd name="connsiteX6" fmla="*/ 0 w 3437388"/>
              <a:gd name="connsiteY6" fmla="*/ 2482640 h 2482640"/>
              <a:gd name="connsiteX7" fmla="*/ 0 w 3437388"/>
              <a:gd name="connsiteY7" fmla="*/ 1836969 h 2482640"/>
              <a:gd name="connsiteX8" fmla="*/ 0 w 3437388"/>
              <a:gd name="connsiteY8" fmla="*/ 1476030 h 2482640"/>
              <a:gd name="connsiteX9" fmla="*/ 0 w 3437388"/>
              <a:gd name="connsiteY9" fmla="*/ 404325 h 2482640"/>
              <a:gd name="connsiteX10" fmla="*/ 232449 w 3437388"/>
              <a:gd name="connsiteY10" fmla="*/ 171876 h 2482640"/>
              <a:gd name="connsiteX0" fmla="*/ 232449 w 3437388"/>
              <a:gd name="connsiteY0" fmla="*/ 171876 h 2482640"/>
              <a:gd name="connsiteX1" fmla="*/ 3204939 w 3437388"/>
              <a:gd name="connsiteY1" fmla="*/ 171876 h 2482640"/>
              <a:gd name="connsiteX2" fmla="*/ 3437388 w 3437388"/>
              <a:gd name="connsiteY2" fmla="*/ 404325 h 2482640"/>
              <a:gd name="connsiteX3" fmla="*/ 3437388 w 3437388"/>
              <a:gd name="connsiteY3" fmla="*/ 1476030 h 2482640"/>
              <a:gd name="connsiteX4" fmla="*/ 3437388 w 3437388"/>
              <a:gd name="connsiteY4" fmla="*/ 1836969 h 2482640"/>
              <a:gd name="connsiteX5" fmla="*/ 3437388 w 3437388"/>
              <a:gd name="connsiteY5" fmla="*/ 2482640 h 2482640"/>
              <a:gd name="connsiteX6" fmla="*/ 0 w 3437388"/>
              <a:gd name="connsiteY6" fmla="*/ 2482640 h 2482640"/>
              <a:gd name="connsiteX7" fmla="*/ 0 w 3437388"/>
              <a:gd name="connsiteY7" fmla="*/ 1836969 h 2482640"/>
              <a:gd name="connsiteX8" fmla="*/ 0 w 3437388"/>
              <a:gd name="connsiteY8" fmla="*/ 1476030 h 2482640"/>
              <a:gd name="connsiteX9" fmla="*/ 0 w 3437388"/>
              <a:gd name="connsiteY9" fmla="*/ 404325 h 2482640"/>
              <a:gd name="connsiteX10" fmla="*/ 232449 w 3437388"/>
              <a:gd name="connsiteY10" fmla="*/ 171876 h 2482640"/>
              <a:gd name="connsiteX0" fmla="*/ 232449 w 3437388"/>
              <a:gd name="connsiteY0" fmla="*/ 151167 h 2510699"/>
              <a:gd name="connsiteX1" fmla="*/ 3204939 w 3437388"/>
              <a:gd name="connsiteY1" fmla="*/ 199935 h 2510699"/>
              <a:gd name="connsiteX2" fmla="*/ 3437388 w 3437388"/>
              <a:gd name="connsiteY2" fmla="*/ 432384 h 2510699"/>
              <a:gd name="connsiteX3" fmla="*/ 3437388 w 3437388"/>
              <a:gd name="connsiteY3" fmla="*/ 1504089 h 2510699"/>
              <a:gd name="connsiteX4" fmla="*/ 3437388 w 3437388"/>
              <a:gd name="connsiteY4" fmla="*/ 1865028 h 2510699"/>
              <a:gd name="connsiteX5" fmla="*/ 3437388 w 3437388"/>
              <a:gd name="connsiteY5" fmla="*/ 2510699 h 2510699"/>
              <a:gd name="connsiteX6" fmla="*/ 0 w 3437388"/>
              <a:gd name="connsiteY6" fmla="*/ 2510699 h 2510699"/>
              <a:gd name="connsiteX7" fmla="*/ 0 w 3437388"/>
              <a:gd name="connsiteY7" fmla="*/ 1865028 h 2510699"/>
              <a:gd name="connsiteX8" fmla="*/ 0 w 3437388"/>
              <a:gd name="connsiteY8" fmla="*/ 1504089 h 2510699"/>
              <a:gd name="connsiteX9" fmla="*/ 0 w 3437388"/>
              <a:gd name="connsiteY9" fmla="*/ 432384 h 2510699"/>
              <a:gd name="connsiteX10" fmla="*/ 232449 w 3437388"/>
              <a:gd name="connsiteY10" fmla="*/ 151167 h 2510699"/>
              <a:gd name="connsiteX0" fmla="*/ 232449 w 3437388"/>
              <a:gd name="connsiteY0" fmla="*/ 196385 h 2555917"/>
              <a:gd name="connsiteX1" fmla="*/ 3243125 w 3437388"/>
              <a:gd name="connsiteY1" fmla="*/ 147617 h 2555917"/>
              <a:gd name="connsiteX2" fmla="*/ 3437388 w 3437388"/>
              <a:gd name="connsiteY2" fmla="*/ 477602 h 2555917"/>
              <a:gd name="connsiteX3" fmla="*/ 3437388 w 3437388"/>
              <a:gd name="connsiteY3" fmla="*/ 1549307 h 2555917"/>
              <a:gd name="connsiteX4" fmla="*/ 3437388 w 3437388"/>
              <a:gd name="connsiteY4" fmla="*/ 1910246 h 2555917"/>
              <a:gd name="connsiteX5" fmla="*/ 3437388 w 3437388"/>
              <a:gd name="connsiteY5" fmla="*/ 2555917 h 2555917"/>
              <a:gd name="connsiteX6" fmla="*/ 0 w 3437388"/>
              <a:gd name="connsiteY6" fmla="*/ 2555917 h 2555917"/>
              <a:gd name="connsiteX7" fmla="*/ 0 w 3437388"/>
              <a:gd name="connsiteY7" fmla="*/ 1910246 h 2555917"/>
              <a:gd name="connsiteX8" fmla="*/ 0 w 3437388"/>
              <a:gd name="connsiteY8" fmla="*/ 1549307 h 2555917"/>
              <a:gd name="connsiteX9" fmla="*/ 0 w 3437388"/>
              <a:gd name="connsiteY9" fmla="*/ 477602 h 2555917"/>
              <a:gd name="connsiteX10" fmla="*/ 232449 w 3437388"/>
              <a:gd name="connsiteY10" fmla="*/ 196385 h 2555917"/>
              <a:gd name="connsiteX0" fmla="*/ 232449 w 3437388"/>
              <a:gd name="connsiteY0" fmla="*/ 174728 h 2534260"/>
              <a:gd name="connsiteX1" fmla="*/ 3237670 w 3437388"/>
              <a:gd name="connsiteY1" fmla="*/ 168632 h 2534260"/>
              <a:gd name="connsiteX2" fmla="*/ 3437388 w 3437388"/>
              <a:gd name="connsiteY2" fmla="*/ 455945 h 2534260"/>
              <a:gd name="connsiteX3" fmla="*/ 3437388 w 3437388"/>
              <a:gd name="connsiteY3" fmla="*/ 1527650 h 2534260"/>
              <a:gd name="connsiteX4" fmla="*/ 3437388 w 3437388"/>
              <a:gd name="connsiteY4" fmla="*/ 1888589 h 2534260"/>
              <a:gd name="connsiteX5" fmla="*/ 3437388 w 3437388"/>
              <a:gd name="connsiteY5" fmla="*/ 2534260 h 2534260"/>
              <a:gd name="connsiteX6" fmla="*/ 0 w 3437388"/>
              <a:gd name="connsiteY6" fmla="*/ 2534260 h 2534260"/>
              <a:gd name="connsiteX7" fmla="*/ 0 w 3437388"/>
              <a:gd name="connsiteY7" fmla="*/ 1888589 h 2534260"/>
              <a:gd name="connsiteX8" fmla="*/ 0 w 3437388"/>
              <a:gd name="connsiteY8" fmla="*/ 1527650 h 2534260"/>
              <a:gd name="connsiteX9" fmla="*/ 0 w 3437388"/>
              <a:gd name="connsiteY9" fmla="*/ 455945 h 2534260"/>
              <a:gd name="connsiteX10" fmla="*/ 232449 w 3437388"/>
              <a:gd name="connsiteY10" fmla="*/ 174728 h 2534260"/>
              <a:gd name="connsiteX0" fmla="*/ 232449 w 3437388"/>
              <a:gd name="connsiteY0" fmla="*/ 157732 h 2517264"/>
              <a:gd name="connsiteX1" fmla="*/ 3237670 w 3437388"/>
              <a:gd name="connsiteY1" fmla="*/ 151636 h 2517264"/>
              <a:gd name="connsiteX2" fmla="*/ 3437388 w 3437388"/>
              <a:gd name="connsiteY2" fmla="*/ 438949 h 2517264"/>
              <a:gd name="connsiteX3" fmla="*/ 3437388 w 3437388"/>
              <a:gd name="connsiteY3" fmla="*/ 1510654 h 2517264"/>
              <a:gd name="connsiteX4" fmla="*/ 3437388 w 3437388"/>
              <a:gd name="connsiteY4" fmla="*/ 1871593 h 2517264"/>
              <a:gd name="connsiteX5" fmla="*/ 3437388 w 3437388"/>
              <a:gd name="connsiteY5" fmla="*/ 2517264 h 2517264"/>
              <a:gd name="connsiteX6" fmla="*/ 0 w 3437388"/>
              <a:gd name="connsiteY6" fmla="*/ 2517264 h 2517264"/>
              <a:gd name="connsiteX7" fmla="*/ 0 w 3437388"/>
              <a:gd name="connsiteY7" fmla="*/ 1871593 h 2517264"/>
              <a:gd name="connsiteX8" fmla="*/ 0 w 3437388"/>
              <a:gd name="connsiteY8" fmla="*/ 1510654 h 2517264"/>
              <a:gd name="connsiteX9" fmla="*/ 0 w 3437388"/>
              <a:gd name="connsiteY9" fmla="*/ 438949 h 2517264"/>
              <a:gd name="connsiteX10" fmla="*/ 232449 w 3437388"/>
              <a:gd name="connsiteY10" fmla="*/ 157732 h 2517264"/>
              <a:gd name="connsiteX0" fmla="*/ 232449 w 3437388"/>
              <a:gd name="connsiteY0" fmla="*/ 124209 h 2483741"/>
              <a:gd name="connsiteX1" fmla="*/ 3237670 w 3437388"/>
              <a:gd name="connsiteY1" fmla="*/ 118113 h 2483741"/>
              <a:gd name="connsiteX2" fmla="*/ 3437388 w 3437388"/>
              <a:gd name="connsiteY2" fmla="*/ 405426 h 2483741"/>
              <a:gd name="connsiteX3" fmla="*/ 3437388 w 3437388"/>
              <a:gd name="connsiteY3" fmla="*/ 1477131 h 2483741"/>
              <a:gd name="connsiteX4" fmla="*/ 3437388 w 3437388"/>
              <a:gd name="connsiteY4" fmla="*/ 1838070 h 2483741"/>
              <a:gd name="connsiteX5" fmla="*/ 3437388 w 3437388"/>
              <a:gd name="connsiteY5" fmla="*/ 2483741 h 2483741"/>
              <a:gd name="connsiteX6" fmla="*/ 0 w 3437388"/>
              <a:gd name="connsiteY6" fmla="*/ 2483741 h 2483741"/>
              <a:gd name="connsiteX7" fmla="*/ 0 w 3437388"/>
              <a:gd name="connsiteY7" fmla="*/ 1838070 h 2483741"/>
              <a:gd name="connsiteX8" fmla="*/ 0 w 3437388"/>
              <a:gd name="connsiteY8" fmla="*/ 1477131 h 2483741"/>
              <a:gd name="connsiteX9" fmla="*/ 0 w 3437388"/>
              <a:gd name="connsiteY9" fmla="*/ 405426 h 2483741"/>
              <a:gd name="connsiteX10" fmla="*/ 232449 w 3437388"/>
              <a:gd name="connsiteY10" fmla="*/ 124209 h 248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37388" h="2483741">
                <a:moveTo>
                  <a:pt x="232449" y="124209"/>
                </a:moveTo>
                <a:cubicBezTo>
                  <a:pt x="1353945" y="-41907"/>
                  <a:pt x="2228224" y="-38859"/>
                  <a:pt x="3237670" y="118113"/>
                </a:cubicBezTo>
                <a:cubicBezTo>
                  <a:pt x="3366048" y="118113"/>
                  <a:pt x="3437388" y="277048"/>
                  <a:pt x="3437388" y="405426"/>
                </a:cubicBezTo>
                <a:lnTo>
                  <a:pt x="3437388" y="1477131"/>
                </a:lnTo>
                <a:lnTo>
                  <a:pt x="3437388" y="1838070"/>
                </a:lnTo>
                <a:lnTo>
                  <a:pt x="3437388" y="2483741"/>
                </a:lnTo>
                <a:lnTo>
                  <a:pt x="0" y="2483741"/>
                </a:lnTo>
                <a:lnTo>
                  <a:pt x="0" y="1838070"/>
                </a:lnTo>
                <a:lnTo>
                  <a:pt x="0" y="1477131"/>
                </a:lnTo>
                <a:lnTo>
                  <a:pt x="0" y="405426"/>
                </a:lnTo>
                <a:cubicBezTo>
                  <a:pt x="0" y="277048"/>
                  <a:pt x="65971" y="169929"/>
                  <a:pt x="232449" y="124209"/>
                </a:cubicBezTo>
                <a:close/>
              </a:path>
            </a:pathLst>
          </a:custGeom>
          <a:gradFill>
            <a:gsLst>
              <a:gs pos="66000">
                <a:srgbClr val="3C4952"/>
              </a:gs>
              <a:gs pos="68000">
                <a:srgbClr val="101721"/>
              </a:gs>
              <a:gs pos="96000">
                <a:srgbClr val="252C3B"/>
              </a:gs>
              <a:gs pos="25000">
                <a:srgbClr val="37435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900507-A6C6-308E-A3DE-97B53A2D3FFD}"/>
              </a:ext>
            </a:extLst>
          </p:cNvPr>
          <p:cNvSpPr/>
          <p:nvPr/>
        </p:nvSpPr>
        <p:spPr>
          <a:xfrm>
            <a:off x="3824472" y="1467921"/>
            <a:ext cx="3841248" cy="121158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100827F-C547-0128-232B-8786B7ACDF0F}"/>
              </a:ext>
            </a:extLst>
          </p:cNvPr>
          <p:cNvSpPr/>
          <p:nvPr/>
        </p:nvSpPr>
        <p:spPr>
          <a:xfrm>
            <a:off x="4218807" y="1211077"/>
            <a:ext cx="133350" cy="133350"/>
          </a:xfrm>
          <a:prstGeom prst="ellipse">
            <a:avLst/>
          </a:prstGeom>
          <a:solidFill>
            <a:srgbClr val="FFFFFE"/>
          </a:solidFill>
          <a:ln>
            <a:noFill/>
          </a:ln>
          <a:effectLst>
            <a:glow rad="127000">
              <a:srgbClr val="FFF9E7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60E5F6-72AD-7749-0DD8-E1C41EEC5D86}"/>
              </a:ext>
            </a:extLst>
          </p:cNvPr>
          <p:cNvSpPr/>
          <p:nvPr/>
        </p:nvSpPr>
        <p:spPr>
          <a:xfrm>
            <a:off x="7018488" y="1211077"/>
            <a:ext cx="133350" cy="133350"/>
          </a:xfrm>
          <a:prstGeom prst="ellipse">
            <a:avLst/>
          </a:prstGeom>
          <a:solidFill>
            <a:srgbClr val="FFFFFE"/>
          </a:solidFill>
          <a:ln>
            <a:noFill/>
          </a:ln>
          <a:effectLst>
            <a:glow rad="127000">
              <a:srgbClr val="FFF9E7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FCDBA38-35F2-2C9A-E586-5893817E7A27}"/>
              </a:ext>
            </a:extLst>
          </p:cNvPr>
          <p:cNvSpPr/>
          <p:nvPr/>
        </p:nvSpPr>
        <p:spPr>
          <a:xfrm>
            <a:off x="4676478" y="1109472"/>
            <a:ext cx="2112845" cy="310896"/>
          </a:xfrm>
          <a:prstGeom prst="rect">
            <a:avLst/>
          </a:prstGeom>
          <a:solidFill>
            <a:srgbClr val="4D60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35331D-A92B-F4C0-C097-E3BEBAE87E31}"/>
              </a:ext>
            </a:extLst>
          </p:cNvPr>
          <p:cNvSpPr/>
          <p:nvPr/>
        </p:nvSpPr>
        <p:spPr>
          <a:xfrm>
            <a:off x="3612548" y="4425696"/>
            <a:ext cx="4240799" cy="156522"/>
          </a:xfrm>
          <a:prstGeom prst="rect">
            <a:avLst/>
          </a:prstGeom>
          <a:gradFill>
            <a:gsLst>
              <a:gs pos="96000">
                <a:srgbClr val="30343D"/>
              </a:gs>
              <a:gs pos="65000">
                <a:srgbClr val="C5BF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54CA64E-F144-930E-071C-240955563FF7}"/>
              </a:ext>
            </a:extLst>
          </p:cNvPr>
          <p:cNvSpPr/>
          <p:nvPr/>
        </p:nvSpPr>
        <p:spPr>
          <a:xfrm>
            <a:off x="3612548" y="4269174"/>
            <a:ext cx="4240799" cy="156522"/>
          </a:xfrm>
          <a:prstGeom prst="rect">
            <a:avLst/>
          </a:prstGeom>
          <a:gradFill>
            <a:gsLst>
              <a:gs pos="96000">
                <a:srgbClr val="30343D">
                  <a:alpha val="50000"/>
                </a:srgbClr>
              </a:gs>
              <a:gs pos="0">
                <a:srgbClr val="30343D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C0DA6B6-F1BA-57B7-EF56-7C87168EC843}"/>
              </a:ext>
            </a:extLst>
          </p:cNvPr>
          <p:cNvSpPr/>
          <p:nvPr/>
        </p:nvSpPr>
        <p:spPr>
          <a:xfrm>
            <a:off x="5159880" y="4581066"/>
            <a:ext cx="1170432" cy="367689"/>
          </a:xfrm>
          <a:custGeom>
            <a:avLst/>
            <a:gdLst>
              <a:gd name="connsiteX0" fmla="*/ 0 w 1170432"/>
              <a:gd name="connsiteY0" fmla="*/ 0 h 366538"/>
              <a:gd name="connsiteX1" fmla="*/ 1170432 w 1170432"/>
              <a:gd name="connsiteY1" fmla="*/ 0 h 366538"/>
              <a:gd name="connsiteX2" fmla="*/ 1170432 w 1170432"/>
              <a:gd name="connsiteY2" fmla="*/ 366538 h 366538"/>
              <a:gd name="connsiteX3" fmla="*/ 0 w 1170432"/>
              <a:gd name="connsiteY3" fmla="*/ 366538 h 366538"/>
              <a:gd name="connsiteX4" fmla="*/ 0 w 1170432"/>
              <a:gd name="connsiteY4" fmla="*/ 0 h 366538"/>
              <a:gd name="connsiteX0" fmla="*/ 287655 w 1170432"/>
              <a:gd name="connsiteY0" fmla="*/ 5715 h 366538"/>
              <a:gd name="connsiteX1" fmla="*/ 1170432 w 1170432"/>
              <a:gd name="connsiteY1" fmla="*/ 0 h 366538"/>
              <a:gd name="connsiteX2" fmla="*/ 1170432 w 1170432"/>
              <a:gd name="connsiteY2" fmla="*/ 366538 h 366538"/>
              <a:gd name="connsiteX3" fmla="*/ 0 w 1170432"/>
              <a:gd name="connsiteY3" fmla="*/ 366538 h 366538"/>
              <a:gd name="connsiteX4" fmla="*/ 287655 w 1170432"/>
              <a:gd name="connsiteY4" fmla="*/ 5715 h 366538"/>
              <a:gd name="connsiteX0" fmla="*/ 232410 w 1170432"/>
              <a:gd name="connsiteY0" fmla="*/ 1905 h 366538"/>
              <a:gd name="connsiteX1" fmla="*/ 1170432 w 1170432"/>
              <a:gd name="connsiteY1" fmla="*/ 0 h 366538"/>
              <a:gd name="connsiteX2" fmla="*/ 1170432 w 1170432"/>
              <a:gd name="connsiteY2" fmla="*/ 366538 h 366538"/>
              <a:gd name="connsiteX3" fmla="*/ 0 w 1170432"/>
              <a:gd name="connsiteY3" fmla="*/ 366538 h 366538"/>
              <a:gd name="connsiteX4" fmla="*/ 232410 w 1170432"/>
              <a:gd name="connsiteY4" fmla="*/ 1905 h 366538"/>
              <a:gd name="connsiteX0" fmla="*/ 232410 w 1170432"/>
              <a:gd name="connsiteY0" fmla="*/ 1905 h 366538"/>
              <a:gd name="connsiteX1" fmla="*/ 882777 w 1170432"/>
              <a:gd name="connsiteY1" fmla="*/ 0 h 366538"/>
              <a:gd name="connsiteX2" fmla="*/ 1170432 w 1170432"/>
              <a:gd name="connsiteY2" fmla="*/ 366538 h 366538"/>
              <a:gd name="connsiteX3" fmla="*/ 0 w 1170432"/>
              <a:gd name="connsiteY3" fmla="*/ 366538 h 366538"/>
              <a:gd name="connsiteX4" fmla="*/ 232410 w 1170432"/>
              <a:gd name="connsiteY4" fmla="*/ 1905 h 366538"/>
              <a:gd name="connsiteX0" fmla="*/ 133350 w 1170432"/>
              <a:gd name="connsiteY0" fmla="*/ 3810 h 366538"/>
              <a:gd name="connsiteX1" fmla="*/ 882777 w 1170432"/>
              <a:gd name="connsiteY1" fmla="*/ 0 h 366538"/>
              <a:gd name="connsiteX2" fmla="*/ 1170432 w 1170432"/>
              <a:gd name="connsiteY2" fmla="*/ 366538 h 366538"/>
              <a:gd name="connsiteX3" fmla="*/ 0 w 1170432"/>
              <a:gd name="connsiteY3" fmla="*/ 366538 h 366538"/>
              <a:gd name="connsiteX4" fmla="*/ 133350 w 1170432"/>
              <a:gd name="connsiteY4" fmla="*/ 3810 h 366538"/>
              <a:gd name="connsiteX0" fmla="*/ 133350 w 1170432"/>
              <a:gd name="connsiteY0" fmla="*/ 0 h 362728"/>
              <a:gd name="connsiteX1" fmla="*/ 983742 w 1170432"/>
              <a:gd name="connsiteY1" fmla="*/ 0 h 362728"/>
              <a:gd name="connsiteX2" fmla="*/ 1170432 w 1170432"/>
              <a:gd name="connsiteY2" fmla="*/ 362728 h 362728"/>
              <a:gd name="connsiteX3" fmla="*/ 0 w 1170432"/>
              <a:gd name="connsiteY3" fmla="*/ 362728 h 362728"/>
              <a:gd name="connsiteX4" fmla="*/ 133350 w 1170432"/>
              <a:gd name="connsiteY4" fmla="*/ 0 h 362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0432" h="362728">
                <a:moveTo>
                  <a:pt x="133350" y="0"/>
                </a:moveTo>
                <a:lnTo>
                  <a:pt x="983742" y="0"/>
                </a:lnTo>
                <a:lnTo>
                  <a:pt x="1170432" y="362728"/>
                </a:lnTo>
                <a:lnTo>
                  <a:pt x="0" y="362728"/>
                </a:lnTo>
                <a:lnTo>
                  <a:pt x="133350" y="0"/>
                </a:lnTo>
                <a:close/>
              </a:path>
            </a:pathLst>
          </a:cu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00" name="Freeform: Shape 4099">
            <a:extLst>
              <a:ext uri="{FF2B5EF4-FFF2-40B4-BE49-F238E27FC236}">
                <a16:creationId xmlns:a16="http://schemas.microsoft.com/office/drawing/2014/main" id="{8E54D5AC-5BD1-22BE-88EA-A58B5CF5BFF4}"/>
              </a:ext>
            </a:extLst>
          </p:cNvPr>
          <p:cNvSpPr/>
          <p:nvPr/>
        </p:nvSpPr>
        <p:spPr>
          <a:xfrm flipV="1">
            <a:off x="787589" y="4652005"/>
            <a:ext cx="2259898" cy="432146"/>
          </a:xfrm>
          <a:custGeom>
            <a:avLst/>
            <a:gdLst>
              <a:gd name="connsiteX0" fmla="*/ 5521 w 2259898"/>
              <a:gd name="connsiteY0" fmla="*/ 432146 h 432146"/>
              <a:gd name="connsiteX1" fmla="*/ 2259898 w 2259898"/>
              <a:gd name="connsiteY1" fmla="*/ 432146 h 432146"/>
              <a:gd name="connsiteX2" fmla="*/ 2259898 w 2259898"/>
              <a:gd name="connsiteY2" fmla="*/ 216119 h 432146"/>
              <a:gd name="connsiteX3" fmla="*/ 2256152 w 2259898"/>
              <a:gd name="connsiteY3" fmla="*/ 216119 h 432146"/>
              <a:gd name="connsiteX4" fmla="*/ 2251112 w 2259898"/>
              <a:gd name="connsiteY4" fmla="*/ 203950 h 432146"/>
              <a:gd name="connsiteX5" fmla="*/ 2238943 w 2259898"/>
              <a:gd name="connsiteY5" fmla="*/ 198910 h 432146"/>
              <a:gd name="connsiteX6" fmla="*/ 2238943 w 2259898"/>
              <a:gd name="connsiteY6" fmla="*/ 192405 h 432146"/>
              <a:gd name="connsiteX7" fmla="*/ 2240848 w 2259898"/>
              <a:gd name="connsiteY7" fmla="*/ 192405 h 432146"/>
              <a:gd name="connsiteX8" fmla="*/ 2238943 w 2259898"/>
              <a:gd name="connsiteY8" fmla="*/ 190704 h 432146"/>
              <a:gd name="connsiteX9" fmla="*/ 2238943 w 2259898"/>
              <a:gd name="connsiteY9" fmla="*/ 187889 h 432146"/>
              <a:gd name="connsiteX10" fmla="*/ 2235789 w 2259898"/>
              <a:gd name="connsiteY10" fmla="*/ 187889 h 432146"/>
              <a:gd name="connsiteX11" fmla="*/ 2025300 w 2259898"/>
              <a:gd name="connsiteY11" fmla="*/ 0 h 432146"/>
              <a:gd name="connsiteX12" fmla="*/ 2016058 w 2259898"/>
              <a:gd name="connsiteY12" fmla="*/ 7458 h 432146"/>
              <a:gd name="connsiteX13" fmla="*/ 2016058 w 2259898"/>
              <a:gd name="connsiteY13" fmla="*/ 4664 h 432146"/>
              <a:gd name="connsiteX14" fmla="*/ 229168 w 2259898"/>
              <a:gd name="connsiteY14" fmla="*/ 4664 h 432146"/>
              <a:gd name="connsiteX15" fmla="*/ 229168 w 2259898"/>
              <a:gd name="connsiteY15" fmla="*/ 15656 h 432146"/>
              <a:gd name="connsiteX16" fmla="*/ 215548 w 2259898"/>
              <a:gd name="connsiteY16" fmla="*/ 4664 h 432146"/>
              <a:gd name="connsiteX17" fmla="*/ 0 w 2259898"/>
              <a:gd name="connsiteY17" fmla="*/ 197069 h 432146"/>
              <a:gd name="connsiteX18" fmla="*/ 25400 w 2259898"/>
              <a:gd name="connsiteY18" fmla="*/ 197069 h 432146"/>
              <a:gd name="connsiteX19" fmla="*/ 1905 w 2259898"/>
              <a:gd name="connsiteY19" fmla="*/ 220564 h 432146"/>
              <a:gd name="connsiteX20" fmla="*/ 1905 w 2259898"/>
              <a:gd name="connsiteY20" fmla="*/ 314544 h 432146"/>
              <a:gd name="connsiteX21" fmla="*/ 5521 w 2259898"/>
              <a:gd name="connsiteY21" fmla="*/ 323274 h 432146"/>
              <a:gd name="connsiteX22" fmla="*/ 5521 w 2259898"/>
              <a:gd name="connsiteY22" fmla="*/ 432146 h 432146"/>
              <a:gd name="connsiteX23" fmla="*/ 627029 w 2259898"/>
              <a:gd name="connsiteY23" fmla="*/ 431954 h 432146"/>
              <a:gd name="connsiteX24" fmla="*/ 627029 w 2259898"/>
              <a:gd name="connsiteY24" fmla="*/ 336704 h 432146"/>
              <a:gd name="connsiteX25" fmla="*/ 823243 w 2259898"/>
              <a:gd name="connsiteY25" fmla="*/ 123344 h 432146"/>
              <a:gd name="connsiteX26" fmla="*/ 1436655 w 2259898"/>
              <a:gd name="connsiteY26" fmla="*/ 123344 h 432146"/>
              <a:gd name="connsiteX27" fmla="*/ 1632869 w 2259898"/>
              <a:gd name="connsiteY27" fmla="*/ 336704 h 432146"/>
              <a:gd name="connsiteX28" fmla="*/ 1632869 w 2259898"/>
              <a:gd name="connsiteY28" fmla="*/ 431954 h 432146"/>
              <a:gd name="connsiteX29" fmla="*/ 627029 w 2259898"/>
              <a:gd name="connsiteY29" fmla="*/ 431954 h 43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259898" h="432146">
                <a:moveTo>
                  <a:pt x="5521" y="432146"/>
                </a:moveTo>
                <a:lnTo>
                  <a:pt x="2259898" y="432146"/>
                </a:lnTo>
                <a:lnTo>
                  <a:pt x="2259898" y="216119"/>
                </a:lnTo>
                <a:lnTo>
                  <a:pt x="2256152" y="216119"/>
                </a:lnTo>
                <a:lnTo>
                  <a:pt x="2251112" y="203950"/>
                </a:lnTo>
                <a:lnTo>
                  <a:pt x="2238943" y="198910"/>
                </a:lnTo>
                <a:lnTo>
                  <a:pt x="2238943" y="192405"/>
                </a:lnTo>
                <a:lnTo>
                  <a:pt x="2240848" y="192405"/>
                </a:lnTo>
                <a:lnTo>
                  <a:pt x="2238943" y="190704"/>
                </a:lnTo>
                <a:lnTo>
                  <a:pt x="2238943" y="187889"/>
                </a:lnTo>
                <a:lnTo>
                  <a:pt x="2235789" y="187889"/>
                </a:lnTo>
                <a:lnTo>
                  <a:pt x="2025300" y="0"/>
                </a:lnTo>
                <a:lnTo>
                  <a:pt x="2016058" y="7458"/>
                </a:lnTo>
                <a:lnTo>
                  <a:pt x="2016058" y="4664"/>
                </a:lnTo>
                <a:lnTo>
                  <a:pt x="229168" y="4664"/>
                </a:lnTo>
                <a:lnTo>
                  <a:pt x="229168" y="15656"/>
                </a:lnTo>
                <a:lnTo>
                  <a:pt x="215548" y="4664"/>
                </a:lnTo>
                <a:lnTo>
                  <a:pt x="0" y="197069"/>
                </a:lnTo>
                <a:lnTo>
                  <a:pt x="25400" y="197069"/>
                </a:lnTo>
                <a:cubicBezTo>
                  <a:pt x="12424" y="197069"/>
                  <a:pt x="1905" y="207588"/>
                  <a:pt x="1905" y="220564"/>
                </a:cubicBezTo>
                <a:lnTo>
                  <a:pt x="1905" y="314544"/>
                </a:lnTo>
                <a:lnTo>
                  <a:pt x="5521" y="323274"/>
                </a:lnTo>
                <a:lnTo>
                  <a:pt x="5521" y="432146"/>
                </a:lnTo>
                <a:close/>
                <a:moveTo>
                  <a:pt x="627029" y="431954"/>
                </a:moveTo>
                <a:lnTo>
                  <a:pt x="627029" y="336704"/>
                </a:lnTo>
                <a:lnTo>
                  <a:pt x="823243" y="123344"/>
                </a:lnTo>
                <a:lnTo>
                  <a:pt x="1436655" y="123344"/>
                </a:lnTo>
                <a:lnTo>
                  <a:pt x="1632869" y="336704"/>
                </a:lnTo>
                <a:lnTo>
                  <a:pt x="1632869" y="431954"/>
                </a:lnTo>
                <a:lnTo>
                  <a:pt x="627029" y="431954"/>
                </a:lnTo>
                <a:close/>
              </a:path>
            </a:pathLst>
          </a:custGeom>
          <a:solidFill>
            <a:srgbClr val="556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23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CDAD5B-BD9A-98B7-DAAD-431A03922001}"/>
              </a:ext>
            </a:extLst>
          </p:cNvPr>
          <p:cNvSpPr/>
          <p:nvPr/>
        </p:nvSpPr>
        <p:spPr>
          <a:xfrm>
            <a:off x="3148314" y="474562"/>
            <a:ext cx="1041721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505972-5C08-349C-7FB9-59BDA0957F45}"/>
              </a:ext>
            </a:extLst>
          </p:cNvPr>
          <p:cNvSpPr/>
          <p:nvPr/>
        </p:nvSpPr>
        <p:spPr>
          <a:xfrm>
            <a:off x="5395732" y="474561"/>
            <a:ext cx="1572227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F03793-CC2E-5530-4119-8D39B0E1F250}"/>
              </a:ext>
            </a:extLst>
          </p:cNvPr>
          <p:cNvSpPr/>
          <p:nvPr/>
        </p:nvSpPr>
        <p:spPr>
          <a:xfrm>
            <a:off x="8279757" y="321012"/>
            <a:ext cx="1572227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D72796-67F9-7C9D-2576-5DDB15EDCC50}"/>
              </a:ext>
            </a:extLst>
          </p:cNvPr>
          <p:cNvSpPr/>
          <p:nvPr/>
        </p:nvSpPr>
        <p:spPr>
          <a:xfrm>
            <a:off x="11354765" y="355735"/>
            <a:ext cx="775504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0459B1-63E3-14F9-FBB9-B438B1CD8A6B}"/>
              </a:ext>
            </a:extLst>
          </p:cNvPr>
          <p:cNvSpPr/>
          <p:nvPr/>
        </p:nvSpPr>
        <p:spPr>
          <a:xfrm>
            <a:off x="140826" y="3080795"/>
            <a:ext cx="1041721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DA44DB-E231-EC1C-DD7E-2242FA44E11B}"/>
              </a:ext>
            </a:extLst>
          </p:cNvPr>
          <p:cNvSpPr/>
          <p:nvPr/>
        </p:nvSpPr>
        <p:spPr>
          <a:xfrm>
            <a:off x="2492416" y="3114146"/>
            <a:ext cx="1500850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4648B3-17C9-56F7-C50C-A475DCFE0E91}"/>
              </a:ext>
            </a:extLst>
          </p:cNvPr>
          <p:cNvSpPr/>
          <p:nvPr/>
        </p:nvSpPr>
        <p:spPr>
          <a:xfrm>
            <a:off x="5345575" y="3080794"/>
            <a:ext cx="1500850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0BCD7D-943B-1FC0-3BC7-49173323D21C}"/>
              </a:ext>
            </a:extLst>
          </p:cNvPr>
          <p:cNvSpPr/>
          <p:nvPr/>
        </p:nvSpPr>
        <p:spPr>
          <a:xfrm>
            <a:off x="8315445" y="3068180"/>
            <a:ext cx="1500850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6516A-8A7A-07A8-A5C8-4EDF90D876D4}"/>
              </a:ext>
            </a:extLst>
          </p:cNvPr>
          <p:cNvSpPr/>
          <p:nvPr/>
        </p:nvSpPr>
        <p:spPr>
          <a:xfrm>
            <a:off x="11126163" y="3114146"/>
            <a:ext cx="1034971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2D7DCD-44ED-7ECD-5A27-9DE045895A1E}"/>
              </a:ext>
            </a:extLst>
          </p:cNvPr>
          <p:cNvSpPr/>
          <p:nvPr/>
        </p:nvSpPr>
        <p:spPr>
          <a:xfrm>
            <a:off x="393539" y="474561"/>
            <a:ext cx="2619737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BB742F-34EB-1E54-D005-662209BDF72E}"/>
              </a:ext>
            </a:extLst>
          </p:cNvPr>
          <p:cNvSpPr/>
          <p:nvPr/>
        </p:nvSpPr>
        <p:spPr>
          <a:xfrm>
            <a:off x="4325073" y="474561"/>
            <a:ext cx="877746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8AC19A-E9BE-2E69-B210-4387ADD09402}"/>
              </a:ext>
            </a:extLst>
          </p:cNvPr>
          <p:cNvSpPr/>
          <p:nvPr/>
        </p:nvSpPr>
        <p:spPr>
          <a:xfrm>
            <a:off x="7260221" y="474560"/>
            <a:ext cx="877746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BEFB6-DD0E-9960-B379-CFF4051B22B2}"/>
              </a:ext>
            </a:extLst>
          </p:cNvPr>
          <p:cNvSpPr/>
          <p:nvPr/>
        </p:nvSpPr>
        <p:spPr>
          <a:xfrm>
            <a:off x="10144246" y="329505"/>
            <a:ext cx="877746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B5B3B2-ECB4-2C46-DA1B-927A65CDA138}"/>
              </a:ext>
            </a:extLst>
          </p:cNvPr>
          <p:cNvSpPr/>
          <p:nvPr/>
        </p:nvSpPr>
        <p:spPr>
          <a:xfrm>
            <a:off x="10126401" y="3068179"/>
            <a:ext cx="877746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9CE737-1097-D27B-892B-F39146857BB1}"/>
              </a:ext>
            </a:extLst>
          </p:cNvPr>
          <p:cNvSpPr/>
          <p:nvPr/>
        </p:nvSpPr>
        <p:spPr>
          <a:xfrm>
            <a:off x="7221638" y="3103127"/>
            <a:ext cx="877746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CD3743-4627-8D15-8395-82468C1DAEAC}"/>
              </a:ext>
            </a:extLst>
          </p:cNvPr>
          <p:cNvSpPr/>
          <p:nvPr/>
        </p:nvSpPr>
        <p:spPr>
          <a:xfrm>
            <a:off x="4306265" y="3068179"/>
            <a:ext cx="877746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426968-0AE9-F6F6-4DBE-7511D035FD06}"/>
              </a:ext>
            </a:extLst>
          </p:cNvPr>
          <p:cNvSpPr/>
          <p:nvPr/>
        </p:nvSpPr>
        <p:spPr>
          <a:xfrm>
            <a:off x="1304563" y="3103127"/>
            <a:ext cx="877746" cy="1296365"/>
          </a:xfrm>
          <a:prstGeom prst="rect">
            <a:avLst/>
          </a:prstGeom>
          <a:solidFill>
            <a:srgbClr val="7D7D7D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F4013-960F-51EC-29BF-1DAEE51E7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602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3691D-B0F1-6B33-E9F8-E0EF9C5C7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2931"/>
            <a:ext cx="12192000" cy="263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8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20AA5-7C29-9230-B0E4-7159E123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A16D11-6451-8AAD-33C2-EC80F7AAA9E0}"/>
              </a:ext>
            </a:extLst>
          </p:cNvPr>
          <p:cNvSpPr/>
          <p:nvPr/>
        </p:nvSpPr>
        <p:spPr>
          <a:xfrm>
            <a:off x="0" y="4058266"/>
            <a:ext cx="12192000" cy="722935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F67CF-123E-B8A9-07BA-F41CBA248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6043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24EA83-D3D9-8FEF-38CE-E31B180D3443}"/>
              </a:ext>
            </a:extLst>
          </p:cNvPr>
          <p:cNvSpPr/>
          <p:nvPr/>
        </p:nvSpPr>
        <p:spPr>
          <a:xfrm>
            <a:off x="165904" y="914956"/>
            <a:ext cx="2988196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59FE5E-E296-5D21-0C26-0CD4E81C3E97}"/>
              </a:ext>
            </a:extLst>
          </p:cNvPr>
          <p:cNvSpPr/>
          <p:nvPr/>
        </p:nvSpPr>
        <p:spPr>
          <a:xfrm>
            <a:off x="3154101" y="1947032"/>
            <a:ext cx="5746831" cy="1296365"/>
          </a:xfrm>
          <a:prstGeom prst="rect">
            <a:avLst/>
          </a:prstGeom>
          <a:gradFill>
            <a:gsLst>
              <a:gs pos="96000">
                <a:srgbClr val="7BCF85">
                  <a:alpha val="30000"/>
                </a:srgbClr>
              </a:gs>
              <a:gs pos="0">
                <a:srgbClr val="7BCF85">
                  <a:alpha val="2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B2DA61-5521-C10C-7FAA-B45BB32E1B64}"/>
              </a:ext>
            </a:extLst>
          </p:cNvPr>
          <p:cNvSpPr/>
          <p:nvPr/>
        </p:nvSpPr>
        <p:spPr>
          <a:xfrm>
            <a:off x="3154100" y="505819"/>
            <a:ext cx="5746831" cy="987315"/>
          </a:xfrm>
          <a:prstGeom prst="rect">
            <a:avLst/>
          </a:prstGeom>
          <a:gradFill>
            <a:gsLst>
              <a:gs pos="94000">
                <a:srgbClr val="7BCF85">
                  <a:alpha val="30000"/>
                </a:srgbClr>
              </a:gs>
              <a:gs pos="19000">
                <a:srgbClr val="7BCF85">
                  <a:alpha val="30000"/>
                </a:srgbClr>
              </a:gs>
              <a:gs pos="27972">
                <a:srgbClr val="7BCF85">
                  <a:alpha val="5000"/>
                </a:srgbClr>
              </a:gs>
              <a:gs pos="37000">
                <a:srgbClr val="7BCF85">
                  <a:alpha val="3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1E4E3-0AD9-FAFB-2591-BE3967113B0D}"/>
              </a:ext>
            </a:extLst>
          </p:cNvPr>
          <p:cNvSpPr/>
          <p:nvPr/>
        </p:nvSpPr>
        <p:spPr>
          <a:xfrm>
            <a:off x="9010892" y="914955"/>
            <a:ext cx="2401746" cy="1296365"/>
          </a:xfrm>
          <a:prstGeom prst="rect">
            <a:avLst/>
          </a:prstGeom>
          <a:solidFill>
            <a:srgbClr val="7BCF85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E1DFBD-4C1B-66E2-6D37-C4B78D868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5747"/>
            <a:ext cx="12192000" cy="5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3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7249B-0A6F-1E36-0F7A-1FDE878A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A6E1D4-E2BA-676B-10F8-A9B9849505DB}"/>
              </a:ext>
            </a:extLst>
          </p:cNvPr>
          <p:cNvSpPr/>
          <p:nvPr/>
        </p:nvSpPr>
        <p:spPr>
          <a:xfrm>
            <a:off x="235352" y="914956"/>
            <a:ext cx="4984830" cy="1967140"/>
          </a:xfrm>
          <a:prstGeom prst="rect">
            <a:avLst/>
          </a:prstGeom>
          <a:gradFill>
            <a:gsLst>
              <a:gs pos="100000">
                <a:srgbClr val="9AB09B">
                  <a:alpha val="30000"/>
                </a:srgbClr>
              </a:gs>
              <a:gs pos="21000">
                <a:srgbClr val="213724">
                  <a:alpha val="40000"/>
                </a:srgbClr>
              </a:gs>
              <a:gs pos="0">
                <a:schemeClr val="tx1">
                  <a:alpha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5DA13-973D-E485-5520-3477B2639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09169" cy="541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6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4589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110</cp:revision>
  <dcterms:created xsi:type="dcterms:W3CDTF">2025-07-02T02:40:11Z</dcterms:created>
  <dcterms:modified xsi:type="dcterms:W3CDTF">2025-07-06T08:14:04Z</dcterms:modified>
</cp:coreProperties>
</file>