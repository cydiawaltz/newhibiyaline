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73" r:id="rId4"/>
    <p:sldId id="263" r:id="rId5"/>
    <p:sldId id="275" r:id="rId6"/>
    <p:sldId id="258" r:id="rId7"/>
    <p:sldId id="274" r:id="rId8"/>
    <p:sldId id="259" r:id="rId9"/>
    <p:sldId id="261" r:id="rId10"/>
    <p:sldId id="268" r:id="rId11"/>
    <p:sldId id="270" r:id="rId12"/>
    <p:sldId id="271" r:id="rId13"/>
    <p:sldId id="264" r:id="rId14"/>
    <p:sldId id="266" r:id="rId15"/>
    <p:sldId id="260" r:id="rId16"/>
    <p:sldId id="265" r:id="rId17"/>
    <p:sldId id="267" r:id="rId18"/>
    <p:sldId id="269" r:id="rId19"/>
    <p:sldId id="272" r:id="rId20"/>
    <p:sldId id="262" r:id="rId21"/>
    <p:sldId id="276" r:id="rId22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4DD"/>
    <a:srgbClr val="8B8983"/>
    <a:srgbClr val="F20929"/>
    <a:srgbClr val="A40E1D"/>
    <a:srgbClr val="EA071F"/>
    <a:srgbClr val="8A8983"/>
    <a:srgbClr val="887C6E"/>
    <a:srgbClr val="766856"/>
    <a:srgbClr val="FF5BE0"/>
    <a:srgbClr val="7673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25" autoAdjust="0"/>
    <p:restoredTop sz="94710"/>
  </p:normalViewPr>
  <p:slideViewPr>
    <p:cSldViewPr snapToGrid="0">
      <p:cViewPr>
        <p:scale>
          <a:sx n="66" d="100"/>
          <a:sy n="66" d="100"/>
        </p:scale>
        <p:origin x="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59FC7-5C8E-B840-9A04-4A93374CFFBA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8F652-13F7-1249-948B-C8F0C710CA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790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29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80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34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01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32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3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05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3497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04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805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76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2EF4F-E16A-E542-8C8C-D67B31D85CC9}" type="datetimeFigureOut">
              <a:rPr kumimoji="1" lang="ja-JP" altLang="en-US" smtClean="0"/>
              <a:t>2025/8/23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39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jpeg"/><Relationship Id="rId7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microsoft.com/office/2007/relationships/hdphoto" Target="../media/hdphoto3.wdp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jpeg"/><Relationship Id="rId5" Type="http://schemas.openxmlformats.org/officeDocument/2006/relationships/image" Target="../media/image22.png"/><Relationship Id="rId10" Type="http://schemas.openxmlformats.org/officeDocument/2006/relationships/image" Target="../media/image27.jp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4.jpe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12" Type="http://schemas.openxmlformats.org/officeDocument/2006/relationships/image" Target="../media/image3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32.png"/><Relationship Id="rId5" Type="http://schemas.openxmlformats.org/officeDocument/2006/relationships/image" Target="../media/image22.png"/><Relationship Id="rId10" Type="http://schemas.openxmlformats.org/officeDocument/2006/relationships/image" Target="../media/image31.jpeg"/><Relationship Id="rId4" Type="http://schemas.openxmlformats.org/officeDocument/2006/relationships/image" Target="../media/image21.jpeg"/><Relationship Id="rId9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3.png"/><Relationship Id="rId7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microsoft.com/office/2007/relationships/hdphoto" Target="../media/hdphoto2.wdp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37.jpeg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microsoft.com/office/2007/relationships/hdphoto" Target="../media/hdphoto5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45.png"/><Relationship Id="rId4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4.png"/><Relationship Id="rId4" Type="http://schemas.openxmlformats.org/officeDocument/2006/relationships/image" Target="../media/image5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889BBC-4A76-A9DA-655C-57868B21872D}"/>
              </a:ext>
            </a:extLst>
          </p:cNvPr>
          <p:cNvSpPr/>
          <p:nvPr/>
        </p:nvSpPr>
        <p:spPr>
          <a:xfrm>
            <a:off x="3993931" y="5591178"/>
            <a:ext cx="6300952" cy="63009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E4652C6-2F2F-047E-BC13-F973F5ED84BD}"/>
              </a:ext>
            </a:extLst>
          </p:cNvPr>
          <p:cNvSpPr/>
          <p:nvPr/>
        </p:nvSpPr>
        <p:spPr>
          <a:xfrm>
            <a:off x="4257958" y="5585082"/>
            <a:ext cx="5743575" cy="9630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800C3D0A-BBEC-8ACE-82B9-35EE54AAB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1814" y="-350771"/>
            <a:ext cx="114300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新製品】東武70090型・70000系 « ＧＭ通信">
            <a:extLst>
              <a:ext uri="{FF2B5EF4-FFF2-40B4-BE49-F238E27FC236}">
                <a16:creationId xmlns:a16="http://schemas.microsoft.com/office/drawing/2014/main" id="{745A347F-25FE-2447-9FA3-C624E5CC4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5492" y="630304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B8A030E-1FF5-FC9F-DFE3-0942B116411A}"/>
              </a:ext>
            </a:extLst>
          </p:cNvPr>
          <p:cNvSpPr/>
          <p:nvPr/>
        </p:nvSpPr>
        <p:spPr>
          <a:xfrm>
            <a:off x="3993931" y="11393076"/>
            <a:ext cx="6300952" cy="499054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7AB4C1-812A-3314-8751-5BFC026EEC85}"/>
              </a:ext>
            </a:extLst>
          </p:cNvPr>
          <p:cNvSpPr/>
          <p:nvPr/>
        </p:nvSpPr>
        <p:spPr>
          <a:xfrm>
            <a:off x="3993931" y="11531409"/>
            <a:ext cx="6300952" cy="360721"/>
          </a:xfrm>
          <a:custGeom>
            <a:avLst/>
            <a:gdLst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0952" h="319352">
                <a:moveTo>
                  <a:pt x="0" y="0"/>
                </a:moveTo>
                <a:cubicBezTo>
                  <a:pt x="2111892" y="57873"/>
                  <a:pt x="4177486" y="92598"/>
                  <a:pt x="6300952" y="0"/>
                </a:cubicBezTo>
                <a:lnTo>
                  <a:pt x="6300952" y="319352"/>
                </a:lnTo>
                <a:lnTo>
                  <a:pt x="0" y="31935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032AFCF-999D-C85A-24D9-75ECABC00683}"/>
              </a:ext>
            </a:extLst>
          </p:cNvPr>
          <p:cNvSpPr/>
          <p:nvPr/>
        </p:nvSpPr>
        <p:spPr>
          <a:xfrm>
            <a:off x="4241187" y="10744690"/>
            <a:ext cx="5806440" cy="648386"/>
          </a:xfrm>
          <a:custGeom>
            <a:avLst/>
            <a:gdLst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6440" h="578929">
                <a:moveTo>
                  <a:pt x="0" y="0"/>
                </a:moveTo>
                <a:cubicBezTo>
                  <a:pt x="1960880" y="67852"/>
                  <a:pt x="3865880" y="99241"/>
                  <a:pt x="5806440" y="0"/>
                </a:cubicBezTo>
                <a:lnTo>
                  <a:pt x="5806440" y="578929"/>
                </a:lnTo>
                <a:lnTo>
                  <a:pt x="0" y="57892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FEDA29-6DA9-41BF-4120-61D6828F96EF}"/>
              </a:ext>
            </a:extLst>
          </p:cNvPr>
          <p:cNvSpPr/>
          <p:nvPr/>
        </p:nvSpPr>
        <p:spPr>
          <a:xfrm>
            <a:off x="4241187" y="10814148"/>
            <a:ext cx="5806440" cy="523824"/>
          </a:xfrm>
          <a:custGeom>
            <a:avLst/>
            <a:gdLst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6440" h="578929">
                <a:moveTo>
                  <a:pt x="0" y="0"/>
                </a:moveTo>
                <a:cubicBezTo>
                  <a:pt x="1960880" y="167640"/>
                  <a:pt x="3891280" y="121920"/>
                  <a:pt x="5806440" y="0"/>
                </a:cubicBezTo>
                <a:lnTo>
                  <a:pt x="5806440" y="578929"/>
                </a:lnTo>
                <a:lnTo>
                  <a:pt x="0" y="57892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1DCA36-3984-86F2-83DA-FD52B18B876A}"/>
              </a:ext>
            </a:extLst>
          </p:cNvPr>
          <p:cNvSpPr/>
          <p:nvPr/>
        </p:nvSpPr>
        <p:spPr>
          <a:xfrm>
            <a:off x="6542255" y="4074265"/>
            <a:ext cx="5718064" cy="609600"/>
          </a:xfrm>
          <a:custGeom>
            <a:avLst/>
            <a:gdLst>
              <a:gd name="connsiteX0" fmla="*/ 0 w 5718048"/>
              <a:gd name="connsiteY0" fmla="*/ 146304 h 292608"/>
              <a:gd name="connsiteX1" fmla="*/ 2859024 w 5718048"/>
              <a:gd name="connsiteY1" fmla="*/ 0 h 292608"/>
              <a:gd name="connsiteX2" fmla="*/ 5718048 w 5718048"/>
              <a:gd name="connsiteY2" fmla="*/ 146304 h 292608"/>
              <a:gd name="connsiteX3" fmla="*/ 2859024 w 5718048"/>
              <a:gd name="connsiteY3" fmla="*/ 292608 h 292608"/>
              <a:gd name="connsiteX4" fmla="*/ 0 w 5718048"/>
              <a:gd name="connsiteY4" fmla="*/ 146304 h 292608"/>
              <a:gd name="connsiteX0" fmla="*/ 30 w 5718078"/>
              <a:gd name="connsiteY0" fmla="*/ 146304 h 426720"/>
              <a:gd name="connsiteX1" fmla="*/ 2859054 w 5718078"/>
              <a:gd name="connsiteY1" fmla="*/ 0 h 426720"/>
              <a:gd name="connsiteX2" fmla="*/ 5718078 w 5718078"/>
              <a:gd name="connsiteY2" fmla="*/ 146304 h 426720"/>
              <a:gd name="connsiteX3" fmla="*/ 2816382 w 5718078"/>
              <a:gd name="connsiteY3" fmla="*/ 426720 h 426720"/>
              <a:gd name="connsiteX4" fmla="*/ 30 w 5718078"/>
              <a:gd name="connsiteY4" fmla="*/ 146304 h 426720"/>
              <a:gd name="connsiteX0" fmla="*/ 16 w 5718064"/>
              <a:gd name="connsiteY0" fmla="*/ 329184 h 609600"/>
              <a:gd name="connsiteX1" fmla="*/ 2846848 w 5718064"/>
              <a:gd name="connsiteY1" fmla="*/ 0 h 609600"/>
              <a:gd name="connsiteX2" fmla="*/ 5718064 w 5718064"/>
              <a:gd name="connsiteY2" fmla="*/ 329184 h 609600"/>
              <a:gd name="connsiteX3" fmla="*/ 2816368 w 5718064"/>
              <a:gd name="connsiteY3" fmla="*/ 609600 h 609600"/>
              <a:gd name="connsiteX4" fmla="*/ 16 w 5718064"/>
              <a:gd name="connsiteY4" fmla="*/ 329184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8064" h="609600">
                <a:moveTo>
                  <a:pt x="16" y="329184"/>
                </a:moveTo>
                <a:cubicBezTo>
                  <a:pt x="5096" y="227584"/>
                  <a:pt x="1267853" y="0"/>
                  <a:pt x="2846848" y="0"/>
                </a:cubicBezTo>
                <a:cubicBezTo>
                  <a:pt x="4425843" y="0"/>
                  <a:pt x="5718064" y="248383"/>
                  <a:pt x="5718064" y="329184"/>
                </a:cubicBezTo>
                <a:cubicBezTo>
                  <a:pt x="5718064" y="409985"/>
                  <a:pt x="4395363" y="609600"/>
                  <a:pt x="2816368" y="609600"/>
                </a:cubicBezTo>
                <a:cubicBezTo>
                  <a:pt x="1237373" y="609600"/>
                  <a:pt x="-5064" y="430784"/>
                  <a:pt x="16" y="32918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B98F51C0-2897-9A08-E24E-12E235A48190}"/>
              </a:ext>
            </a:extLst>
          </p:cNvPr>
          <p:cNvSpPr/>
          <p:nvPr/>
        </p:nvSpPr>
        <p:spPr>
          <a:xfrm>
            <a:off x="4285375" y="9402541"/>
            <a:ext cx="5676505" cy="609600"/>
          </a:xfrm>
          <a:custGeom>
            <a:avLst/>
            <a:gdLst>
              <a:gd name="connsiteX0" fmla="*/ 0 w 5718048"/>
              <a:gd name="connsiteY0" fmla="*/ 146304 h 292608"/>
              <a:gd name="connsiteX1" fmla="*/ 2859024 w 5718048"/>
              <a:gd name="connsiteY1" fmla="*/ 0 h 292608"/>
              <a:gd name="connsiteX2" fmla="*/ 5718048 w 5718048"/>
              <a:gd name="connsiteY2" fmla="*/ 146304 h 292608"/>
              <a:gd name="connsiteX3" fmla="*/ 2859024 w 5718048"/>
              <a:gd name="connsiteY3" fmla="*/ 292608 h 292608"/>
              <a:gd name="connsiteX4" fmla="*/ 0 w 5718048"/>
              <a:gd name="connsiteY4" fmla="*/ 146304 h 292608"/>
              <a:gd name="connsiteX0" fmla="*/ 30 w 5718078"/>
              <a:gd name="connsiteY0" fmla="*/ 146304 h 426720"/>
              <a:gd name="connsiteX1" fmla="*/ 2859054 w 5718078"/>
              <a:gd name="connsiteY1" fmla="*/ 0 h 426720"/>
              <a:gd name="connsiteX2" fmla="*/ 5718078 w 5718078"/>
              <a:gd name="connsiteY2" fmla="*/ 146304 h 426720"/>
              <a:gd name="connsiteX3" fmla="*/ 2816382 w 5718078"/>
              <a:gd name="connsiteY3" fmla="*/ 426720 h 426720"/>
              <a:gd name="connsiteX4" fmla="*/ 30 w 5718078"/>
              <a:gd name="connsiteY4" fmla="*/ 146304 h 426720"/>
              <a:gd name="connsiteX0" fmla="*/ 16 w 5718064"/>
              <a:gd name="connsiteY0" fmla="*/ 329184 h 609600"/>
              <a:gd name="connsiteX1" fmla="*/ 2846848 w 5718064"/>
              <a:gd name="connsiteY1" fmla="*/ 0 h 609600"/>
              <a:gd name="connsiteX2" fmla="*/ 5718064 w 5718064"/>
              <a:gd name="connsiteY2" fmla="*/ 329184 h 609600"/>
              <a:gd name="connsiteX3" fmla="*/ 2816368 w 5718064"/>
              <a:gd name="connsiteY3" fmla="*/ 609600 h 609600"/>
              <a:gd name="connsiteX4" fmla="*/ 16 w 5718064"/>
              <a:gd name="connsiteY4" fmla="*/ 329184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8064" h="609600">
                <a:moveTo>
                  <a:pt x="16" y="329184"/>
                </a:moveTo>
                <a:cubicBezTo>
                  <a:pt x="5096" y="227584"/>
                  <a:pt x="1267853" y="0"/>
                  <a:pt x="2846848" y="0"/>
                </a:cubicBezTo>
                <a:cubicBezTo>
                  <a:pt x="4425843" y="0"/>
                  <a:pt x="5718064" y="248383"/>
                  <a:pt x="5718064" y="329184"/>
                </a:cubicBezTo>
                <a:cubicBezTo>
                  <a:pt x="5718064" y="409985"/>
                  <a:pt x="4395363" y="609600"/>
                  <a:pt x="2816368" y="609600"/>
                </a:cubicBezTo>
                <a:cubicBezTo>
                  <a:pt x="1237373" y="609600"/>
                  <a:pt x="-5064" y="430784"/>
                  <a:pt x="16" y="32918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C9CC814-E8B0-BA02-94C5-C77582F5469D}"/>
              </a:ext>
            </a:extLst>
          </p:cNvPr>
          <p:cNvSpPr/>
          <p:nvPr/>
        </p:nvSpPr>
        <p:spPr>
          <a:xfrm>
            <a:off x="4241187" y="10015180"/>
            <a:ext cx="1102973" cy="563393"/>
          </a:xfrm>
          <a:custGeom>
            <a:avLst/>
            <a:gdLst>
              <a:gd name="connsiteX0" fmla="*/ 0 w 1067413"/>
              <a:gd name="connsiteY0" fmla="*/ 63466 h 510053"/>
              <a:gd name="connsiteX1" fmla="*/ 63466 w 1067413"/>
              <a:gd name="connsiteY1" fmla="*/ 0 h 510053"/>
              <a:gd name="connsiteX2" fmla="*/ 1003947 w 1067413"/>
              <a:gd name="connsiteY2" fmla="*/ 0 h 510053"/>
              <a:gd name="connsiteX3" fmla="*/ 1067413 w 1067413"/>
              <a:gd name="connsiteY3" fmla="*/ 63466 h 510053"/>
              <a:gd name="connsiteX4" fmla="*/ 1067413 w 1067413"/>
              <a:gd name="connsiteY4" fmla="*/ 446587 h 510053"/>
              <a:gd name="connsiteX5" fmla="*/ 1003947 w 1067413"/>
              <a:gd name="connsiteY5" fmla="*/ 510053 h 510053"/>
              <a:gd name="connsiteX6" fmla="*/ 63466 w 1067413"/>
              <a:gd name="connsiteY6" fmla="*/ 510053 h 510053"/>
              <a:gd name="connsiteX7" fmla="*/ 0 w 1067413"/>
              <a:gd name="connsiteY7" fmla="*/ 446587 h 510053"/>
              <a:gd name="connsiteX8" fmla="*/ 0 w 1067413"/>
              <a:gd name="connsiteY8" fmla="*/ 63466 h 51005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942987 w 1067413"/>
              <a:gd name="connsiteY2" fmla="*/ 3200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9812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72493"/>
              <a:gd name="connsiteY0" fmla="*/ 93946 h 540533"/>
              <a:gd name="connsiteX1" fmla="*/ 129506 w 1072493"/>
              <a:gd name="connsiteY1" fmla="*/ 0 h 540533"/>
              <a:gd name="connsiteX2" fmla="*/ 777887 w 1072493"/>
              <a:gd name="connsiteY2" fmla="*/ 142240 h 540533"/>
              <a:gd name="connsiteX3" fmla="*/ 1072493 w 1072493"/>
              <a:gd name="connsiteY3" fmla="*/ 421606 h 540533"/>
              <a:gd name="connsiteX4" fmla="*/ 1067413 w 1072493"/>
              <a:gd name="connsiteY4" fmla="*/ 477067 h 540533"/>
              <a:gd name="connsiteX5" fmla="*/ 1003947 w 1072493"/>
              <a:gd name="connsiteY5" fmla="*/ 540533 h 540533"/>
              <a:gd name="connsiteX6" fmla="*/ 63466 w 1072493"/>
              <a:gd name="connsiteY6" fmla="*/ 540533 h 540533"/>
              <a:gd name="connsiteX7" fmla="*/ 0 w 1072493"/>
              <a:gd name="connsiteY7" fmla="*/ 477067 h 540533"/>
              <a:gd name="connsiteX8" fmla="*/ 0 w 107249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102973"/>
              <a:gd name="connsiteY0" fmla="*/ 93946 h 540533"/>
              <a:gd name="connsiteX1" fmla="*/ 129506 w 1102973"/>
              <a:gd name="connsiteY1" fmla="*/ 0 h 540533"/>
              <a:gd name="connsiteX2" fmla="*/ 777887 w 1102973"/>
              <a:gd name="connsiteY2" fmla="*/ 142240 h 540533"/>
              <a:gd name="connsiteX3" fmla="*/ 1054713 w 1102973"/>
              <a:gd name="connsiteY3" fmla="*/ 317466 h 540533"/>
              <a:gd name="connsiteX4" fmla="*/ 1102973 w 1102973"/>
              <a:gd name="connsiteY4" fmla="*/ 499927 h 540533"/>
              <a:gd name="connsiteX5" fmla="*/ 1003947 w 1102973"/>
              <a:gd name="connsiteY5" fmla="*/ 540533 h 540533"/>
              <a:gd name="connsiteX6" fmla="*/ 63466 w 1102973"/>
              <a:gd name="connsiteY6" fmla="*/ 540533 h 540533"/>
              <a:gd name="connsiteX7" fmla="*/ 0 w 1102973"/>
              <a:gd name="connsiteY7" fmla="*/ 477067 h 540533"/>
              <a:gd name="connsiteX8" fmla="*/ 0 w 1102973"/>
              <a:gd name="connsiteY8" fmla="*/ 93946 h 54053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2973" h="563393">
                <a:moveTo>
                  <a:pt x="0" y="93946"/>
                </a:moveTo>
                <a:cubicBezTo>
                  <a:pt x="0" y="58895"/>
                  <a:pt x="56355" y="0"/>
                  <a:pt x="129506" y="0"/>
                </a:cubicBezTo>
                <a:cubicBezTo>
                  <a:pt x="493800" y="40640"/>
                  <a:pt x="484713" y="58420"/>
                  <a:pt x="777887" y="142240"/>
                </a:cubicBezTo>
                <a:cubicBezTo>
                  <a:pt x="924698" y="193040"/>
                  <a:pt x="1008993" y="228440"/>
                  <a:pt x="1054713" y="317466"/>
                </a:cubicBezTo>
                <a:cubicBezTo>
                  <a:pt x="1089850" y="416386"/>
                  <a:pt x="1100221" y="408627"/>
                  <a:pt x="1102973" y="499927"/>
                </a:cubicBezTo>
                <a:cubicBezTo>
                  <a:pt x="1102973" y="534978"/>
                  <a:pt x="1049158" y="563393"/>
                  <a:pt x="1014107" y="563393"/>
                </a:cubicBezTo>
                <a:lnTo>
                  <a:pt x="63466" y="540533"/>
                </a:lnTo>
                <a:cubicBezTo>
                  <a:pt x="28415" y="540533"/>
                  <a:pt x="0" y="512118"/>
                  <a:pt x="0" y="477067"/>
                </a:cubicBezTo>
                <a:lnTo>
                  <a:pt x="0" y="9394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3">
            <a:extLst>
              <a:ext uri="{FF2B5EF4-FFF2-40B4-BE49-F238E27FC236}">
                <a16:creationId xmlns:a16="http://schemas.microsoft.com/office/drawing/2014/main" id="{CB73B7CC-5E62-2F30-BB65-5AC2C985B104}"/>
              </a:ext>
            </a:extLst>
          </p:cNvPr>
          <p:cNvSpPr/>
          <p:nvPr/>
        </p:nvSpPr>
        <p:spPr>
          <a:xfrm flipH="1">
            <a:off x="8928056" y="10045423"/>
            <a:ext cx="1102974" cy="563393"/>
          </a:xfrm>
          <a:custGeom>
            <a:avLst/>
            <a:gdLst>
              <a:gd name="connsiteX0" fmla="*/ 0 w 1067413"/>
              <a:gd name="connsiteY0" fmla="*/ 63466 h 510053"/>
              <a:gd name="connsiteX1" fmla="*/ 63466 w 1067413"/>
              <a:gd name="connsiteY1" fmla="*/ 0 h 510053"/>
              <a:gd name="connsiteX2" fmla="*/ 1003947 w 1067413"/>
              <a:gd name="connsiteY2" fmla="*/ 0 h 510053"/>
              <a:gd name="connsiteX3" fmla="*/ 1067413 w 1067413"/>
              <a:gd name="connsiteY3" fmla="*/ 63466 h 510053"/>
              <a:gd name="connsiteX4" fmla="*/ 1067413 w 1067413"/>
              <a:gd name="connsiteY4" fmla="*/ 446587 h 510053"/>
              <a:gd name="connsiteX5" fmla="*/ 1003947 w 1067413"/>
              <a:gd name="connsiteY5" fmla="*/ 510053 h 510053"/>
              <a:gd name="connsiteX6" fmla="*/ 63466 w 1067413"/>
              <a:gd name="connsiteY6" fmla="*/ 510053 h 510053"/>
              <a:gd name="connsiteX7" fmla="*/ 0 w 1067413"/>
              <a:gd name="connsiteY7" fmla="*/ 446587 h 510053"/>
              <a:gd name="connsiteX8" fmla="*/ 0 w 1067413"/>
              <a:gd name="connsiteY8" fmla="*/ 63466 h 51005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942987 w 1067413"/>
              <a:gd name="connsiteY2" fmla="*/ 3200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9812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72493"/>
              <a:gd name="connsiteY0" fmla="*/ 93946 h 540533"/>
              <a:gd name="connsiteX1" fmla="*/ 129506 w 1072493"/>
              <a:gd name="connsiteY1" fmla="*/ 0 h 540533"/>
              <a:gd name="connsiteX2" fmla="*/ 777887 w 1072493"/>
              <a:gd name="connsiteY2" fmla="*/ 142240 h 540533"/>
              <a:gd name="connsiteX3" fmla="*/ 1072493 w 1072493"/>
              <a:gd name="connsiteY3" fmla="*/ 421606 h 540533"/>
              <a:gd name="connsiteX4" fmla="*/ 1067413 w 1072493"/>
              <a:gd name="connsiteY4" fmla="*/ 477067 h 540533"/>
              <a:gd name="connsiteX5" fmla="*/ 1003947 w 1072493"/>
              <a:gd name="connsiteY5" fmla="*/ 540533 h 540533"/>
              <a:gd name="connsiteX6" fmla="*/ 63466 w 1072493"/>
              <a:gd name="connsiteY6" fmla="*/ 540533 h 540533"/>
              <a:gd name="connsiteX7" fmla="*/ 0 w 1072493"/>
              <a:gd name="connsiteY7" fmla="*/ 477067 h 540533"/>
              <a:gd name="connsiteX8" fmla="*/ 0 w 107249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102973"/>
              <a:gd name="connsiteY0" fmla="*/ 93946 h 540533"/>
              <a:gd name="connsiteX1" fmla="*/ 129506 w 1102973"/>
              <a:gd name="connsiteY1" fmla="*/ 0 h 540533"/>
              <a:gd name="connsiteX2" fmla="*/ 777887 w 1102973"/>
              <a:gd name="connsiteY2" fmla="*/ 142240 h 540533"/>
              <a:gd name="connsiteX3" fmla="*/ 1054713 w 1102973"/>
              <a:gd name="connsiteY3" fmla="*/ 317466 h 540533"/>
              <a:gd name="connsiteX4" fmla="*/ 1102973 w 1102973"/>
              <a:gd name="connsiteY4" fmla="*/ 499927 h 540533"/>
              <a:gd name="connsiteX5" fmla="*/ 1003947 w 1102973"/>
              <a:gd name="connsiteY5" fmla="*/ 540533 h 540533"/>
              <a:gd name="connsiteX6" fmla="*/ 63466 w 1102973"/>
              <a:gd name="connsiteY6" fmla="*/ 540533 h 540533"/>
              <a:gd name="connsiteX7" fmla="*/ 0 w 1102973"/>
              <a:gd name="connsiteY7" fmla="*/ 477067 h 540533"/>
              <a:gd name="connsiteX8" fmla="*/ 0 w 1102973"/>
              <a:gd name="connsiteY8" fmla="*/ 93946 h 54053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2973" h="563393">
                <a:moveTo>
                  <a:pt x="0" y="93946"/>
                </a:moveTo>
                <a:cubicBezTo>
                  <a:pt x="0" y="58895"/>
                  <a:pt x="56355" y="0"/>
                  <a:pt x="129506" y="0"/>
                </a:cubicBezTo>
                <a:cubicBezTo>
                  <a:pt x="493800" y="40640"/>
                  <a:pt x="484713" y="58420"/>
                  <a:pt x="777887" y="142240"/>
                </a:cubicBezTo>
                <a:cubicBezTo>
                  <a:pt x="924698" y="193040"/>
                  <a:pt x="1008993" y="228440"/>
                  <a:pt x="1054713" y="317466"/>
                </a:cubicBezTo>
                <a:cubicBezTo>
                  <a:pt x="1089850" y="416386"/>
                  <a:pt x="1100221" y="408627"/>
                  <a:pt x="1102973" y="499927"/>
                </a:cubicBezTo>
                <a:cubicBezTo>
                  <a:pt x="1102973" y="534978"/>
                  <a:pt x="1049158" y="563393"/>
                  <a:pt x="1014107" y="563393"/>
                </a:cubicBezTo>
                <a:lnTo>
                  <a:pt x="63466" y="540533"/>
                </a:lnTo>
                <a:cubicBezTo>
                  <a:pt x="28415" y="540533"/>
                  <a:pt x="0" y="512118"/>
                  <a:pt x="0" y="477067"/>
                </a:cubicBezTo>
                <a:lnTo>
                  <a:pt x="0" y="9394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B61643-AC9D-53AF-CAE4-93CF48C650FF}"/>
              </a:ext>
            </a:extLst>
          </p:cNvPr>
          <p:cNvSpPr/>
          <p:nvPr/>
        </p:nvSpPr>
        <p:spPr>
          <a:xfrm>
            <a:off x="4121823" y="3826057"/>
            <a:ext cx="6284968" cy="842730"/>
          </a:xfrm>
          <a:custGeom>
            <a:avLst/>
            <a:gdLst>
              <a:gd name="connsiteX0" fmla="*/ 0 w 5736328"/>
              <a:gd name="connsiteY0" fmla="*/ 0 h 836634"/>
              <a:gd name="connsiteX1" fmla="*/ 5736328 w 5736328"/>
              <a:gd name="connsiteY1" fmla="*/ 0 h 836634"/>
              <a:gd name="connsiteX2" fmla="*/ 5736328 w 5736328"/>
              <a:gd name="connsiteY2" fmla="*/ 836634 h 836634"/>
              <a:gd name="connsiteX3" fmla="*/ 0 w 5736328"/>
              <a:gd name="connsiteY3" fmla="*/ 836634 h 836634"/>
              <a:gd name="connsiteX4" fmla="*/ 0 w 5736328"/>
              <a:gd name="connsiteY4" fmla="*/ 0 h 836634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4968" h="842730">
                <a:moveTo>
                  <a:pt x="0" y="0"/>
                </a:moveTo>
                <a:lnTo>
                  <a:pt x="6284968" y="12192"/>
                </a:lnTo>
                <a:cubicBezTo>
                  <a:pt x="6258552" y="325614"/>
                  <a:pt x="6012680" y="212316"/>
                  <a:pt x="5986264" y="842730"/>
                </a:cubicBezTo>
                <a:lnTo>
                  <a:pt x="249936" y="842730"/>
                </a:lnTo>
                <a:cubicBezTo>
                  <a:pt x="62992" y="287500"/>
                  <a:pt x="10160" y="287006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F04EAF-256F-92CF-6C40-69FB7D0B6A81}"/>
              </a:ext>
            </a:extLst>
          </p:cNvPr>
          <p:cNvSpPr/>
          <p:nvPr/>
        </p:nvSpPr>
        <p:spPr>
          <a:xfrm>
            <a:off x="4257959" y="5986283"/>
            <a:ext cx="5775960" cy="3959956"/>
          </a:xfrm>
          <a:custGeom>
            <a:avLst/>
            <a:gdLst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97599 w 5745480"/>
              <a:gd name="connsiteY6" fmla="*/ 3413760 h 3413760"/>
              <a:gd name="connsiteX7" fmla="*/ 0 w 5745480"/>
              <a:gd name="connsiteY7" fmla="*/ 331616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97599 w 5745480"/>
              <a:gd name="connsiteY6" fmla="*/ 3413760 h 3413760"/>
              <a:gd name="connsiteX7" fmla="*/ 129540 w 5745480"/>
              <a:gd name="connsiteY7" fmla="*/ 320948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318579 w 5745480"/>
              <a:gd name="connsiteY6" fmla="*/ 3413760 h 3413760"/>
              <a:gd name="connsiteX7" fmla="*/ 129540 w 5745480"/>
              <a:gd name="connsiteY7" fmla="*/ 320948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318579 w 5745480"/>
              <a:gd name="connsiteY6" fmla="*/ 3413760 h 3413760"/>
              <a:gd name="connsiteX7" fmla="*/ 0 w 5745480"/>
              <a:gd name="connsiteY7" fmla="*/ 325520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82359 w 5745480"/>
              <a:gd name="connsiteY6" fmla="*/ 3398520 h 3413760"/>
              <a:gd name="connsiteX7" fmla="*/ 0 w 5745480"/>
              <a:gd name="connsiteY7" fmla="*/ 3255201 h 3413760"/>
              <a:gd name="connsiteX8" fmla="*/ 0 w 5745480"/>
              <a:gd name="connsiteY8" fmla="*/ 97599 h 3413760"/>
              <a:gd name="connsiteX0" fmla="*/ 0 w 5745480"/>
              <a:gd name="connsiteY0" fmla="*/ 97599 h 3398520"/>
              <a:gd name="connsiteX1" fmla="*/ 97599 w 5745480"/>
              <a:gd name="connsiteY1" fmla="*/ 0 h 3398520"/>
              <a:gd name="connsiteX2" fmla="*/ 5647881 w 5745480"/>
              <a:gd name="connsiteY2" fmla="*/ 0 h 3398520"/>
              <a:gd name="connsiteX3" fmla="*/ 5745480 w 5745480"/>
              <a:gd name="connsiteY3" fmla="*/ 97599 h 3398520"/>
              <a:gd name="connsiteX4" fmla="*/ 5745480 w 5745480"/>
              <a:gd name="connsiteY4" fmla="*/ 3316161 h 3398520"/>
              <a:gd name="connsiteX5" fmla="*/ 5365941 w 5745480"/>
              <a:gd name="connsiteY5" fmla="*/ 3070860 h 3398520"/>
              <a:gd name="connsiteX6" fmla="*/ 82359 w 5745480"/>
              <a:gd name="connsiteY6" fmla="*/ 3398520 h 3398520"/>
              <a:gd name="connsiteX7" fmla="*/ 0 w 5745480"/>
              <a:gd name="connsiteY7" fmla="*/ 3255201 h 3398520"/>
              <a:gd name="connsiteX8" fmla="*/ 0 w 5745480"/>
              <a:gd name="connsiteY8" fmla="*/ 97599 h 3398520"/>
              <a:gd name="connsiteX0" fmla="*/ 0 w 5745480"/>
              <a:gd name="connsiteY0" fmla="*/ 97599 h 3398520"/>
              <a:gd name="connsiteX1" fmla="*/ 97599 w 5745480"/>
              <a:gd name="connsiteY1" fmla="*/ 0 h 3398520"/>
              <a:gd name="connsiteX2" fmla="*/ 5647881 w 5745480"/>
              <a:gd name="connsiteY2" fmla="*/ 0 h 3398520"/>
              <a:gd name="connsiteX3" fmla="*/ 5745480 w 5745480"/>
              <a:gd name="connsiteY3" fmla="*/ 97599 h 3398520"/>
              <a:gd name="connsiteX4" fmla="*/ 5448300 w 5745480"/>
              <a:gd name="connsiteY4" fmla="*/ 2729421 h 3398520"/>
              <a:gd name="connsiteX5" fmla="*/ 5365941 w 5745480"/>
              <a:gd name="connsiteY5" fmla="*/ 3070860 h 3398520"/>
              <a:gd name="connsiteX6" fmla="*/ 82359 w 5745480"/>
              <a:gd name="connsiteY6" fmla="*/ 3398520 h 3398520"/>
              <a:gd name="connsiteX7" fmla="*/ 0 w 5745480"/>
              <a:gd name="connsiteY7" fmla="*/ 3255201 h 3398520"/>
              <a:gd name="connsiteX8" fmla="*/ 0 w 5745480"/>
              <a:gd name="connsiteY8" fmla="*/ 97599 h 3398520"/>
              <a:gd name="connsiteX0" fmla="*/ 0 w 5745480"/>
              <a:gd name="connsiteY0" fmla="*/ 97599 h 3398520"/>
              <a:gd name="connsiteX1" fmla="*/ 97599 w 5745480"/>
              <a:gd name="connsiteY1" fmla="*/ 0 h 3398520"/>
              <a:gd name="connsiteX2" fmla="*/ 5647881 w 5745480"/>
              <a:gd name="connsiteY2" fmla="*/ 0 h 3398520"/>
              <a:gd name="connsiteX3" fmla="*/ 5745480 w 5745480"/>
              <a:gd name="connsiteY3" fmla="*/ 97599 h 3398520"/>
              <a:gd name="connsiteX4" fmla="*/ 5448300 w 5745480"/>
              <a:gd name="connsiteY4" fmla="*/ 2729421 h 3398520"/>
              <a:gd name="connsiteX5" fmla="*/ 5655501 w 5745480"/>
              <a:gd name="connsiteY5" fmla="*/ 3352800 h 3398520"/>
              <a:gd name="connsiteX6" fmla="*/ 82359 w 5745480"/>
              <a:gd name="connsiteY6" fmla="*/ 3398520 h 3398520"/>
              <a:gd name="connsiteX7" fmla="*/ 0 w 5745480"/>
              <a:gd name="connsiteY7" fmla="*/ 3255201 h 3398520"/>
              <a:gd name="connsiteX8" fmla="*/ 0 w 5745480"/>
              <a:gd name="connsiteY8" fmla="*/ 97599 h 3398520"/>
              <a:gd name="connsiteX0" fmla="*/ 0 w 5775960"/>
              <a:gd name="connsiteY0" fmla="*/ 97599 h 3398520"/>
              <a:gd name="connsiteX1" fmla="*/ 97599 w 5775960"/>
              <a:gd name="connsiteY1" fmla="*/ 0 h 3398520"/>
              <a:gd name="connsiteX2" fmla="*/ 5647881 w 5775960"/>
              <a:gd name="connsiteY2" fmla="*/ 0 h 3398520"/>
              <a:gd name="connsiteX3" fmla="*/ 5745480 w 5775960"/>
              <a:gd name="connsiteY3" fmla="*/ 97599 h 3398520"/>
              <a:gd name="connsiteX4" fmla="*/ 5775960 w 5775960"/>
              <a:gd name="connsiteY4" fmla="*/ 3156141 h 3398520"/>
              <a:gd name="connsiteX5" fmla="*/ 5655501 w 5775960"/>
              <a:gd name="connsiteY5" fmla="*/ 3352800 h 3398520"/>
              <a:gd name="connsiteX6" fmla="*/ 82359 w 5775960"/>
              <a:gd name="connsiteY6" fmla="*/ 3398520 h 3398520"/>
              <a:gd name="connsiteX7" fmla="*/ 0 w 5775960"/>
              <a:gd name="connsiteY7" fmla="*/ 3255201 h 3398520"/>
              <a:gd name="connsiteX8" fmla="*/ 0 w 5775960"/>
              <a:gd name="connsiteY8" fmla="*/ 97599 h 3398520"/>
              <a:gd name="connsiteX0" fmla="*/ 0 w 5775960"/>
              <a:gd name="connsiteY0" fmla="*/ 97599 h 3532801"/>
              <a:gd name="connsiteX1" fmla="*/ 97599 w 5775960"/>
              <a:gd name="connsiteY1" fmla="*/ 0 h 3532801"/>
              <a:gd name="connsiteX2" fmla="*/ 5647881 w 5775960"/>
              <a:gd name="connsiteY2" fmla="*/ 0 h 3532801"/>
              <a:gd name="connsiteX3" fmla="*/ 5745480 w 5775960"/>
              <a:gd name="connsiteY3" fmla="*/ 97599 h 3532801"/>
              <a:gd name="connsiteX4" fmla="*/ 5775960 w 5775960"/>
              <a:gd name="connsiteY4" fmla="*/ 3156141 h 3532801"/>
              <a:gd name="connsiteX5" fmla="*/ 5655501 w 5775960"/>
              <a:gd name="connsiteY5" fmla="*/ 3352800 h 3532801"/>
              <a:gd name="connsiteX6" fmla="*/ 82359 w 5775960"/>
              <a:gd name="connsiteY6" fmla="*/ 3398520 h 3532801"/>
              <a:gd name="connsiteX7" fmla="*/ 0 w 5775960"/>
              <a:gd name="connsiteY7" fmla="*/ 3255201 h 3532801"/>
              <a:gd name="connsiteX8" fmla="*/ 0 w 5775960"/>
              <a:gd name="connsiteY8" fmla="*/ 97599 h 3532801"/>
              <a:gd name="connsiteX0" fmla="*/ 0 w 5775960"/>
              <a:gd name="connsiteY0" fmla="*/ 97599 h 3591663"/>
              <a:gd name="connsiteX1" fmla="*/ 97599 w 5775960"/>
              <a:gd name="connsiteY1" fmla="*/ 0 h 3591663"/>
              <a:gd name="connsiteX2" fmla="*/ 5647881 w 5775960"/>
              <a:gd name="connsiteY2" fmla="*/ 0 h 3591663"/>
              <a:gd name="connsiteX3" fmla="*/ 5745480 w 5775960"/>
              <a:gd name="connsiteY3" fmla="*/ 97599 h 3591663"/>
              <a:gd name="connsiteX4" fmla="*/ 5775960 w 5775960"/>
              <a:gd name="connsiteY4" fmla="*/ 3156141 h 3591663"/>
              <a:gd name="connsiteX5" fmla="*/ 5655501 w 5775960"/>
              <a:gd name="connsiteY5" fmla="*/ 3352800 h 3591663"/>
              <a:gd name="connsiteX6" fmla="*/ 82359 w 5775960"/>
              <a:gd name="connsiteY6" fmla="*/ 3398520 h 3591663"/>
              <a:gd name="connsiteX7" fmla="*/ 0 w 5775960"/>
              <a:gd name="connsiteY7" fmla="*/ 3255201 h 3591663"/>
              <a:gd name="connsiteX8" fmla="*/ 0 w 5775960"/>
              <a:gd name="connsiteY8" fmla="*/ 97599 h 3591663"/>
              <a:gd name="connsiteX0" fmla="*/ 0 w 5775960"/>
              <a:gd name="connsiteY0" fmla="*/ 97599 h 3611672"/>
              <a:gd name="connsiteX1" fmla="*/ 97599 w 5775960"/>
              <a:gd name="connsiteY1" fmla="*/ 0 h 3611672"/>
              <a:gd name="connsiteX2" fmla="*/ 5647881 w 5775960"/>
              <a:gd name="connsiteY2" fmla="*/ 0 h 3611672"/>
              <a:gd name="connsiteX3" fmla="*/ 5745480 w 5775960"/>
              <a:gd name="connsiteY3" fmla="*/ 97599 h 3611672"/>
              <a:gd name="connsiteX4" fmla="*/ 5775960 w 5775960"/>
              <a:gd name="connsiteY4" fmla="*/ 3156141 h 3611672"/>
              <a:gd name="connsiteX5" fmla="*/ 5655501 w 5775960"/>
              <a:gd name="connsiteY5" fmla="*/ 3352800 h 3611672"/>
              <a:gd name="connsiteX6" fmla="*/ 82359 w 5775960"/>
              <a:gd name="connsiteY6" fmla="*/ 3398520 h 3611672"/>
              <a:gd name="connsiteX7" fmla="*/ 0 w 5775960"/>
              <a:gd name="connsiteY7" fmla="*/ 3255201 h 3611672"/>
              <a:gd name="connsiteX8" fmla="*/ 0 w 5775960"/>
              <a:gd name="connsiteY8" fmla="*/ 97599 h 3611672"/>
              <a:gd name="connsiteX0" fmla="*/ 0 w 5775960"/>
              <a:gd name="connsiteY0" fmla="*/ 97599 h 3632869"/>
              <a:gd name="connsiteX1" fmla="*/ 97599 w 5775960"/>
              <a:gd name="connsiteY1" fmla="*/ 0 h 3632869"/>
              <a:gd name="connsiteX2" fmla="*/ 5647881 w 5775960"/>
              <a:gd name="connsiteY2" fmla="*/ 0 h 3632869"/>
              <a:gd name="connsiteX3" fmla="*/ 5745480 w 5775960"/>
              <a:gd name="connsiteY3" fmla="*/ 97599 h 3632869"/>
              <a:gd name="connsiteX4" fmla="*/ 5775960 w 5775960"/>
              <a:gd name="connsiteY4" fmla="*/ 3156141 h 3632869"/>
              <a:gd name="connsiteX5" fmla="*/ 5647881 w 5775960"/>
              <a:gd name="connsiteY5" fmla="*/ 3398520 h 3632869"/>
              <a:gd name="connsiteX6" fmla="*/ 82359 w 5775960"/>
              <a:gd name="connsiteY6" fmla="*/ 3398520 h 3632869"/>
              <a:gd name="connsiteX7" fmla="*/ 0 w 5775960"/>
              <a:gd name="connsiteY7" fmla="*/ 3255201 h 3632869"/>
              <a:gd name="connsiteX8" fmla="*/ 0 w 5775960"/>
              <a:gd name="connsiteY8" fmla="*/ 97599 h 3632869"/>
              <a:gd name="connsiteX0" fmla="*/ 0 w 5775960"/>
              <a:gd name="connsiteY0" fmla="*/ 97599 h 3605669"/>
              <a:gd name="connsiteX1" fmla="*/ 97599 w 5775960"/>
              <a:gd name="connsiteY1" fmla="*/ 0 h 3605669"/>
              <a:gd name="connsiteX2" fmla="*/ 5647881 w 5775960"/>
              <a:gd name="connsiteY2" fmla="*/ 0 h 3605669"/>
              <a:gd name="connsiteX3" fmla="*/ 5745480 w 5775960"/>
              <a:gd name="connsiteY3" fmla="*/ 97599 h 3605669"/>
              <a:gd name="connsiteX4" fmla="*/ 5775960 w 5775960"/>
              <a:gd name="connsiteY4" fmla="*/ 3156141 h 3605669"/>
              <a:gd name="connsiteX5" fmla="*/ 5647881 w 5775960"/>
              <a:gd name="connsiteY5" fmla="*/ 3398520 h 3605669"/>
              <a:gd name="connsiteX6" fmla="*/ 82359 w 5775960"/>
              <a:gd name="connsiteY6" fmla="*/ 3398520 h 3605669"/>
              <a:gd name="connsiteX7" fmla="*/ 0 w 5775960"/>
              <a:gd name="connsiteY7" fmla="*/ 3255201 h 3605669"/>
              <a:gd name="connsiteX8" fmla="*/ 0 w 5775960"/>
              <a:gd name="connsiteY8" fmla="*/ 97599 h 3605669"/>
              <a:gd name="connsiteX0" fmla="*/ 0 w 5775960"/>
              <a:gd name="connsiteY0" fmla="*/ 97599 h 3605669"/>
              <a:gd name="connsiteX1" fmla="*/ 97599 w 5775960"/>
              <a:gd name="connsiteY1" fmla="*/ 0 h 3605669"/>
              <a:gd name="connsiteX2" fmla="*/ 5647881 w 5775960"/>
              <a:gd name="connsiteY2" fmla="*/ 0 h 3605669"/>
              <a:gd name="connsiteX3" fmla="*/ 5745480 w 5775960"/>
              <a:gd name="connsiteY3" fmla="*/ 97599 h 3605669"/>
              <a:gd name="connsiteX4" fmla="*/ 5775960 w 5775960"/>
              <a:gd name="connsiteY4" fmla="*/ 3156141 h 3605669"/>
              <a:gd name="connsiteX5" fmla="*/ 5678361 w 5775960"/>
              <a:gd name="connsiteY5" fmla="*/ 3398520 h 3605669"/>
              <a:gd name="connsiteX6" fmla="*/ 82359 w 5775960"/>
              <a:gd name="connsiteY6" fmla="*/ 3398520 h 3605669"/>
              <a:gd name="connsiteX7" fmla="*/ 0 w 5775960"/>
              <a:gd name="connsiteY7" fmla="*/ 3255201 h 3605669"/>
              <a:gd name="connsiteX8" fmla="*/ 0 w 5775960"/>
              <a:gd name="connsiteY8" fmla="*/ 97599 h 3605669"/>
              <a:gd name="connsiteX0" fmla="*/ 0 w 5775960"/>
              <a:gd name="connsiteY0" fmla="*/ 306217 h 3814287"/>
              <a:gd name="connsiteX1" fmla="*/ 97599 w 5775960"/>
              <a:gd name="connsiteY1" fmla="*/ 208618 h 3814287"/>
              <a:gd name="connsiteX2" fmla="*/ 5647881 w 5775960"/>
              <a:gd name="connsiteY2" fmla="*/ 208618 h 3814287"/>
              <a:gd name="connsiteX3" fmla="*/ 5745480 w 5775960"/>
              <a:gd name="connsiteY3" fmla="*/ 306217 h 3814287"/>
              <a:gd name="connsiteX4" fmla="*/ 5775960 w 5775960"/>
              <a:gd name="connsiteY4" fmla="*/ 3364759 h 3814287"/>
              <a:gd name="connsiteX5" fmla="*/ 5678361 w 5775960"/>
              <a:gd name="connsiteY5" fmla="*/ 3607138 h 3814287"/>
              <a:gd name="connsiteX6" fmla="*/ 82359 w 5775960"/>
              <a:gd name="connsiteY6" fmla="*/ 3607138 h 3814287"/>
              <a:gd name="connsiteX7" fmla="*/ 0 w 5775960"/>
              <a:gd name="connsiteY7" fmla="*/ 3463819 h 3814287"/>
              <a:gd name="connsiteX8" fmla="*/ 0 w 5775960"/>
              <a:gd name="connsiteY8" fmla="*/ 306217 h 3814287"/>
              <a:gd name="connsiteX0" fmla="*/ 0 w 5775960"/>
              <a:gd name="connsiteY0" fmla="*/ 447360 h 3955430"/>
              <a:gd name="connsiteX1" fmla="*/ 97599 w 5775960"/>
              <a:gd name="connsiteY1" fmla="*/ 349761 h 3955430"/>
              <a:gd name="connsiteX2" fmla="*/ 5647881 w 5775960"/>
              <a:gd name="connsiteY2" fmla="*/ 349761 h 3955430"/>
              <a:gd name="connsiteX3" fmla="*/ 5745480 w 5775960"/>
              <a:gd name="connsiteY3" fmla="*/ 447360 h 3955430"/>
              <a:gd name="connsiteX4" fmla="*/ 5775960 w 5775960"/>
              <a:gd name="connsiteY4" fmla="*/ 3505902 h 3955430"/>
              <a:gd name="connsiteX5" fmla="*/ 5678361 w 5775960"/>
              <a:gd name="connsiteY5" fmla="*/ 3748281 h 3955430"/>
              <a:gd name="connsiteX6" fmla="*/ 82359 w 5775960"/>
              <a:gd name="connsiteY6" fmla="*/ 3748281 h 3955430"/>
              <a:gd name="connsiteX7" fmla="*/ 0 w 5775960"/>
              <a:gd name="connsiteY7" fmla="*/ 3604962 h 3955430"/>
              <a:gd name="connsiteX8" fmla="*/ 0 w 5775960"/>
              <a:gd name="connsiteY8" fmla="*/ 447360 h 3955430"/>
              <a:gd name="connsiteX0" fmla="*/ 0 w 5775960"/>
              <a:gd name="connsiteY0" fmla="*/ 447360 h 3959956"/>
              <a:gd name="connsiteX1" fmla="*/ 97599 w 5775960"/>
              <a:gd name="connsiteY1" fmla="*/ 349761 h 3959956"/>
              <a:gd name="connsiteX2" fmla="*/ 5647881 w 5775960"/>
              <a:gd name="connsiteY2" fmla="*/ 349761 h 3959956"/>
              <a:gd name="connsiteX3" fmla="*/ 5745480 w 5775960"/>
              <a:gd name="connsiteY3" fmla="*/ 447360 h 3959956"/>
              <a:gd name="connsiteX4" fmla="*/ 5775960 w 5775960"/>
              <a:gd name="connsiteY4" fmla="*/ 3505902 h 3959956"/>
              <a:gd name="connsiteX5" fmla="*/ 5698681 w 5775960"/>
              <a:gd name="connsiteY5" fmla="*/ 3758441 h 3959956"/>
              <a:gd name="connsiteX6" fmla="*/ 82359 w 5775960"/>
              <a:gd name="connsiteY6" fmla="*/ 3748281 h 3959956"/>
              <a:gd name="connsiteX7" fmla="*/ 0 w 5775960"/>
              <a:gd name="connsiteY7" fmla="*/ 3604962 h 3959956"/>
              <a:gd name="connsiteX8" fmla="*/ 0 w 5775960"/>
              <a:gd name="connsiteY8" fmla="*/ 447360 h 395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5960" h="3959956">
                <a:moveTo>
                  <a:pt x="0" y="447360"/>
                </a:moveTo>
                <a:cubicBezTo>
                  <a:pt x="0" y="393458"/>
                  <a:pt x="43697" y="349761"/>
                  <a:pt x="97599" y="349761"/>
                </a:cubicBezTo>
                <a:cubicBezTo>
                  <a:pt x="2008653" y="-119631"/>
                  <a:pt x="3858747" y="-113535"/>
                  <a:pt x="5647881" y="349761"/>
                </a:cubicBezTo>
                <a:cubicBezTo>
                  <a:pt x="5701783" y="349761"/>
                  <a:pt x="5745480" y="393458"/>
                  <a:pt x="5745480" y="447360"/>
                </a:cubicBezTo>
                <a:lnTo>
                  <a:pt x="5775960" y="3505902"/>
                </a:lnTo>
                <a:cubicBezTo>
                  <a:pt x="5775960" y="3559804"/>
                  <a:pt x="5752583" y="3758441"/>
                  <a:pt x="5698681" y="3758441"/>
                </a:cubicBezTo>
                <a:cubicBezTo>
                  <a:pt x="3772387" y="3987041"/>
                  <a:pt x="1962933" y="4068321"/>
                  <a:pt x="82359" y="3748281"/>
                </a:cubicBezTo>
                <a:cubicBezTo>
                  <a:pt x="28457" y="3748281"/>
                  <a:pt x="0" y="3658864"/>
                  <a:pt x="0" y="3604962"/>
                </a:cubicBezTo>
                <a:lnTo>
                  <a:pt x="0" y="44736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368748-D407-36FE-EE1F-F29B3A91CEEB}"/>
              </a:ext>
            </a:extLst>
          </p:cNvPr>
          <p:cNvSpPr/>
          <p:nvPr/>
        </p:nvSpPr>
        <p:spPr>
          <a:xfrm flipV="1">
            <a:off x="4241187" y="11341365"/>
            <a:ext cx="5806440" cy="517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AFDBFCE-B85F-F8F8-34FE-9579BF0E34E7}"/>
              </a:ext>
            </a:extLst>
          </p:cNvPr>
          <p:cNvCxnSpPr/>
          <p:nvPr/>
        </p:nvCxnSpPr>
        <p:spPr>
          <a:xfrm flipV="1">
            <a:off x="5517090" y="6573520"/>
            <a:ext cx="0" cy="4819556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AEA223-21CF-F13B-6484-4A66DADB3C45}"/>
              </a:ext>
            </a:extLst>
          </p:cNvPr>
          <p:cNvCxnSpPr/>
          <p:nvPr/>
        </p:nvCxnSpPr>
        <p:spPr>
          <a:xfrm flipV="1">
            <a:off x="7071360" y="6573520"/>
            <a:ext cx="0" cy="4819556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280FA1-846D-80C6-3C0C-DBDEFACC85DC}"/>
              </a:ext>
            </a:extLst>
          </p:cNvPr>
          <p:cNvCxnSpPr>
            <a:cxnSpLocks/>
          </p:cNvCxnSpPr>
          <p:nvPr/>
        </p:nvCxnSpPr>
        <p:spPr>
          <a:xfrm>
            <a:off x="5501640" y="6573520"/>
            <a:ext cx="1583055" cy="0"/>
          </a:xfrm>
          <a:prstGeom prst="line">
            <a:avLst/>
          </a:prstGeom>
          <a:ln w="635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C4B3A3E-07C4-7F10-1A89-E7ED08B96606}"/>
              </a:ext>
            </a:extLst>
          </p:cNvPr>
          <p:cNvSpPr/>
          <p:nvPr/>
        </p:nvSpPr>
        <p:spPr>
          <a:xfrm>
            <a:off x="4363671" y="6284081"/>
            <a:ext cx="983474" cy="2996892"/>
          </a:xfrm>
          <a:custGeom>
            <a:avLst/>
            <a:gdLst>
              <a:gd name="connsiteX0" fmla="*/ 0 w 971282"/>
              <a:gd name="connsiteY0" fmla="*/ 98226 h 2808838"/>
              <a:gd name="connsiteX1" fmla="*/ 98226 w 971282"/>
              <a:gd name="connsiteY1" fmla="*/ 0 h 2808838"/>
              <a:gd name="connsiteX2" fmla="*/ 873056 w 971282"/>
              <a:gd name="connsiteY2" fmla="*/ 0 h 2808838"/>
              <a:gd name="connsiteX3" fmla="*/ 971282 w 971282"/>
              <a:gd name="connsiteY3" fmla="*/ 98226 h 2808838"/>
              <a:gd name="connsiteX4" fmla="*/ 971282 w 971282"/>
              <a:gd name="connsiteY4" fmla="*/ 2710612 h 2808838"/>
              <a:gd name="connsiteX5" fmla="*/ 873056 w 971282"/>
              <a:gd name="connsiteY5" fmla="*/ 2808838 h 2808838"/>
              <a:gd name="connsiteX6" fmla="*/ 98226 w 971282"/>
              <a:gd name="connsiteY6" fmla="*/ 2808838 h 2808838"/>
              <a:gd name="connsiteX7" fmla="*/ 0 w 971282"/>
              <a:gd name="connsiteY7" fmla="*/ 2710612 h 2808838"/>
              <a:gd name="connsiteX8" fmla="*/ 0 w 971282"/>
              <a:gd name="connsiteY8" fmla="*/ 98226 h 2808838"/>
              <a:gd name="connsiteX0" fmla="*/ 0 w 989570"/>
              <a:gd name="connsiteY0" fmla="*/ 44255 h 2809731"/>
              <a:gd name="connsiteX1" fmla="*/ 116514 w 989570"/>
              <a:gd name="connsiteY1" fmla="*/ 893 h 2809731"/>
              <a:gd name="connsiteX2" fmla="*/ 891344 w 989570"/>
              <a:gd name="connsiteY2" fmla="*/ 893 h 2809731"/>
              <a:gd name="connsiteX3" fmla="*/ 989570 w 989570"/>
              <a:gd name="connsiteY3" fmla="*/ 99119 h 2809731"/>
              <a:gd name="connsiteX4" fmla="*/ 989570 w 989570"/>
              <a:gd name="connsiteY4" fmla="*/ 2711505 h 2809731"/>
              <a:gd name="connsiteX5" fmla="*/ 891344 w 989570"/>
              <a:gd name="connsiteY5" fmla="*/ 2809731 h 2809731"/>
              <a:gd name="connsiteX6" fmla="*/ 116514 w 989570"/>
              <a:gd name="connsiteY6" fmla="*/ 2809731 h 2809731"/>
              <a:gd name="connsiteX7" fmla="*/ 18288 w 989570"/>
              <a:gd name="connsiteY7" fmla="*/ 2711505 h 2809731"/>
              <a:gd name="connsiteX8" fmla="*/ 0 w 989570"/>
              <a:gd name="connsiteY8" fmla="*/ 44255 h 2809731"/>
              <a:gd name="connsiteX0" fmla="*/ 0 w 989570"/>
              <a:gd name="connsiteY0" fmla="*/ 220146 h 2985622"/>
              <a:gd name="connsiteX1" fmla="*/ 116514 w 989570"/>
              <a:gd name="connsiteY1" fmla="*/ 176784 h 2985622"/>
              <a:gd name="connsiteX2" fmla="*/ 824288 w 989570"/>
              <a:gd name="connsiteY2" fmla="*/ 0 h 2985622"/>
              <a:gd name="connsiteX3" fmla="*/ 989570 w 989570"/>
              <a:gd name="connsiteY3" fmla="*/ 275010 h 2985622"/>
              <a:gd name="connsiteX4" fmla="*/ 989570 w 989570"/>
              <a:gd name="connsiteY4" fmla="*/ 2887396 h 2985622"/>
              <a:gd name="connsiteX5" fmla="*/ 891344 w 989570"/>
              <a:gd name="connsiteY5" fmla="*/ 2985622 h 2985622"/>
              <a:gd name="connsiteX6" fmla="*/ 116514 w 989570"/>
              <a:gd name="connsiteY6" fmla="*/ 2985622 h 2985622"/>
              <a:gd name="connsiteX7" fmla="*/ 18288 w 989570"/>
              <a:gd name="connsiteY7" fmla="*/ 2887396 h 2985622"/>
              <a:gd name="connsiteX8" fmla="*/ 0 w 989570"/>
              <a:gd name="connsiteY8" fmla="*/ 220146 h 2985622"/>
              <a:gd name="connsiteX0" fmla="*/ 0 w 989570"/>
              <a:gd name="connsiteY0" fmla="*/ 220146 h 2985622"/>
              <a:gd name="connsiteX1" fmla="*/ 116514 w 989570"/>
              <a:gd name="connsiteY1" fmla="*/ 176784 h 2985622"/>
              <a:gd name="connsiteX2" fmla="*/ 824288 w 989570"/>
              <a:gd name="connsiteY2" fmla="*/ 0 h 2985622"/>
              <a:gd name="connsiteX3" fmla="*/ 971282 w 989570"/>
              <a:gd name="connsiteY3" fmla="*/ 92130 h 2985622"/>
              <a:gd name="connsiteX4" fmla="*/ 989570 w 989570"/>
              <a:gd name="connsiteY4" fmla="*/ 2887396 h 2985622"/>
              <a:gd name="connsiteX5" fmla="*/ 891344 w 989570"/>
              <a:gd name="connsiteY5" fmla="*/ 2985622 h 2985622"/>
              <a:gd name="connsiteX6" fmla="*/ 116514 w 989570"/>
              <a:gd name="connsiteY6" fmla="*/ 2985622 h 2985622"/>
              <a:gd name="connsiteX7" fmla="*/ 18288 w 989570"/>
              <a:gd name="connsiteY7" fmla="*/ 2887396 h 2985622"/>
              <a:gd name="connsiteX8" fmla="*/ 0 w 989570"/>
              <a:gd name="connsiteY8" fmla="*/ 220146 h 2985622"/>
              <a:gd name="connsiteX0" fmla="*/ 0 w 983474"/>
              <a:gd name="connsiteY0" fmla="*/ 220146 h 2996892"/>
              <a:gd name="connsiteX1" fmla="*/ 116514 w 983474"/>
              <a:gd name="connsiteY1" fmla="*/ 176784 h 2996892"/>
              <a:gd name="connsiteX2" fmla="*/ 824288 w 983474"/>
              <a:gd name="connsiteY2" fmla="*/ 0 h 2996892"/>
              <a:gd name="connsiteX3" fmla="*/ 971282 w 983474"/>
              <a:gd name="connsiteY3" fmla="*/ 92130 h 2996892"/>
              <a:gd name="connsiteX4" fmla="*/ 983474 w 983474"/>
              <a:gd name="connsiteY4" fmla="*/ 2966644 h 2996892"/>
              <a:gd name="connsiteX5" fmla="*/ 891344 w 983474"/>
              <a:gd name="connsiteY5" fmla="*/ 2985622 h 2996892"/>
              <a:gd name="connsiteX6" fmla="*/ 116514 w 983474"/>
              <a:gd name="connsiteY6" fmla="*/ 2985622 h 2996892"/>
              <a:gd name="connsiteX7" fmla="*/ 18288 w 983474"/>
              <a:gd name="connsiteY7" fmla="*/ 2887396 h 2996892"/>
              <a:gd name="connsiteX8" fmla="*/ 0 w 983474"/>
              <a:gd name="connsiteY8" fmla="*/ 220146 h 2996892"/>
              <a:gd name="connsiteX0" fmla="*/ 0 w 983474"/>
              <a:gd name="connsiteY0" fmla="*/ 220146 h 2996892"/>
              <a:gd name="connsiteX1" fmla="*/ 116514 w 983474"/>
              <a:gd name="connsiteY1" fmla="*/ 176784 h 2996892"/>
              <a:gd name="connsiteX2" fmla="*/ 824288 w 983474"/>
              <a:gd name="connsiteY2" fmla="*/ 0 h 2996892"/>
              <a:gd name="connsiteX3" fmla="*/ 971282 w 983474"/>
              <a:gd name="connsiteY3" fmla="*/ 92130 h 2996892"/>
              <a:gd name="connsiteX4" fmla="*/ 983474 w 983474"/>
              <a:gd name="connsiteY4" fmla="*/ 2966644 h 2996892"/>
              <a:gd name="connsiteX5" fmla="*/ 891344 w 983474"/>
              <a:gd name="connsiteY5" fmla="*/ 2985622 h 2996892"/>
              <a:gd name="connsiteX6" fmla="*/ 116514 w 983474"/>
              <a:gd name="connsiteY6" fmla="*/ 2985622 h 2996892"/>
              <a:gd name="connsiteX7" fmla="*/ 18288 w 983474"/>
              <a:gd name="connsiteY7" fmla="*/ 2948356 h 2996892"/>
              <a:gd name="connsiteX8" fmla="*/ 0 w 983474"/>
              <a:gd name="connsiteY8" fmla="*/ 220146 h 2996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3474" h="2996892">
                <a:moveTo>
                  <a:pt x="0" y="220146"/>
                </a:moveTo>
                <a:cubicBezTo>
                  <a:pt x="0" y="165897"/>
                  <a:pt x="62265" y="176784"/>
                  <a:pt x="116514" y="176784"/>
                </a:cubicBezTo>
                <a:lnTo>
                  <a:pt x="824288" y="0"/>
                </a:lnTo>
                <a:cubicBezTo>
                  <a:pt x="878537" y="0"/>
                  <a:pt x="971282" y="37881"/>
                  <a:pt x="971282" y="92130"/>
                </a:cubicBezTo>
                <a:lnTo>
                  <a:pt x="983474" y="2966644"/>
                </a:lnTo>
                <a:cubicBezTo>
                  <a:pt x="983474" y="3020893"/>
                  <a:pt x="945593" y="2985622"/>
                  <a:pt x="891344" y="2985622"/>
                </a:cubicBezTo>
                <a:lnTo>
                  <a:pt x="116514" y="2985622"/>
                </a:lnTo>
                <a:cubicBezTo>
                  <a:pt x="62265" y="2985622"/>
                  <a:pt x="18288" y="3002605"/>
                  <a:pt x="18288" y="2948356"/>
                </a:cubicBezTo>
                <a:cubicBezTo>
                  <a:pt x="18288" y="2077561"/>
                  <a:pt x="0" y="1090941"/>
                  <a:pt x="0" y="220146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: Rounded Corners 26">
            <a:extLst>
              <a:ext uri="{FF2B5EF4-FFF2-40B4-BE49-F238E27FC236}">
                <a16:creationId xmlns:a16="http://schemas.microsoft.com/office/drawing/2014/main" id="{BACC9067-F548-3A7B-27F5-824FE211AA4C}"/>
              </a:ext>
            </a:extLst>
          </p:cNvPr>
          <p:cNvSpPr/>
          <p:nvPr/>
        </p:nvSpPr>
        <p:spPr>
          <a:xfrm flipH="1">
            <a:off x="7264307" y="6070305"/>
            <a:ext cx="2668371" cy="3254565"/>
          </a:xfrm>
          <a:custGeom>
            <a:avLst/>
            <a:gdLst>
              <a:gd name="connsiteX0" fmla="*/ 0 w 971282"/>
              <a:gd name="connsiteY0" fmla="*/ 98226 h 2808838"/>
              <a:gd name="connsiteX1" fmla="*/ 98226 w 971282"/>
              <a:gd name="connsiteY1" fmla="*/ 0 h 2808838"/>
              <a:gd name="connsiteX2" fmla="*/ 873056 w 971282"/>
              <a:gd name="connsiteY2" fmla="*/ 0 h 2808838"/>
              <a:gd name="connsiteX3" fmla="*/ 971282 w 971282"/>
              <a:gd name="connsiteY3" fmla="*/ 98226 h 2808838"/>
              <a:gd name="connsiteX4" fmla="*/ 971282 w 971282"/>
              <a:gd name="connsiteY4" fmla="*/ 2710612 h 2808838"/>
              <a:gd name="connsiteX5" fmla="*/ 873056 w 971282"/>
              <a:gd name="connsiteY5" fmla="*/ 2808838 h 2808838"/>
              <a:gd name="connsiteX6" fmla="*/ 98226 w 971282"/>
              <a:gd name="connsiteY6" fmla="*/ 2808838 h 2808838"/>
              <a:gd name="connsiteX7" fmla="*/ 0 w 971282"/>
              <a:gd name="connsiteY7" fmla="*/ 2710612 h 2808838"/>
              <a:gd name="connsiteX8" fmla="*/ 0 w 971282"/>
              <a:gd name="connsiteY8" fmla="*/ 98226 h 2808838"/>
              <a:gd name="connsiteX0" fmla="*/ 0 w 989570"/>
              <a:gd name="connsiteY0" fmla="*/ 44255 h 2809731"/>
              <a:gd name="connsiteX1" fmla="*/ 116514 w 989570"/>
              <a:gd name="connsiteY1" fmla="*/ 893 h 2809731"/>
              <a:gd name="connsiteX2" fmla="*/ 891344 w 989570"/>
              <a:gd name="connsiteY2" fmla="*/ 893 h 2809731"/>
              <a:gd name="connsiteX3" fmla="*/ 989570 w 989570"/>
              <a:gd name="connsiteY3" fmla="*/ 99119 h 2809731"/>
              <a:gd name="connsiteX4" fmla="*/ 989570 w 989570"/>
              <a:gd name="connsiteY4" fmla="*/ 2711505 h 2809731"/>
              <a:gd name="connsiteX5" fmla="*/ 891344 w 989570"/>
              <a:gd name="connsiteY5" fmla="*/ 2809731 h 2809731"/>
              <a:gd name="connsiteX6" fmla="*/ 116514 w 989570"/>
              <a:gd name="connsiteY6" fmla="*/ 2809731 h 2809731"/>
              <a:gd name="connsiteX7" fmla="*/ 18288 w 989570"/>
              <a:gd name="connsiteY7" fmla="*/ 2711505 h 2809731"/>
              <a:gd name="connsiteX8" fmla="*/ 0 w 989570"/>
              <a:gd name="connsiteY8" fmla="*/ 44255 h 2809731"/>
              <a:gd name="connsiteX0" fmla="*/ 0 w 989570"/>
              <a:gd name="connsiteY0" fmla="*/ 220146 h 2985622"/>
              <a:gd name="connsiteX1" fmla="*/ 116514 w 989570"/>
              <a:gd name="connsiteY1" fmla="*/ 176784 h 2985622"/>
              <a:gd name="connsiteX2" fmla="*/ 824288 w 989570"/>
              <a:gd name="connsiteY2" fmla="*/ 0 h 2985622"/>
              <a:gd name="connsiteX3" fmla="*/ 989570 w 989570"/>
              <a:gd name="connsiteY3" fmla="*/ 275010 h 2985622"/>
              <a:gd name="connsiteX4" fmla="*/ 989570 w 989570"/>
              <a:gd name="connsiteY4" fmla="*/ 2887396 h 2985622"/>
              <a:gd name="connsiteX5" fmla="*/ 891344 w 989570"/>
              <a:gd name="connsiteY5" fmla="*/ 2985622 h 2985622"/>
              <a:gd name="connsiteX6" fmla="*/ 116514 w 989570"/>
              <a:gd name="connsiteY6" fmla="*/ 2985622 h 2985622"/>
              <a:gd name="connsiteX7" fmla="*/ 18288 w 989570"/>
              <a:gd name="connsiteY7" fmla="*/ 2887396 h 2985622"/>
              <a:gd name="connsiteX8" fmla="*/ 0 w 989570"/>
              <a:gd name="connsiteY8" fmla="*/ 220146 h 2985622"/>
              <a:gd name="connsiteX0" fmla="*/ 0 w 989570"/>
              <a:gd name="connsiteY0" fmla="*/ 220146 h 2985622"/>
              <a:gd name="connsiteX1" fmla="*/ 116514 w 989570"/>
              <a:gd name="connsiteY1" fmla="*/ 176784 h 2985622"/>
              <a:gd name="connsiteX2" fmla="*/ 824288 w 989570"/>
              <a:gd name="connsiteY2" fmla="*/ 0 h 2985622"/>
              <a:gd name="connsiteX3" fmla="*/ 971282 w 989570"/>
              <a:gd name="connsiteY3" fmla="*/ 92130 h 2985622"/>
              <a:gd name="connsiteX4" fmla="*/ 989570 w 989570"/>
              <a:gd name="connsiteY4" fmla="*/ 2887396 h 2985622"/>
              <a:gd name="connsiteX5" fmla="*/ 891344 w 989570"/>
              <a:gd name="connsiteY5" fmla="*/ 2985622 h 2985622"/>
              <a:gd name="connsiteX6" fmla="*/ 116514 w 989570"/>
              <a:gd name="connsiteY6" fmla="*/ 2985622 h 2985622"/>
              <a:gd name="connsiteX7" fmla="*/ 18288 w 989570"/>
              <a:gd name="connsiteY7" fmla="*/ 2887396 h 2985622"/>
              <a:gd name="connsiteX8" fmla="*/ 0 w 989570"/>
              <a:gd name="connsiteY8" fmla="*/ 220146 h 2985622"/>
              <a:gd name="connsiteX0" fmla="*/ 0 w 983474"/>
              <a:gd name="connsiteY0" fmla="*/ 220146 h 2996892"/>
              <a:gd name="connsiteX1" fmla="*/ 116514 w 983474"/>
              <a:gd name="connsiteY1" fmla="*/ 176784 h 2996892"/>
              <a:gd name="connsiteX2" fmla="*/ 824288 w 983474"/>
              <a:gd name="connsiteY2" fmla="*/ 0 h 2996892"/>
              <a:gd name="connsiteX3" fmla="*/ 971282 w 983474"/>
              <a:gd name="connsiteY3" fmla="*/ 92130 h 2996892"/>
              <a:gd name="connsiteX4" fmla="*/ 983474 w 983474"/>
              <a:gd name="connsiteY4" fmla="*/ 2966644 h 2996892"/>
              <a:gd name="connsiteX5" fmla="*/ 891344 w 983474"/>
              <a:gd name="connsiteY5" fmla="*/ 2985622 h 2996892"/>
              <a:gd name="connsiteX6" fmla="*/ 116514 w 983474"/>
              <a:gd name="connsiteY6" fmla="*/ 2985622 h 2996892"/>
              <a:gd name="connsiteX7" fmla="*/ 18288 w 983474"/>
              <a:gd name="connsiteY7" fmla="*/ 2887396 h 2996892"/>
              <a:gd name="connsiteX8" fmla="*/ 0 w 983474"/>
              <a:gd name="connsiteY8" fmla="*/ 220146 h 2996892"/>
              <a:gd name="connsiteX0" fmla="*/ 0 w 983474"/>
              <a:gd name="connsiteY0" fmla="*/ 220146 h 2996892"/>
              <a:gd name="connsiteX1" fmla="*/ 116514 w 983474"/>
              <a:gd name="connsiteY1" fmla="*/ 176784 h 2996892"/>
              <a:gd name="connsiteX2" fmla="*/ 824288 w 983474"/>
              <a:gd name="connsiteY2" fmla="*/ 0 h 2996892"/>
              <a:gd name="connsiteX3" fmla="*/ 971282 w 983474"/>
              <a:gd name="connsiteY3" fmla="*/ 92130 h 2996892"/>
              <a:gd name="connsiteX4" fmla="*/ 983474 w 983474"/>
              <a:gd name="connsiteY4" fmla="*/ 2966644 h 2996892"/>
              <a:gd name="connsiteX5" fmla="*/ 891344 w 983474"/>
              <a:gd name="connsiteY5" fmla="*/ 2985622 h 2996892"/>
              <a:gd name="connsiteX6" fmla="*/ 116514 w 983474"/>
              <a:gd name="connsiteY6" fmla="*/ 2985622 h 2996892"/>
              <a:gd name="connsiteX7" fmla="*/ 18288 w 983474"/>
              <a:gd name="connsiteY7" fmla="*/ 2948356 h 2996892"/>
              <a:gd name="connsiteX8" fmla="*/ 0 w 983474"/>
              <a:gd name="connsiteY8" fmla="*/ 220146 h 2996892"/>
              <a:gd name="connsiteX0" fmla="*/ 0 w 996934"/>
              <a:gd name="connsiteY0" fmla="*/ 220146 h 2996892"/>
              <a:gd name="connsiteX1" fmla="*/ 116514 w 996934"/>
              <a:gd name="connsiteY1" fmla="*/ 176784 h 2996892"/>
              <a:gd name="connsiteX2" fmla="*/ 824288 w 996934"/>
              <a:gd name="connsiteY2" fmla="*/ 0 h 2996892"/>
              <a:gd name="connsiteX3" fmla="*/ 996934 w 996934"/>
              <a:gd name="connsiteY3" fmla="*/ 139650 h 2996892"/>
              <a:gd name="connsiteX4" fmla="*/ 983474 w 996934"/>
              <a:gd name="connsiteY4" fmla="*/ 2966644 h 2996892"/>
              <a:gd name="connsiteX5" fmla="*/ 891344 w 996934"/>
              <a:gd name="connsiteY5" fmla="*/ 2985622 h 2996892"/>
              <a:gd name="connsiteX6" fmla="*/ 116514 w 996934"/>
              <a:gd name="connsiteY6" fmla="*/ 2985622 h 2996892"/>
              <a:gd name="connsiteX7" fmla="*/ 18288 w 996934"/>
              <a:gd name="connsiteY7" fmla="*/ 2948356 h 2996892"/>
              <a:gd name="connsiteX8" fmla="*/ 0 w 996934"/>
              <a:gd name="connsiteY8" fmla="*/ 220146 h 2996892"/>
              <a:gd name="connsiteX0" fmla="*/ 0 w 1000874"/>
              <a:gd name="connsiteY0" fmla="*/ 267666 h 3044412"/>
              <a:gd name="connsiteX1" fmla="*/ 116514 w 1000874"/>
              <a:gd name="connsiteY1" fmla="*/ 224304 h 3044412"/>
              <a:gd name="connsiteX2" fmla="*/ 963540 w 1000874"/>
              <a:gd name="connsiteY2" fmla="*/ 0 h 3044412"/>
              <a:gd name="connsiteX3" fmla="*/ 996934 w 1000874"/>
              <a:gd name="connsiteY3" fmla="*/ 187170 h 3044412"/>
              <a:gd name="connsiteX4" fmla="*/ 983474 w 1000874"/>
              <a:gd name="connsiteY4" fmla="*/ 3014164 h 3044412"/>
              <a:gd name="connsiteX5" fmla="*/ 891344 w 1000874"/>
              <a:gd name="connsiteY5" fmla="*/ 3033142 h 3044412"/>
              <a:gd name="connsiteX6" fmla="*/ 116514 w 1000874"/>
              <a:gd name="connsiteY6" fmla="*/ 3033142 h 3044412"/>
              <a:gd name="connsiteX7" fmla="*/ 18288 w 1000874"/>
              <a:gd name="connsiteY7" fmla="*/ 2995876 h 3044412"/>
              <a:gd name="connsiteX8" fmla="*/ 0 w 1000874"/>
              <a:gd name="connsiteY8" fmla="*/ 267666 h 3044412"/>
              <a:gd name="connsiteX0" fmla="*/ 76990 w 982586"/>
              <a:gd name="connsiteY0" fmla="*/ 533777 h 3044412"/>
              <a:gd name="connsiteX1" fmla="*/ 98226 w 982586"/>
              <a:gd name="connsiteY1" fmla="*/ 224304 h 3044412"/>
              <a:gd name="connsiteX2" fmla="*/ 945252 w 982586"/>
              <a:gd name="connsiteY2" fmla="*/ 0 h 3044412"/>
              <a:gd name="connsiteX3" fmla="*/ 978646 w 982586"/>
              <a:gd name="connsiteY3" fmla="*/ 187170 h 3044412"/>
              <a:gd name="connsiteX4" fmla="*/ 965186 w 982586"/>
              <a:gd name="connsiteY4" fmla="*/ 3014164 h 3044412"/>
              <a:gd name="connsiteX5" fmla="*/ 873056 w 982586"/>
              <a:gd name="connsiteY5" fmla="*/ 3033142 h 3044412"/>
              <a:gd name="connsiteX6" fmla="*/ 98226 w 982586"/>
              <a:gd name="connsiteY6" fmla="*/ 3033142 h 3044412"/>
              <a:gd name="connsiteX7" fmla="*/ 0 w 982586"/>
              <a:gd name="connsiteY7" fmla="*/ 2995876 h 3044412"/>
              <a:gd name="connsiteX8" fmla="*/ 76990 w 982586"/>
              <a:gd name="connsiteY8" fmla="*/ 533777 h 3044412"/>
              <a:gd name="connsiteX0" fmla="*/ 29351 w 982586"/>
              <a:gd name="connsiteY0" fmla="*/ 400722 h 3044412"/>
              <a:gd name="connsiteX1" fmla="*/ 98226 w 982586"/>
              <a:gd name="connsiteY1" fmla="*/ 224304 h 3044412"/>
              <a:gd name="connsiteX2" fmla="*/ 945252 w 982586"/>
              <a:gd name="connsiteY2" fmla="*/ 0 h 3044412"/>
              <a:gd name="connsiteX3" fmla="*/ 978646 w 982586"/>
              <a:gd name="connsiteY3" fmla="*/ 187170 h 3044412"/>
              <a:gd name="connsiteX4" fmla="*/ 965186 w 982586"/>
              <a:gd name="connsiteY4" fmla="*/ 3014164 h 3044412"/>
              <a:gd name="connsiteX5" fmla="*/ 873056 w 982586"/>
              <a:gd name="connsiteY5" fmla="*/ 3033142 h 3044412"/>
              <a:gd name="connsiteX6" fmla="*/ 98226 w 982586"/>
              <a:gd name="connsiteY6" fmla="*/ 3033142 h 3044412"/>
              <a:gd name="connsiteX7" fmla="*/ 0 w 982586"/>
              <a:gd name="connsiteY7" fmla="*/ 2995876 h 3044412"/>
              <a:gd name="connsiteX8" fmla="*/ 29351 w 982586"/>
              <a:gd name="connsiteY8" fmla="*/ 400722 h 3044412"/>
              <a:gd name="connsiteX0" fmla="*/ 29351 w 982586"/>
              <a:gd name="connsiteY0" fmla="*/ 400722 h 3044412"/>
              <a:gd name="connsiteX1" fmla="*/ 219155 w 982586"/>
              <a:gd name="connsiteY1" fmla="*/ 404880 h 3044412"/>
              <a:gd name="connsiteX2" fmla="*/ 945252 w 982586"/>
              <a:gd name="connsiteY2" fmla="*/ 0 h 3044412"/>
              <a:gd name="connsiteX3" fmla="*/ 978646 w 982586"/>
              <a:gd name="connsiteY3" fmla="*/ 187170 h 3044412"/>
              <a:gd name="connsiteX4" fmla="*/ 965186 w 982586"/>
              <a:gd name="connsiteY4" fmla="*/ 3014164 h 3044412"/>
              <a:gd name="connsiteX5" fmla="*/ 873056 w 982586"/>
              <a:gd name="connsiteY5" fmla="*/ 3033142 h 3044412"/>
              <a:gd name="connsiteX6" fmla="*/ 98226 w 982586"/>
              <a:gd name="connsiteY6" fmla="*/ 3033142 h 3044412"/>
              <a:gd name="connsiteX7" fmla="*/ 0 w 982586"/>
              <a:gd name="connsiteY7" fmla="*/ 2995876 h 3044412"/>
              <a:gd name="connsiteX8" fmla="*/ 29351 w 982586"/>
              <a:gd name="connsiteY8" fmla="*/ 400722 h 3044412"/>
              <a:gd name="connsiteX0" fmla="*/ 29351 w 982586"/>
              <a:gd name="connsiteY0" fmla="*/ 400722 h 3044412"/>
              <a:gd name="connsiteX1" fmla="*/ 230149 w 982586"/>
              <a:gd name="connsiteY1" fmla="*/ 205297 h 3044412"/>
              <a:gd name="connsiteX2" fmla="*/ 945252 w 982586"/>
              <a:gd name="connsiteY2" fmla="*/ 0 h 3044412"/>
              <a:gd name="connsiteX3" fmla="*/ 978646 w 982586"/>
              <a:gd name="connsiteY3" fmla="*/ 187170 h 3044412"/>
              <a:gd name="connsiteX4" fmla="*/ 965186 w 982586"/>
              <a:gd name="connsiteY4" fmla="*/ 3014164 h 3044412"/>
              <a:gd name="connsiteX5" fmla="*/ 873056 w 982586"/>
              <a:gd name="connsiteY5" fmla="*/ 3033142 h 3044412"/>
              <a:gd name="connsiteX6" fmla="*/ 98226 w 982586"/>
              <a:gd name="connsiteY6" fmla="*/ 3033142 h 3044412"/>
              <a:gd name="connsiteX7" fmla="*/ 0 w 982586"/>
              <a:gd name="connsiteY7" fmla="*/ 2995876 h 3044412"/>
              <a:gd name="connsiteX8" fmla="*/ 29351 w 982586"/>
              <a:gd name="connsiteY8" fmla="*/ 400722 h 3044412"/>
              <a:gd name="connsiteX0" fmla="*/ 29351 w 982586"/>
              <a:gd name="connsiteY0" fmla="*/ 400722 h 3044412"/>
              <a:gd name="connsiteX1" fmla="*/ 230149 w 982586"/>
              <a:gd name="connsiteY1" fmla="*/ 205297 h 3044412"/>
              <a:gd name="connsiteX2" fmla="*/ 945252 w 982586"/>
              <a:gd name="connsiteY2" fmla="*/ 0 h 3044412"/>
              <a:gd name="connsiteX3" fmla="*/ 978646 w 982586"/>
              <a:gd name="connsiteY3" fmla="*/ 187170 h 3044412"/>
              <a:gd name="connsiteX4" fmla="*/ 965186 w 982586"/>
              <a:gd name="connsiteY4" fmla="*/ 3014164 h 3044412"/>
              <a:gd name="connsiteX5" fmla="*/ 873056 w 982586"/>
              <a:gd name="connsiteY5" fmla="*/ 3033142 h 3044412"/>
              <a:gd name="connsiteX6" fmla="*/ 98226 w 982586"/>
              <a:gd name="connsiteY6" fmla="*/ 3033142 h 3044412"/>
              <a:gd name="connsiteX7" fmla="*/ 0 w 982586"/>
              <a:gd name="connsiteY7" fmla="*/ 2995876 h 3044412"/>
              <a:gd name="connsiteX8" fmla="*/ 29351 w 982586"/>
              <a:gd name="connsiteY8" fmla="*/ 400722 h 3044412"/>
              <a:gd name="connsiteX0" fmla="*/ 0 w 953235"/>
              <a:gd name="connsiteY0" fmla="*/ 400722 h 3044412"/>
              <a:gd name="connsiteX1" fmla="*/ 200798 w 953235"/>
              <a:gd name="connsiteY1" fmla="*/ 205297 h 3044412"/>
              <a:gd name="connsiteX2" fmla="*/ 915901 w 953235"/>
              <a:gd name="connsiteY2" fmla="*/ 0 h 3044412"/>
              <a:gd name="connsiteX3" fmla="*/ 949295 w 953235"/>
              <a:gd name="connsiteY3" fmla="*/ 187170 h 3044412"/>
              <a:gd name="connsiteX4" fmla="*/ 935835 w 953235"/>
              <a:gd name="connsiteY4" fmla="*/ 3014164 h 3044412"/>
              <a:gd name="connsiteX5" fmla="*/ 843705 w 953235"/>
              <a:gd name="connsiteY5" fmla="*/ 3033142 h 3044412"/>
              <a:gd name="connsiteX6" fmla="*/ 68875 w 953235"/>
              <a:gd name="connsiteY6" fmla="*/ 3033142 h 3044412"/>
              <a:gd name="connsiteX7" fmla="*/ 7294 w 953235"/>
              <a:gd name="connsiteY7" fmla="*/ 2995876 h 3044412"/>
              <a:gd name="connsiteX8" fmla="*/ 0 w 953235"/>
              <a:gd name="connsiteY8" fmla="*/ 400722 h 3044412"/>
              <a:gd name="connsiteX0" fmla="*/ 5532 w 958767"/>
              <a:gd name="connsiteY0" fmla="*/ 400722 h 3044412"/>
              <a:gd name="connsiteX1" fmla="*/ 206330 w 958767"/>
              <a:gd name="connsiteY1" fmla="*/ 205297 h 3044412"/>
              <a:gd name="connsiteX2" fmla="*/ 921433 w 958767"/>
              <a:gd name="connsiteY2" fmla="*/ 0 h 3044412"/>
              <a:gd name="connsiteX3" fmla="*/ 954827 w 958767"/>
              <a:gd name="connsiteY3" fmla="*/ 187170 h 3044412"/>
              <a:gd name="connsiteX4" fmla="*/ 941367 w 958767"/>
              <a:gd name="connsiteY4" fmla="*/ 3014164 h 3044412"/>
              <a:gd name="connsiteX5" fmla="*/ 849237 w 958767"/>
              <a:gd name="connsiteY5" fmla="*/ 3033142 h 3044412"/>
              <a:gd name="connsiteX6" fmla="*/ 74407 w 958767"/>
              <a:gd name="connsiteY6" fmla="*/ 3033142 h 3044412"/>
              <a:gd name="connsiteX7" fmla="*/ 0 w 958767"/>
              <a:gd name="connsiteY7" fmla="*/ 2934101 h 3044412"/>
              <a:gd name="connsiteX8" fmla="*/ 5532 w 958767"/>
              <a:gd name="connsiteY8" fmla="*/ 400722 h 3044412"/>
              <a:gd name="connsiteX0" fmla="*/ 35 w 958767"/>
              <a:gd name="connsiteY0" fmla="*/ 400722 h 3044412"/>
              <a:gd name="connsiteX1" fmla="*/ 206330 w 958767"/>
              <a:gd name="connsiteY1" fmla="*/ 205297 h 3044412"/>
              <a:gd name="connsiteX2" fmla="*/ 921433 w 958767"/>
              <a:gd name="connsiteY2" fmla="*/ 0 h 3044412"/>
              <a:gd name="connsiteX3" fmla="*/ 954827 w 958767"/>
              <a:gd name="connsiteY3" fmla="*/ 187170 h 3044412"/>
              <a:gd name="connsiteX4" fmla="*/ 941367 w 958767"/>
              <a:gd name="connsiteY4" fmla="*/ 3014164 h 3044412"/>
              <a:gd name="connsiteX5" fmla="*/ 849237 w 958767"/>
              <a:gd name="connsiteY5" fmla="*/ 3033142 h 3044412"/>
              <a:gd name="connsiteX6" fmla="*/ 74407 w 958767"/>
              <a:gd name="connsiteY6" fmla="*/ 3033142 h 3044412"/>
              <a:gd name="connsiteX7" fmla="*/ 0 w 958767"/>
              <a:gd name="connsiteY7" fmla="*/ 2934101 h 3044412"/>
              <a:gd name="connsiteX8" fmla="*/ 35 w 958767"/>
              <a:gd name="connsiteY8" fmla="*/ 400722 h 3044412"/>
              <a:gd name="connsiteX0" fmla="*/ 3700 w 962432"/>
              <a:gd name="connsiteY0" fmla="*/ 400722 h 3044412"/>
              <a:gd name="connsiteX1" fmla="*/ 209995 w 962432"/>
              <a:gd name="connsiteY1" fmla="*/ 205297 h 3044412"/>
              <a:gd name="connsiteX2" fmla="*/ 925098 w 962432"/>
              <a:gd name="connsiteY2" fmla="*/ 0 h 3044412"/>
              <a:gd name="connsiteX3" fmla="*/ 958492 w 962432"/>
              <a:gd name="connsiteY3" fmla="*/ 187170 h 3044412"/>
              <a:gd name="connsiteX4" fmla="*/ 945032 w 962432"/>
              <a:gd name="connsiteY4" fmla="*/ 3014164 h 3044412"/>
              <a:gd name="connsiteX5" fmla="*/ 852902 w 962432"/>
              <a:gd name="connsiteY5" fmla="*/ 3033142 h 3044412"/>
              <a:gd name="connsiteX6" fmla="*/ 78072 w 962432"/>
              <a:gd name="connsiteY6" fmla="*/ 3033142 h 3044412"/>
              <a:gd name="connsiteX7" fmla="*/ 0 w 962432"/>
              <a:gd name="connsiteY7" fmla="*/ 2915093 h 3044412"/>
              <a:gd name="connsiteX8" fmla="*/ 3700 w 962432"/>
              <a:gd name="connsiteY8" fmla="*/ 400722 h 3044412"/>
              <a:gd name="connsiteX0" fmla="*/ 3700 w 962432"/>
              <a:gd name="connsiteY0" fmla="*/ 400722 h 3044412"/>
              <a:gd name="connsiteX1" fmla="*/ 191672 w 962432"/>
              <a:gd name="connsiteY1" fmla="*/ 238560 h 3044412"/>
              <a:gd name="connsiteX2" fmla="*/ 925098 w 962432"/>
              <a:gd name="connsiteY2" fmla="*/ 0 h 3044412"/>
              <a:gd name="connsiteX3" fmla="*/ 958492 w 962432"/>
              <a:gd name="connsiteY3" fmla="*/ 187170 h 3044412"/>
              <a:gd name="connsiteX4" fmla="*/ 945032 w 962432"/>
              <a:gd name="connsiteY4" fmla="*/ 3014164 h 3044412"/>
              <a:gd name="connsiteX5" fmla="*/ 852902 w 962432"/>
              <a:gd name="connsiteY5" fmla="*/ 3033142 h 3044412"/>
              <a:gd name="connsiteX6" fmla="*/ 78072 w 962432"/>
              <a:gd name="connsiteY6" fmla="*/ 3033142 h 3044412"/>
              <a:gd name="connsiteX7" fmla="*/ 0 w 962432"/>
              <a:gd name="connsiteY7" fmla="*/ 2915093 h 3044412"/>
              <a:gd name="connsiteX8" fmla="*/ 3700 w 962432"/>
              <a:gd name="connsiteY8" fmla="*/ 400722 h 3044412"/>
              <a:gd name="connsiteX0" fmla="*/ 35 w 962432"/>
              <a:gd name="connsiteY0" fmla="*/ 529025 h 3044412"/>
              <a:gd name="connsiteX1" fmla="*/ 191672 w 962432"/>
              <a:gd name="connsiteY1" fmla="*/ 238560 h 3044412"/>
              <a:gd name="connsiteX2" fmla="*/ 925098 w 962432"/>
              <a:gd name="connsiteY2" fmla="*/ 0 h 3044412"/>
              <a:gd name="connsiteX3" fmla="*/ 958492 w 962432"/>
              <a:gd name="connsiteY3" fmla="*/ 187170 h 3044412"/>
              <a:gd name="connsiteX4" fmla="*/ 945032 w 962432"/>
              <a:gd name="connsiteY4" fmla="*/ 3014164 h 3044412"/>
              <a:gd name="connsiteX5" fmla="*/ 852902 w 962432"/>
              <a:gd name="connsiteY5" fmla="*/ 3033142 h 3044412"/>
              <a:gd name="connsiteX6" fmla="*/ 78072 w 962432"/>
              <a:gd name="connsiteY6" fmla="*/ 3033142 h 3044412"/>
              <a:gd name="connsiteX7" fmla="*/ 0 w 962432"/>
              <a:gd name="connsiteY7" fmla="*/ 2915093 h 3044412"/>
              <a:gd name="connsiteX8" fmla="*/ 35 w 962432"/>
              <a:gd name="connsiteY8" fmla="*/ 529025 h 3044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2432" h="3044412">
                <a:moveTo>
                  <a:pt x="35" y="529025"/>
                </a:moveTo>
                <a:cubicBezTo>
                  <a:pt x="35" y="474776"/>
                  <a:pt x="42145" y="257567"/>
                  <a:pt x="191672" y="238560"/>
                </a:cubicBezTo>
                <a:lnTo>
                  <a:pt x="925098" y="0"/>
                </a:lnTo>
                <a:cubicBezTo>
                  <a:pt x="979347" y="0"/>
                  <a:pt x="958492" y="132921"/>
                  <a:pt x="958492" y="187170"/>
                </a:cubicBezTo>
                <a:cubicBezTo>
                  <a:pt x="954005" y="1129501"/>
                  <a:pt x="949519" y="2071833"/>
                  <a:pt x="945032" y="3014164"/>
                </a:cubicBezTo>
                <a:cubicBezTo>
                  <a:pt x="945032" y="3068413"/>
                  <a:pt x="907151" y="3033142"/>
                  <a:pt x="852902" y="3033142"/>
                </a:cubicBezTo>
                <a:lnTo>
                  <a:pt x="78072" y="3033142"/>
                </a:lnTo>
                <a:cubicBezTo>
                  <a:pt x="23823" y="3033142"/>
                  <a:pt x="0" y="2969342"/>
                  <a:pt x="0" y="2915093"/>
                </a:cubicBezTo>
                <a:cubicBezTo>
                  <a:pt x="0" y="2044298"/>
                  <a:pt x="35" y="1399820"/>
                  <a:pt x="35" y="529025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54AF5-DAE1-CAD3-195A-B7E52499E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119" y="5585082"/>
            <a:ext cx="6300952" cy="630095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9540FE1-46FE-B23A-3E99-C4321B9377CB}"/>
              </a:ext>
            </a:extLst>
          </p:cNvPr>
          <p:cNvSpPr/>
          <p:nvPr/>
        </p:nvSpPr>
        <p:spPr>
          <a:xfrm>
            <a:off x="7339472" y="7331422"/>
            <a:ext cx="2567707" cy="169163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DBE043-61B1-F37E-C82F-A1351AA1FAEF}"/>
              </a:ext>
            </a:extLst>
          </p:cNvPr>
          <p:cNvSpPr/>
          <p:nvPr/>
        </p:nvSpPr>
        <p:spPr>
          <a:xfrm>
            <a:off x="5689470" y="7342055"/>
            <a:ext cx="1137000" cy="169163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AA9AC9-6C44-EF6D-7D64-49590D6C15D4}"/>
              </a:ext>
            </a:extLst>
          </p:cNvPr>
          <p:cNvSpPr/>
          <p:nvPr/>
        </p:nvSpPr>
        <p:spPr>
          <a:xfrm>
            <a:off x="4438892" y="7352715"/>
            <a:ext cx="908252" cy="168156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3134D4-294E-EAFB-6714-9A534FE6EE95}"/>
              </a:ext>
            </a:extLst>
          </p:cNvPr>
          <p:cNvSpPr/>
          <p:nvPr/>
        </p:nvSpPr>
        <p:spPr>
          <a:xfrm>
            <a:off x="7398553" y="6686502"/>
            <a:ext cx="2147672" cy="544931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056951-B031-CFFB-945C-FB733B492E3E}"/>
              </a:ext>
            </a:extLst>
          </p:cNvPr>
          <p:cNvSpPr/>
          <p:nvPr/>
        </p:nvSpPr>
        <p:spPr>
          <a:xfrm>
            <a:off x="4453786" y="6703443"/>
            <a:ext cx="843502" cy="544931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99691B-AF1A-9494-20BE-F1198BAF23D4}"/>
              </a:ext>
            </a:extLst>
          </p:cNvPr>
          <p:cNvSpPr/>
          <p:nvPr/>
        </p:nvSpPr>
        <p:spPr>
          <a:xfrm>
            <a:off x="5501640" y="11584405"/>
            <a:ext cx="2753360" cy="304332"/>
          </a:xfrm>
          <a:custGeom>
            <a:avLst/>
            <a:gdLst>
              <a:gd name="connsiteX0" fmla="*/ 0 w 2753360"/>
              <a:gd name="connsiteY0" fmla="*/ 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0 w 2753360"/>
              <a:gd name="connsiteY4" fmla="*/ 0 h 354625"/>
              <a:gd name="connsiteX0" fmla="*/ 396240 w 2753360"/>
              <a:gd name="connsiteY0" fmla="*/ 5334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396240 w 2753360"/>
              <a:gd name="connsiteY4" fmla="*/ 53340 h 354625"/>
              <a:gd name="connsiteX0" fmla="*/ 186690 w 2753360"/>
              <a:gd name="connsiteY0" fmla="*/ 3048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186690 w 2753360"/>
              <a:gd name="connsiteY4" fmla="*/ 30480 h 354625"/>
              <a:gd name="connsiteX0" fmla="*/ 186690 w 2753360"/>
              <a:gd name="connsiteY0" fmla="*/ 45720 h 369865"/>
              <a:gd name="connsiteX1" fmla="*/ 2437130 w 2753360"/>
              <a:gd name="connsiteY1" fmla="*/ 0 h 369865"/>
              <a:gd name="connsiteX2" fmla="*/ 2753360 w 2753360"/>
              <a:gd name="connsiteY2" fmla="*/ 369865 h 369865"/>
              <a:gd name="connsiteX3" fmla="*/ 0 w 2753360"/>
              <a:gd name="connsiteY3" fmla="*/ 369865 h 369865"/>
              <a:gd name="connsiteX4" fmla="*/ 186690 w 2753360"/>
              <a:gd name="connsiteY4" fmla="*/ 45720 h 369865"/>
              <a:gd name="connsiteX0" fmla="*/ 186690 w 2753360"/>
              <a:gd name="connsiteY0" fmla="*/ 15240 h 339385"/>
              <a:gd name="connsiteX1" fmla="*/ 2635250 w 2753360"/>
              <a:gd name="connsiteY1" fmla="*/ 0 h 339385"/>
              <a:gd name="connsiteX2" fmla="*/ 2753360 w 2753360"/>
              <a:gd name="connsiteY2" fmla="*/ 339385 h 339385"/>
              <a:gd name="connsiteX3" fmla="*/ 0 w 2753360"/>
              <a:gd name="connsiteY3" fmla="*/ 339385 h 339385"/>
              <a:gd name="connsiteX4" fmla="*/ 186690 w 2753360"/>
              <a:gd name="connsiteY4" fmla="*/ 15240 h 339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3360" h="339385">
                <a:moveTo>
                  <a:pt x="186690" y="15240"/>
                </a:moveTo>
                <a:lnTo>
                  <a:pt x="2635250" y="0"/>
                </a:lnTo>
                <a:lnTo>
                  <a:pt x="2753360" y="339385"/>
                </a:lnTo>
                <a:lnTo>
                  <a:pt x="0" y="339385"/>
                </a:lnTo>
                <a:lnTo>
                  <a:pt x="186690" y="1524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7000系のご紹介｜TOBU Kids/東武鉄道キッズサイト">
            <a:extLst>
              <a:ext uri="{FF2B5EF4-FFF2-40B4-BE49-F238E27FC236}">
                <a16:creationId xmlns:a16="http://schemas.microsoft.com/office/drawing/2014/main" id="{1BF964CB-7CC1-F058-79C8-894C86C531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72" t="29291"/>
          <a:stretch/>
        </p:blipFill>
        <p:spPr bwMode="auto">
          <a:xfrm>
            <a:off x="12192000" y="4435000"/>
            <a:ext cx="4475877" cy="404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148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85C47-3647-A918-CEB3-B227ACDF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D6E023-4DD8-781D-1406-0B8F1D392A97}"/>
              </a:ext>
            </a:extLst>
          </p:cNvPr>
          <p:cNvSpPr/>
          <p:nvPr/>
        </p:nvSpPr>
        <p:spPr>
          <a:xfrm>
            <a:off x="3993931" y="5591178"/>
            <a:ext cx="6300952" cy="6300952"/>
          </a:xfrm>
          <a:prstGeom prst="rect">
            <a:avLst/>
          </a:prstGeom>
          <a:gradFill>
            <a:gsLst>
              <a:gs pos="0">
                <a:srgbClr val="BC2D26"/>
              </a:gs>
              <a:gs pos="100000">
                <a:srgbClr val="BF2C24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F9CF549D-9BA5-1A1F-04D4-1A6DEBDF7240}"/>
              </a:ext>
            </a:extLst>
          </p:cNvPr>
          <p:cNvSpPr/>
          <p:nvPr/>
        </p:nvSpPr>
        <p:spPr>
          <a:xfrm>
            <a:off x="9728601" y="5606257"/>
            <a:ext cx="560472" cy="4132968"/>
          </a:xfrm>
          <a:custGeom>
            <a:avLst/>
            <a:gdLst>
              <a:gd name="connsiteX0" fmla="*/ 0 w 560472"/>
              <a:gd name="connsiteY0" fmla="*/ 185869 h 4084200"/>
              <a:gd name="connsiteX1" fmla="*/ 185869 w 560472"/>
              <a:gd name="connsiteY1" fmla="*/ 0 h 4084200"/>
              <a:gd name="connsiteX2" fmla="*/ 374603 w 560472"/>
              <a:gd name="connsiteY2" fmla="*/ 0 h 4084200"/>
              <a:gd name="connsiteX3" fmla="*/ 560472 w 560472"/>
              <a:gd name="connsiteY3" fmla="*/ 185869 h 4084200"/>
              <a:gd name="connsiteX4" fmla="*/ 560472 w 560472"/>
              <a:gd name="connsiteY4" fmla="*/ 3898331 h 4084200"/>
              <a:gd name="connsiteX5" fmla="*/ 374603 w 560472"/>
              <a:gd name="connsiteY5" fmla="*/ 4084200 h 4084200"/>
              <a:gd name="connsiteX6" fmla="*/ 185869 w 560472"/>
              <a:gd name="connsiteY6" fmla="*/ 4084200 h 4084200"/>
              <a:gd name="connsiteX7" fmla="*/ 0 w 560472"/>
              <a:gd name="connsiteY7" fmla="*/ 3898331 h 4084200"/>
              <a:gd name="connsiteX8" fmla="*/ 0 w 560472"/>
              <a:gd name="connsiteY8" fmla="*/ 185869 h 4084200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74603 w 560472"/>
              <a:gd name="connsiteY5" fmla="*/ 4084200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98987 w 560472"/>
              <a:gd name="connsiteY5" fmla="*/ 4096392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0472" h="4132968">
                <a:moveTo>
                  <a:pt x="0" y="185869"/>
                </a:moveTo>
                <a:cubicBezTo>
                  <a:pt x="0" y="83216"/>
                  <a:pt x="83216" y="0"/>
                  <a:pt x="185869" y="0"/>
                </a:cubicBezTo>
                <a:lnTo>
                  <a:pt x="374603" y="0"/>
                </a:lnTo>
                <a:cubicBezTo>
                  <a:pt x="477256" y="0"/>
                  <a:pt x="560472" y="83216"/>
                  <a:pt x="560472" y="185869"/>
                </a:cubicBezTo>
                <a:lnTo>
                  <a:pt x="560472" y="3898331"/>
                </a:lnTo>
                <a:cubicBezTo>
                  <a:pt x="560472" y="4000984"/>
                  <a:pt x="501640" y="4096392"/>
                  <a:pt x="398987" y="4096392"/>
                </a:cubicBezTo>
                <a:cubicBezTo>
                  <a:pt x="336076" y="4096392"/>
                  <a:pt x="230492" y="4132968"/>
                  <a:pt x="167581" y="4132968"/>
                </a:cubicBezTo>
                <a:cubicBezTo>
                  <a:pt x="64928" y="4132968"/>
                  <a:pt x="0" y="4000984"/>
                  <a:pt x="0" y="3898331"/>
                </a:cubicBezTo>
                <a:lnTo>
                  <a:pt x="0" y="185869"/>
                </a:lnTo>
                <a:close/>
              </a:path>
            </a:pathLst>
          </a:custGeom>
          <a:gradFill>
            <a:gsLst>
              <a:gs pos="78000">
                <a:srgbClr val="FCA09D">
                  <a:alpha val="30000"/>
                </a:srgbClr>
              </a:gs>
              <a:gs pos="41000">
                <a:srgbClr val="F86068">
                  <a:alpha val="30000"/>
                </a:srgbClr>
              </a:gs>
              <a:gs pos="75000">
                <a:srgbClr val="F8C4DA">
                  <a:alpha val="3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4" name="Rectangle: Rounded Corners 1132">
            <a:extLst>
              <a:ext uri="{FF2B5EF4-FFF2-40B4-BE49-F238E27FC236}">
                <a16:creationId xmlns:a16="http://schemas.microsoft.com/office/drawing/2014/main" id="{308578C4-DE26-26E3-6DF9-F08BCA8442D2}"/>
              </a:ext>
            </a:extLst>
          </p:cNvPr>
          <p:cNvSpPr/>
          <p:nvPr/>
        </p:nvSpPr>
        <p:spPr>
          <a:xfrm flipH="1">
            <a:off x="3993928" y="5604166"/>
            <a:ext cx="545127" cy="4147803"/>
          </a:xfrm>
          <a:custGeom>
            <a:avLst/>
            <a:gdLst>
              <a:gd name="connsiteX0" fmla="*/ 0 w 560472"/>
              <a:gd name="connsiteY0" fmla="*/ 185869 h 4084200"/>
              <a:gd name="connsiteX1" fmla="*/ 185869 w 560472"/>
              <a:gd name="connsiteY1" fmla="*/ 0 h 4084200"/>
              <a:gd name="connsiteX2" fmla="*/ 374603 w 560472"/>
              <a:gd name="connsiteY2" fmla="*/ 0 h 4084200"/>
              <a:gd name="connsiteX3" fmla="*/ 560472 w 560472"/>
              <a:gd name="connsiteY3" fmla="*/ 185869 h 4084200"/>
              <a:gd name="connsiteX4" fmla="*/ 560472 w 560472"/>
              <a:gd name="connsiteY4" fmla="*/ 3898331 h 4084200"/>
              <a:gd name="connsiteX5" fmla="*/ 374603 w 560472"/>
              <a:gd name="connsiteY5" fmla="*/ 4084200 h 4084200"/>
              <a:gd name="connsiteX6" fmla="*/ 185869 w 560472"/>
              <a:gd name="connsiteY6" fmla="*/ 4084200 h 4084200"/>
              <a:gd name="connsiteX7" fmla="*/ 0 w 560472"/>
              <a:gd name="connsiteY7" fmla="*/ 3898331 h 4084200"/>
              <a:gd name="connsiteX8" fmla="*/ 0 w 560472"/>
              <a:gd name="connsiteY8" fmla="*/ 185869 h 4084200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74603 w 560472"/>
              <a:gd name="connsiteY5" fmla="*/ 4084200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98987 w 560472"/>
              <a:gd name="connsiteY5" fmla="*/ 4096392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94356 w 560472"/>
              <a:gd name="connsiteY5" fmla="*/ 4063490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94356 w 560472"/>
              <a:gd name="connsiteY5" fmla="*/ 4063490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0472" h="4132968">
                <a:moveTo>
                  <a:pt x="0" y="185869"/>
                </a:moveTo>
                <a:cubicBezTo>
                  <a:pt x="0" y="83216"/>
                  <a:pt x="83216" y="0"/>
                  <a:pt x="185869" y="0"/>
                </a:cubicBezTo>
                <a:lnTo>
                  <a:pt x="374603" y="0"/>
                </a:lnTo>
                <a:cubicBezTo>
                  <a:pt x="477256" y="0"/>
                  <a:pt x="560472" y="83216"/>
                  <a:pt x="560472" y="185869"/>
                </a:cubicBezTo>
                <a:lnTo>
                  <a:pt x="560472" y="3898331"/>
                </a:lnTo>
                <a:cubicBezTo>
                  <a:pt x="560472" y="4000984"/>
                  <a:pt x="508586" y="3992625"/>
                  <a:pt x="394356" y="4063490"/>
                </a:cubicBezTo>
                <a:cubicBezTo>
                  <a:pt x="331445" y="4063490"/>
                  <a:pt x="230492" y="4132968"/>
                  <a:pt x="167581" y="4132968"/>
                </a:cubicBezTo>
                <a:cubicBezTo>
                  <a:pt x="64928" y="4132968"/>
                  <a:pt x="0" y="4000984"/>
                  <a:pt x="0" y="3898331"/>
                </a:cubicBezTo>
                <a:lnTo>
                  <a:pt x="0" y="185869"/>
                </a:lnTo>
                <a:close/>
              </a:path>
            </a:pathLst>
          </a:custGeom>
          <a:gradFill>
            <a:gsLst>
              <a:gs pos="78000">
                <a:srgbClr val="FCA09D">
                  <a:alpha val="30000"/>
                </a:srgbClr>
              </a:gs>
              <a:gs pos="41000">
                <a:srgbClr val="F86068">
                  <a:alpha val="30000"/>
                </a:srgbClr>
              </a:gs>
              <a:gs pos="75000">
                <a:srgbClr val="F8C4DA">
                  <a:alpha val="3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790F84B6-B611-A1F9-594D-A6EBB3D0D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1814" y="-350771"/>
            <a:ext cx="114300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新製品】東武70090型・70000系 « ＧＭ通信">
            <a:extLst>
              <a:ext uri="{FF2B5EF4-FFF2-40B4-BE49-F238E27FC236}">
                <a16:creationId xmlns:a16="http://schemas.microsoft.com/office/drawing/2014/main" id="{DDB009D2-AD0D-7DF6-8EFD-C17C9AB46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5492" y="630304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4F46E85-5686-8B3C-28B5-0D1230515921}"/>
              </a:ext>
            </a:extLst>
          </p:cNvPr>
          <p:cNvSpPr/>
          <p:nvPr/>
        </p:nvSpPr>
        <p:spPr>
          <a:xfrm>
            <a:off x="3993931" y="11393076"/>
            <a:ext cx="6300952" cy="499054"/>
          </a:xfrm>
          <a:prstGeom prst="rect">
            <a:avLst/>
          </a:prstGeom>
          <a:gradFill>
            <a:gsLst>
              <a:gs pos="0">
                <a:srgbClr val="9DA39D"/>
              </a:gs>
              <a:gs pos="44000">
                <a:srgbClr val="7A797D"/>
              </a:gs>
              <a:gs pos="100000">
                <a:srgbClr val="9DA39D"/>
              </a:gs>
            </a:gsLst>
            <a:lin ang="90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729D12-6DDF-11AB-94F6-6C79E017A2D5}"/>
              </a:ext>
            </a:extLst>
          </p:cNvPr>
          <p:cNvSpPr/>
          <p:nvPr/>
        </p:nvSpPr>
        <p:spPr>
          <a:xfrm>
            <a:off x="3993931" y="11531409"/>
            <a:ext cx="6300952" cy="360721"/>
          </a:xfrm>
          <a:custGeom>
            <a:avLst/>
            <a:gdLst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0952" h="319352">
                <a:moveTo>
                  <a:pt x="0" y="0"/>
                </a:moveTo>
                <a:cubicBezTo>
                  <a:pt x="2111892" y="57873"/>
                  <a:pt x="4177486" y="92598"/>
                  <a:pt x="6300952" y="0"/>
                </a:cubicBezTo>
                <a:lnTo>
                  <a:pt x="6300952" y="319352"/>
                </a:lnTo>
                <a:lnTo>
                  <a:pt x="0" y="3193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2000">
                <a:srgbClr val="888984"/>
              </a:gs>
              <a:gs pos="0">
                <a:srgbClr val="7A797D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BE544422-C45A-2B78-1BBD-F566C85276E8}"/>
              </a:ext>
            </a:extLst>
          </p:cNvPr>
          <p:cNvSpPr/>
          <p:nvPr/>
        </p:nvSpPr>
        <p:spPr>
          <a:xfrm>
            <a:off x="4241187" y="10744690"/>
            <a:ext cx="5806440" cy="648386"/>
          </a:xfrm>
          <a:custGeom>
            <a:avLst/>
            <a:gdLst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6440" h="578929">
                <a:moveTo>
                  <a:pt x="0" y="0"/>
                </a:moveTo>
                <a:cubicBezTo>
                  <a:pt x="1960880" y="67852"/>
                  <a:pt x="3865880" y="99241"/>
                  <a:pt x="5806440" y="0"/>
                </a:cubicBezTo>
                <a:lnTo>
                  <a:pt x="5806440" y="578929"/>
                </a:lnTo>
                <a:lnTo>
                  <a:pt x="0" y="578929"/>
                </a:lnTo>
                <a:lnTo>
                  <a:pt x="0" y="0"/>
                </a:lnTo>
                <a:close/>
              </a:path>
            </a:pathLst>
          </a:custGeom>
          <a:solidFill>
            <a:srgbClr val="1F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CB00CE-3B25-8FF4-D273-82E4117B1EF7}"/>
              </a:ext>
            </a:extLst>
          </p:cNvPr>
          <p:cNvSpPr/>
          <p:nvPr/>
        </p:nvSpPr>
        <p:spPr>
          <a:xfrm>
            <a:off x="4241187" y="10814148"/>
            <a:ext cx="5806440" cy="523824"/>
          </a:xfrm>
          <a:custGeom>
            <a:avLst/>
            <a:gdLst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6440" h="578929">
                <a:moveTo>
                  <a:pt x="0" y="0"/>
                </a:moveTo>
                <a:cubicBezTo>
                  <a:pt x="1960880" y="167640"/>
                  <a:pt x="3891280" y="121920"/>
                  <a:pt x="5806440" y="0"/>
                </a:cubicBezTo>
                <a:lnTo>
                  <a:pt x="5806440" y="578929"/>
                </a:lnTo>
                <a:lnTo>
                  <a:pt x="0" y="57892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A696E"/>
              </a:gs>
              <a:gs pos="34000">
                <a:srgbClr val="636266"/>
              </a:gs>
              <a:gs pos="53000">
                <a:srgbClr val="656468"/>
              </a:gs>
              <a:gs pos="100000">
                <a:srgbClr val="6A696E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1AFB19-AEDA-677A-D6AC-14B5F1096EDB}"/>
              </a:ext>
            </a:extLst>
          </p:cNvPr>
          <p:cNvSpPr/>
          <p:nvPr/>
        </p:nvSpPr>
        <p:spPr>
          <a:xfrm>
            <a:off x="6542255" y="4074265"/>
            <a:ext cx="5718064" cy="609600"/>
          </a:xfrm>
          <a:custGeom>
            <a:avLst/>
            <a:gdLst>
              <a:gd name="connsiteX0" fmla="*/ 0 w 5718048"/>
              <a:gd name="connsiteY0" fmla="*/ 146304 h 292608"/>
              <a:gd name="connsiteX1" fmla="*/ 2859024 w 5718048"/>
              <a:gd name="connsiteY1" fmla="*/ 0 h 292608"/>
              <a:gd name="connsiteX2" fmla="*/ 5718048 w 5718048"/>
              <a:gd name="connsiteY2" fmla="*/ 146304 h 292608"/>
              <a:gd name="connsiteX3" fmla="*/ 2859024 w 5718048"/>
              <a:gd name="connsiteY3" fmla="*/ 292608 h 292608"/>
              <a:gd name="connsiteX4" fmla="*/ 0 w 5718048"/>
              <a:gd name="connsiteY4" fmla="*/ 146304 h 292608"/>
              <a:gd name="connsiteX0" fmla="*/ 30 w 5718078"/>
              <a:gd name="connsiteY0" fmla="*/ 146304 h 426720"/>
              <a:gd name="connsiteX1" fmla="*/ 2859054 w 5718078"/>
              <a:gd name="connsiteY1" fmla="*/ 0 h 426720"/>
              <a:gd name="connsiteX2" fmla="*/ 5718078 w 5718078"/>
              <a:gd name="connsiteY2" fmla="*/ 146304 h 426720"/>
              <a:gd name="connsiteX3" fmla="*/ 2816382 w 5718078"/>
              <a:gd name="connsiteY3" fmla="*/ 426720 h 426720"/>
              <a:gd name="connsiteX4" fmla="*/ 30 w 5718078"/>
              <a:gd name="connsiteY4" fmla="*/ 146304 h 426720"/>
              <a:gd name="connsiteX0" fmla="*/ 16 w 5718064"/>
              <a:gd name="connsiteY0" fmla="*/ 329184 h 609600"/>
              <a:gd name="connsiteX1" fmla="*/ 2846848 w 5718064"/>
              <a:gd name="connsiteY1" fmla="*/ 0 h 609600"/>
              <a:gd name="connsiteX2" fmla="*/ 5718064 w 5718064"/>
              <a:gd name="connsiteY2" fmla="*/ 329184 h 609600"/>
              <a:gd name="connsiteX3" fmla="*/ 2816368 w 5718064"/>
              <a:gd name="connsiteY3" fmla="*/ 609600 h 609600"/>
              <a:gd name="connsiteX4" fmla="*/ 16 w 5718064"/>
              <a:gd name="connsiteY4" fmla="*/ 329184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8064" h="609600">
                <a:moveTo>
                  <a:pt x="16" y="329184"/>
                </a:moveTo>
                <a:cubicBezTo>
                  <a:pt x="5096" y="227584"/>
                  <a:pt x="1267853" y="0"/>
                  <a:pt x="2846848" y="0"/>
                </a:cubicBezTo>
                <a:cubicBezTo>
                  <a:pt x="4425843" y="0"/>
                  <a:pt x="5718064" y="248383"/>
                  <a:pt x="5718064" y="329184"/>
                </a:cubicBezTo>
                <a:cubicBezTo>
                  <a:pt x="5718064" y="409985"/>
                  <a:pt x="4395363" y="609600"/>
                  <a:pt x="2816368" y="609600"/>
                </a:cubicBezTo>
                <a:cubicBezTo>
                  <a:pt x="1237373" y="609600"/>
                  <a:pt x="-5064" y="430784"/>
                  <a:pt x="16" y="32918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C834A3-1D71-C7B9-BBB8-F723AAAB85C6}"/>
              </a:ext>
            </a:extLst>
          </p:cNvPr>
          <p:cNvSpPr/>
          <p:nvPr/>
        </p:nvSpPr>
        <p:spPr>
          <a:xfrm>
            <a:off x="4241187" y="10015180"/>
            <a:ext cx="1102973" cy="563393"/>
          </a:xfrm>
          <a:custGeom>
            <a:avLst/>
            <a:gdLst>
              <a:gd name="connsiteX0" fmla="*/ 0 w 1067413"/>
              <a:gd name="connsiteY0" fmla="*/ 63466 h 510053"/>
              <a:gd name="connsiteX1" fmla="*/ 63466 w 1067413"/>
              <a:gd name="connsiteY1" fmla="*/ 0 h 510053"/>
              <a:gd name="connsiteX2" fmla="*/ 1003947 w 1067413"/>
              <a:gd name="connsiteY2" fmla="*/ 0 h 510053"/>
              <a:gd name="connsiteX3" fmla="*/ 1067413 w 1067413"/>
              <a:gd name="connsiteY3" fmla="*/ 63466 h 510053"/>
              <a:gd name="connsiteX4" fmla="*/ 1067413 w 1067413"/>
              <a:gd name="connsiteY4" fmla="*/ 446587 h 510053"/>
              <a:gd name="connsiteX5" fmla="*/ 1003947 w 1067413"/>
              <a:gd name="connsiteY5" fmla="*/ 510053 h 510053"/>
              <a:gd name="connsiteX6" fmla="*/ 63466 w 1067413"/>
              <a:gd name="connsiteY6" fmla="*/ 510053 h 510053"/>
              <a:gd name="connsiteX7" fmla="*/ 0 w 1067413"/>
              <a:gd name="connsiteY7" fmla="*/ 446587 h 510053"/>
              <a:gd name="connsiteX8" fmla="*/ 0 w 1067413"/>
              <a:gd name="connsiteY8" fmla="*/ 63466 h 51005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942987 w 1067413"/>
              <a:gd name="connsiteY2" fmla="*/ 3200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9812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72493"/>
              <a:gd name="connsiteY0" fmla="*/ 93946 h 540533"/>
              <a:gd name="connsiteX1" fmla="*/ 129506 w 1072493"/>
              <a:gd name="connsiteY1" fmla="*/ 0 h 540533"/>
              <a:gd name="connsiteX2" fmla="*/ 777887 w 1072493"/>
              <a:gd name="connsiteY2" fmla="*/ 142240 h 540533"/>
              <a:gd name="connsiteX3" fmla="*/ 1072493 w 1072493"/>
              <a:gd name="connsiteY3" fmla="*/ 421606 h 540533"/>
              <a:gd name="connsiteX4" fmla="*/ 1067413 w 1072493"/>
              <a:gd name="connsiteY4" fmla="*/ 477067 h 540533"/>
              <a:gd name="connsiteX5" fmla="*/ 1003947 w 1072493"/>
              <a:gd name="connsiteY5" fmla="*/ 540533 h 540533"/>
              <a:gd name="connsiteX6" fmla="*/ 63466 w 1072493"/>
              <a:gd name="connsiteY6" fmla="*/ 540533 h 540533"/>
              <a:gd name="connsiteX7" fmla="*/ 0 w 1072493"/>
              <a:gd name="connsiteY7" fmla="*/ 477067 h 540533"/>
              <a:gd name="connsiteX8" fmla="*/ 0 w 107249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102973"/>
              <a:gd name="connsiteY0" fmla="*/ 93946 h 540533"/>
              <a:gd name="connsiteX1" fmla="*/ 129506 w 1102973"/>
              <a:gd name="connsiteY1" fmla="*/ 0 h 540533"/>
              <a:gd name="connsiteX2" fmla="*/ 777887 w 1102973"/>
              <a:gd name="connsiteY2" fmla="*/ 142240 h 540533"/>
              <a:gd name="connsiteX3" fmla="*/ 1054713 w 1102973"/>
              <a:gd name="connsiteY3" fmla="*/ 317466 h 540533"/>
              <a:gd name="connsiteX4" fmla="*/ 1102973 w 1102973"/>
              <a:gd name="connsiteY4" fmla="*/ 499927 h 540533"/>
              <a:gd name="connsiteX5" fmla="*/ 1003947 w 1102973"/>
              <a:gd name="connsiteY5" fmla="*/ 540533 h 540533"/>
              <a:gd name="connsiteX6" fmla="*/ 63466 w 1102973"/>
              <a:gd name="connsiteY6" fmla="*/ 540533 h 540533"/>
              <a:gd name="connsiteX7" fmla="*/ 0 w 1102973"/>
              <a:gd name="connsiteY7" fmla="*/ 477067 h 540533"/>
              <a:gd name="connsiteX8" fmla="*/ 0 w 1102973"/>
              <a:gd name="connsiteY8" fmla="*/ 93946 h 54053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2973" h="563393">
                <a:moveTo>
                  <a:pt x="0" y="93946"/>
                </a:moveTo>
                <a:cubicBezTo>
                  <a:pt x="0" y="58895"/>
                  <a:pt x="56355" y="0"/>
                  <a:pt x="129506" y="0"/>
                </a:cubicBezTo>
                <a:cubicBezTo>
                  <a:pt x="493800" y="40640"/>
                  <a:pt x="484713" y="58420"/>
                  <a:pt x="777887" y="142240"/>
                </a:cubicBezTo>
                <a:cubicBezTo>
                  <a:pt x="924698" y="193040"/>
                  <a:pt x="1008993" y="228440"/>
                  <a:pt x="1054713" y="317466"/>
                </a:cubicBezTo>
                <a:cubicBezTo>
                  <a:pt x="1089850" y="416386"/>
                  <a:pt x="1100221" y="408627"/>
                  <a:pt x="1102973" y="499927"/>
                </a:cubicBezTo>
                <a:cubicBezTo>
                  <a:pt x="1102973" y="534978"/>
                  <a:pt x="1049158" y="563393"/>
                  <a:pt x="1014107" y="563393"/>
                </a:cubicBezTo>
                <a:lnTo>
                  <a:pt x="63466" y="540533"/>
                </a:lnTo>
                <a:cubicBezTo>
                  <a:pt x="28415" y="540533"/>
                  <a:pt x="0" y="512118"/>
                  <a:pt x="0" y="477067"/>
                </a:cubicBezTo>
                <a:lnTo>
                  <a:pt x="0" y="93946"/>
                </a:lnTo>
                <a:close/>
              </a:path>
            </a:pathLst>
          </a:custGeom>
          <a:solidFill>
            <a:srgbClr val="3520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3">
            <a:extLst>
              <a:ext uri="{FF2B5EF4-FFF2-40B4-BE49-F238E27FC236}">
                <a16:creationId xmlns:a16="http://schemas.microsoft.com/office/drawing/2014/main" id="{8FC4413A-055A-EE96-26AF-3D55BCDDFAE0}"/>
              </a:ext>
            </a:extLst>
          </p:cNvPr>
          <p:cNvSpPr/>
          <p:nvPr/>
        </p:nvSpPr>
        <p:spPr>
          <a:xfrm flipH="1">
            <a:off x="8928056" y="10045423"/>
            <a:ext cx="1102974" cy="563393"/>
          </a:xfrm>
          <a:custGeom>
            <a:avLst/>
            <a:gdLst>
              <a:gd name="connsiteX0" fmla="*/ 0 w 1067413"/>
              <a:gd name="connsiteY0" fmla="*/ 63466 h 510053"/>
              <a:gd name="connsiteX1" fmla="*/ 63466 w 1067413"/>
              <a:gd name="connsiteY1" fmla="*/ 0 h 510053"/>
              <a:gd name="connsiteX2" fmla="*/ 1003947 w 1067413"/>
              <a:gd name="connsiteY2" fmla="*/ 0 h 510053"/>
              <a:gd name="connsiteX3" fmla="*/ 1067413 w 1067413"/>
              <a:gd name="connsiteY3" fmla="*/ 63466 h 510053"/>
              <a:gd name="connsiteX4" fmla="*/ 1067413 w 1067413"/>
              <a:gd name="connsiteY4" fmla="*/ 446587 h 510053"/>
              <a:gd name="connsiteX5" fmla="*/ 1003947 w 1067413"/>
              <a:gd name="connsiteY5" fmla="*/ 510053 h 510053"/>
              <a:gd name="connsiteX6" fmla="*/ 63466 w 1067413"/>
              <a:gd name="connsiteY6" fmla="*/ 510053 h 510053"/>
              <a:gd name="connsiteX7" fmla="*/ 0 w 1067413"/>
              <a:gd name="connsiteY7" fmla="*/ 446587 h 510053"/>
              <a:gd name="connsiteX8" fmla="*/ 0 w 1067413"/>
              <a:gd name="connsiteY8" fmla="*/ 63466 h 51005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942987 w 1067413"/>
              <a:gd name="connsiteY2" fmla="*/ 3200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9812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72493"/>
              <a:gd name="connsiteY0" fmla="*/ 93946 h 540533"/>
              <a:gd name="connsiteX1" fmla="*/ 129506 w 1072493"/>
              <a:gd name="connsiteY1" fmla="*/ 0 h 540533"/>
              <a:gd name="connsiteX2" fmla="*/ 777887 w 1072493"/>
              <a:gd name="connsiteY2" fmla="*/ 142240 h 540533"/>
              <a:gd name="connsiteX3" fmla="*/ 1072493 w 1072493"/>
              <a:gd name="connsiteY3" fmla="*/ 421606 h 540533"/>
              <a:gd name="connsiteX4" fmla="*/ 1067413 w 1072493"/>
              <a:gd name="connsiteY4" fmla="*/ 477067 h 540533"/>
              <a:gd name="connsiteX5" fmla="*/ 1003947 w 1072493"/>
              <a:gd name="connsiteY5" fmla="*/ 540533 h 540533"/>
              <a:gd name="connsiteX6" fmla="*/ 63466 w 1072493"/>
              <a:gd name="connsiteY6" fmla="*/ 540533 h 540533"/>
              <a:gd name="connsiteX7" fmla="*/ 0 w 1072493"/>
              <a:gd name="connsiteY7" fmla="*/ 477067 h 540533"/>
              <a:gd name="connsiteX8" fmla="*/ 0 w 107249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102973"/>
              <a:gd name="connsiteY0" fmla="*/ 93946 h 540533"/>
              <a:gd name="connsiteX1" fmla="*/ 129506 w 1102973"/>
              <a:gd name="connsiteY1" fmla="*/ 0 h 540533"/>
              <a:gd name="connsiteX2" fmla="*/ 777887 w 1102973"/>
              <a:gd name="connsiteY2" fmla="*/ 142240 h 540533"/>
              <a:gd name="connsiteX3" fmla="*/ 1054713 w 1102973"/>
              <a:gd name="connsiteY3" fmla="*/ 317466 h 540533"/>
              <a:gd name="connsiteX4" fmla="*/ 1102973 w 1102973"/>
              <a:gd name="connsiteY4" fmla="*/ 499927 h 540533"/>
              <a:gd name="connsiteX5" fmla="*/ 1003947 w 1102973"/>
              <a:gd name="connsiteY5" fmla="*/ 540533 h 540533"/>
              <a:gd name="connsiteX6" fmla="*/ 63466 w 1102973"/>
              <a:gd name="connsiteY6" fmla="*/ 540533 h 540533"/>
              <a:gd name="connsiteX7" fmla="*/ 0 w 1102973"/>
              <a:gd name="connsiteY7" fmla="*/ 477067 h 540533"/>
              <a:gd name="connsiteX8" fmla="*/ 0 w 1102973"/>
              <a:gd name="connsiteY8" fmla="*/ 93946 h 54053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2973" h="563393">
                <a:moveTo>
                  <a:pt x="0" y="93946"/>
                </a:moveTo>
                <a:cubicBezTo>
                  <a:pt x="0" y="58895"/>
                  <a:pt x="56355" y="0"/>
                  <a:pt x="129506" y="0"/>
                </a:cubicBezTo>
                <a:cubicBezTo>
                  <a:pt x="493800" y="40640"/>
                  <a:pt x="484713" y="58420"/>
                  <a:pt x="777887" y="142240"/>
                </a:cubicBezTo>
                <a:cubicBezTo>
                  <a:pt x="924698" y="193040"/>
                  <a:pt x="1008993" y="228440"/>
                  <a:pt x="1054713" y="317466"/>
                </a:cubicBezTo>
                <a:cubicBezTo>
                  <a:pt x="1089850" y="416386"/>
                  <a:pt x="1100221" y="408627"/>
                  <a:pt x="1102973" y="499927"/>
                </a:cubicBezTo>
                <a:cubicBezTo>
                  <a:pt x="1102973" y="534978"/>
                  <a:pt x="1049158" y="563393"/>
                  <a:pt x="1014107" y="563393"/>
                </a:cubicBezTo>
                <a:lnTo>
                  <a:pt x="63466" y="540533"/>
                </a:lnTo>
                <a:cubicBezTo>
                  <a:pt x="28415" y="540533"/>
                  <a:pt x="0" y="512118"/>
                  <a:pt x="0" y="477067"/>
                </a:cubicBezTo>
                <a:lnTo>
                  <a:pt x="0" y="93946"/>
                </a:lnTo>
                <a:close/>
              </a:path>
            </a:pathLst>
          </a:custGeom>
          <a:solidFill>
            <a:srgbClr val="3520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6E3B6C-2C10-2616-27A6-3E3E684BF5EB}"/>
              </a:ext>
            </a:extLst>
          </p:cNvPr>
          <p:cNvSpPr/>
          <p:nvPr/>
        </p:nvSpPr>
        <p:spPr>
          <a:xfrm>
            <a:off x="4121823" y="3826057"/>
            <a:ext cx="6284968" cy="842730"/>
          </a:xfrm>
          <a:custGeom>
            <a:avLst/>
            <a:gdLst>
              <a:gd name="connsiteX0" fmla="*/ 0 w 5736328"/>
              <a:gd name="connsiteY0" fmla="*/ 0 h 836634"/>
              <a:gd name="connsiteX1" fmla="*/ 5736328 w 5736328"/>
              <a:gd name="connsiteY1" fmla="*/ 0 h 836634"/>
              <a:gd name="connsiteX2" fmla="*/ 5736328 w 5736328"/>
              <a:gd name="connsiteY2" fmla="*/ 836634 h 836634"/>
              <a:gd name="connsiteX3" fmla="*/ 0 w 5736328"/>
              <a:gd name="connsiteY3" fmla="*/ 836634 h 836634"/>
              <a:gd name="connsiteX4" fmla="*/ 0 w 5736328"/>
              <a:gd name="connsiteY4" fmla="*/ 0 h 836634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4968" h="842730">
                <a:moveTo>
                  <a:pt x="0" y="0"/>
                </a:moveTo>
                <a:lnTo>
                  <a:pt x="6284968" y="12192"/>
                </a:lnTo>
                <a:cubicBezTo>
                  <a:pt x="6258552" y="325614"/>
                  <a:pt x="6012680" y="212316"/>
                  <a:pt x="5986264" y="842730"/>
                </a:cubicBezTo>
                <a:lnTo>
                  <a:pt x="249936" y="842730"/>
                </a:lnTo>
                <a:cubicBezTo>
                  <a:pt x="62992" y="287500"/>
                  <a:pt x="10160" y="287006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E887B9-22E5-F7CE-E767-0F86625B0925}"/>
              </a:ext>
            </a:extLst>
          </p:cNvPr>
          <p:cNvSpPr/>
          <p:nvPr/>
        </p:nvSpPr>
        <p:spPr>
          <a:xfrm flipV="1">
            <a:off x="4241187" y="11341365"/>
            <a:ext cx="5806440" cy="517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CA2A9-647F-54F1-2D5F-543FDF6A1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119" y="5585082"/>
            <a:ext cx="6300952" cy="630095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BD367BB-4F17-41F9-DA78-002FBDDE2425}"/>
              </a:ext>
            </a:extLst>
          </p:cNvPr>
          <p:cNvSpPr/>
          <p:nvPr/>
        </p:nvSpPr>
        <p:spPr>
          <a:xfrm>
            <a:off x="5767727" y="11566876"/>
            <a:ext cx="2753360" cy="304332"/>
          </a:xfrm>
          <a:custGeom>
            <a:avLst/>
            <a:gdLst>
              <a:gd name="connsiteX0" fmla="*/ 0 w 2753360"/>
              <a:gd name="connsiteY0" fmla="*/ 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0 w 2753360"/>
              <a:gd name="connsiteY4" fmla="*/ 0 h 354625"/>
              <a:gd name="connsiteX0" fmla="*/ 396240 w 2753360"/>
              <a:gd name="connsiteY0" fmla="*/ 5334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396240 w 2753360"/>
              <a:gd name="connsiteY4" fmla="*/ 53340 h 354625"/>
              <a:gd name="connsiteX0" fmla="*/ 186690 w 2753360"/>
              <a:gd name="connsiteY0" fmla="*/ 3048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186690 w 2753360"/>
              <a:gd name="connsiteY4" fmla="*/ 30480 h 354625"/>
              <a:gd name="connsiteX0" fmla="*/ 186690 w 2753360"/>
              <a:gd name="connsiteY0" fmla="*/ 45720 h 369865"/>
              <a:gd name="connsiteX1" fmla="*/ 2437130 w 2753360"/>
              <a:gd name="connsiteY1" fmla="*/ 0 h 369865"/>
              <a:gd name="connsiteX2" fmla="*/ 2753360 w 2753360"/>
              <a:gd name="connsiteY2" fmla="*/ 369865 h 369865"/>
              <a:gd name="connsiteX3" fmla="*/ 0 w 2753360"/>
              <a:gd name="connsiteY3" fmla="*/ 369865 h 369865"/>
              <a:gd name="connsiteX4" fmla="*/ 186690 w 2753360"/>
              <a:gd name="connsiteY4" fmla="*/ 45720 h 369865"/>
              <a:gd name="connsiteX0" fmla="*/ 186690 w 2753360"/>
              <a:gd name="connsiteY0" fmla="*/ 15240 h 339385"/>
              <a:gd name="connsiteX1" fmla="*/ 2635250 w 2753360"/>
              <a:gd name="connsiteY1" fmla="*/ 0 h 339385"/>
              <a:gd name="connsiteX2" fmla="*/ 2753360 w 2753360"/>
              <a:gd name="connsiteY2" fmla="*/ 339385 h 339385"/>
              <a:gd name="connsiteX3" fmla="*/ 0 w 2753360"/>
              <a:gd name="connsiteY3" fmla="*/ 339385 h 339385"/>
              <a:gd name="connsiteX4" fmla="*/ 186690 w 2753360"/>
              <a:gd name="connsiteY4" fmla="*/ 15240 h 339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3360" h="339385">
                <a:moveTo>
                  <a:pt x="186690" y="15240"/>
                </a:moveTo>
                <a:lnTo>
                  <a:pt x="2635250" y="0"/>
                </a:lnTo>
                <a:lnTo>
                  <a:pt x="2753360" y="339385"/>
                </a:lnTo>
                <a:lnTo>
                  <a:pt x="0" y="339385"/>
                </a:lnTo>
                <a:lnTo>
                  <a:pt x="186690" y="1524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7000系のご紹介｜TOBU Kids/東武鉄道キッズサイト">
            <a:extLst>
              <a:ext uri="{FF2B5EF4-FFF2-40B4-BE49-F238E27FC236}">
                <a16:creationId xmlns:a16="http://schemas.microsoft.com/office/drawing/2014/main" id="{610CE2C8-71F8-6D09-4EE4-13AFB0E650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72" t="29291"/>
          <a:stretch/>
        </p:blipFill>
        <p:spPr bwMode="auto">
          <a:xfrm>
            <a:off x="10723625" y="2025596"/>
            <a:ext cx="4475877" cy="404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0110CC-B620-5E41-BAEB-1AE03EDFCD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59" y="1940195"/>
            <a:ext cx="3342559" cy="343949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7E5F0BC7-F061-23F6-6FBB-37FDF1025514}"/>
              </a:ext>
            </a:extLst>
          </p:cNvPr>
          <p:cNvSpPr/>
          <p:nvPr/>
        </p:nvSpPr>
        <p:spPr>
          <a:xfrm>
            <a:off x="14893529" y="10443576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149FE2C-20EF-E5F8-1243-2216FC70C03C}"/>
              </a:ext>
            </a:extLst>
          </p:cNvPr>
          <p:cNvSpPr/>
          <p:nvPr/>
        </p:nvSpPr>
        <p:spPr>
          <a:xfrm>
            <a:off x="14960204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AAEDA05-6F88-FF75-FD7E-6F0DC28FDEA7}"/>
              </a:ext>
            </a:extLst>
          </p:cNvPr>
          <p:cNvSpPr/>
          <p:nvPr/>
        </p:nvSpPr>
        <p:spPr>
          <a:xfrm>
            <a:off x="15026879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527BF3E-EA97-52ED-B615-D938632FE6F0}"/>
              </a:ext>
            </a:extLst>
          </p:cNvPr>
          <p:cNvSpPr/>
          <p:nvPr/>
        </p:nvSpPr>
        <p:spPr>
          <a:xfrm>
            <a:off x="15094966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14C4989-B6EA-0CDE-9AF8-302C20ECA3D5}"/>
              </a:ext>
            </a:extLst>
          </p:cNvPr>
          <p:cNvSpPr/>
          <p:nvPr/>
        </p:nvSpPr>
        <p:spPr>
          <a:xfrm>
            <a:off x="15163053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FE480FC-2CA0-AC31-F3B4-845AB28506AB}"/>
              </a:ext>
            </a:extLst>
          </p:cNvPr>
          <p:cNvSpPr/>
          <p:nvPr/>
        </p:nvSpPr>
        <p:spPr>
          <a:xfrm>
            <a:off x="14893529" y="10512156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3867DFB-B043-681B-5985-A05CC57F9620}"/>
              </a:ext>
            </a:extLst>
          </p:cNvPr>
          <p:cNvSpPr/>
          <p:nvPr/>
        </p:nvSpPr>
        <p:spPr>
          <a:xfrm>
            <a:off x="14960204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C7A4CD2-A8A5-2978-0A51-C0AE8780332E}"/>
              </a:ext>
            </a:extLst>
          </p:cNvPr>
          <p:cNvSpPr/>
          <p:nvPr/>
        </p:nvSpPr>
        <p:spPr>
          <a:xfrm>
            <a:off x="15026879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0E2365B-7688-0410-1DA6-94D72FC7BBB7}"/>
              </a:ext>
            </a:extLst>
          </p:cNvPr>
          <p:cNvSpPr/>
          <p:nvPr/>
        </p:nvSpPr>
        <p:spPr>
          <a:xfrm>
            <a:off x="15094966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F2716D5-ABC2-B45A-E6ED-7CCF19293462}"/>
              </a:ext>
            </a:extLst>
          </p:cNvPr>
          <p:cNvSpPr/>
          <p:nvPr/>
        </p:nvSpPr>
        <p:spPr>
          <a:xfrm>
            <a:off x="15163053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400AE37-88B1-E288-B834-30E4B528A096}"/>
              </a:ext>
            </a:extLst>
          </p:cNvPr>
          <p:cNvSpPr/>
          <p:nvPr/>
        </p:nvSpPr>
        <p:spPr>
          <a:xfrm>
            <a:off x="14893529" y="10578573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646237-C161-4809-253B-3ECF09571C31}"/>
              </a:ext>
            </a:extLst>
          </p:cNvPr>
          <p:cNvSpPr/>
          <p:nvPr/>
        </p:nvSpPr>
        <p:spPr>
          <a:xfrm>
            <a:off x="14960204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7FEF321-C74F-0198-AEEE-91ABDD8B3E41}"/>
              </a:ext>
            </a:extLst>
          </p:cNvPr>
          <p:cNvSpPr/>
          <p:nvPr/>
        </p:nvSpPr>
        <p:spPr>
          <a:xfrm>
            <a:off x="15026879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3645740-9351-D27C-0718-8070AAC6C84E}"/>
              </a:ext>
            </a:extLst>
          </p:cNvPr>
          <p:cNvSpPr/>
          <p:nvPr/>
        </p:nvSpPr>
        <p:spPr>
          <a:xfrm>
            <a:off x="15094966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9EDB3DC-C522-14B2-823B-EE3422C27F30}"/>
              </a:ext>
            </a:extLst>
          </p:cNvPr>
          <p:cNvSpPr/>
          <p:nvPr/>
        </p:nvSpPr>
        <p:spPr>
          <a:xfrm>
            <a:off x="15163053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98CE6792-02CD-3DA6-7799-04A778A1DB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0786" y="8364010"/>
            <a:ext cx="528742" cy="371548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71977041-C8A7-C7AF-1370-97E1808DA88A}"/>
              </a:ext>
            </a:extLst>
          </p:cNvPr>
          <p:cNvSpPr/>
          <p:nvPr/>
        </p:nvSpPr>
        <p:spPr>
          <a:xfrm>
            <a:off x="14461094" y="10456374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3522187-DD96-D9B3-9B2D-35C62895720E}"/>
              </a:ext>
            </a:extLst>
          </p:cNvPr>
          <p:cNvSpPr/>
          <p:nvPr/>
        </p:nvSpPr>
        <p:spPr>
          <a:xfrm>
            <a:off x="14527769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4C06715-4813-D8DE-08A8-632B68FBFD56}"/>
              </a:ext>
            </a:extLst>
          </p:cNvPr>
          <p:cNvSpPr/>
          <p:nvPr/>
        </p:nvSpPr>
        <p:spPr>
          <a:xfrm>
            <a:off x="14594444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A15B513-D7C6-3D51-51C8-D2196D76E8D3}"/>
              </a:ext>
            </a:extLst>
          </p:cNvPr>
          <p:cNvSpPr/>
          <p:nvPr/>
        </p:nvSpPr>
        <p:spPr>
          <a:xfrm>
            <a:off x="14662531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6B40AB0-42F6-8FFF-8999-5F610E1B3E75}"/>
              </a:ext>
            </a:extLst>
          </p:cNvPr>
          <p:cNvSpPr/>
          <p:nvPr/>
        </p:nvSpPr>
        <p:spPr>
          <a:xfrm>
            <a:off x="14461094" y="1052782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544E493-59E8-2130-5475-E4936261C961}"/>
              </a:ext>
            </a:extLst>
          </p:cNvPr>
          <p:cNvSpPr/>
          <p:nvPr/>
        </p:nvSpPr>
        <p:spPr>
          <a:xfrm>
            <a:off x="14527769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93FE9C4-979D-33B7-4717-E6C5A7D16BE9}"/>
              </a:ext>
            </a:extLst>
          </p:cNvPr>
          <p:cNvSpPr/>
          <p:nvPr/>
        </p:nvSpPr>
        <p:spPr>
          <a:xfrm>
            <a:off x="14594444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D9B12AC-E094-B93F-C6C4-AC6B294B1A73}"/>
              </a:ext>
            </a:extLst>
          </p:cNvPr>
          <p:cNvSpPr/>
          <p:nvPr/>
        </p:nvSpPr>
        <p:spPr>
          <a:xfrm>
            <a:off x="14662531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0501E2E8-B07A-BDF6-A397-7C9AAE3C8811}"/>
              </a:ext>
            </a:extLst>
          </p:cNvPr>
          <p:cNvSpPr/>
          <p:nvPr/>
        </p:nvSpPr>
        <p:spPr>
          <a:xfrm>
            <a:off x="4359993" y="10345119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3946A0D7-E330-C3B2-3447-CAD89099D154}"/>
              </a:ext>
            </a:extLst>
          </p:cNvPr>
          <p:cNvSpPr/>
          <p:nvPr/>
        </p:nvSpPr>
        <p:spPr>
          <a:xfrm>
            <a:off x="4426668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73957304-3B02-47CA-42B2-C6888E23F371}"/>
              </a:ext>
            </a:extLst>
          </p:cNvPr>
          <p:cNvSpPr/>
          <p:nvPr/>
        </p:nvSpPr>
        <p:spPr>
          <a:xfrm>
            <a:off x="4493343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Oval 1035">
            <a:extLst>
              <a:ext uri="{FF2B5EF4-FFF2-40B4-BE49-F238E27FC236}">
                <a16:creationId xmlns:a16="http://schemas.microsoft.com/office/drawing/2014/main" id="{C0B486DE-BA43-0265-625B-D01E96AF191C}"/>
              </a:ext>
            </a:extLst>
          </p:cNvPr>
          <p:cNvSpPr/>
          <p:nvPr/>
        </p:nvSpPr>
        <p:spPr>
          <a:xfrm>
            <a:off x="4561430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DCDB32C0-6E8E-48DF-5DE6-5514DBD73177}"/>
              </a:ext>
            </a:extLst>
          </p:cNvPr>
          <p:cNvSpPr/>
          <p:nvPr/>
        </p:nvSpPr>
        <p:spPr>
          <a:xfrm>
            <a:off x="4359993" y="104165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51471D19-67EC-9A7A-A1CE-46D10DFF7BE6}"/>
              </a:ext>
            </a:extLst>
          </p:cNvPr>
          <p:cNvSpPr/>
          <p:nvPr/>
        </p:nvSpPr>
        <p:spPr>
          <a:xfrm>
            <a:off x="4426668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E751FDA2-C5C9-D503-EDDE-02A121B97939}"/>
              </a:ext>
            </a:extLst>
          </p:cNvPr>
          <p:cNvSpPr/>
          <p:nvPr/>
        </p:nvSpPr>
        <p:spPr>
          <a:xfrm>
            <a:off x="4493343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Oval 1039">
            <a:extLst>
              <a:ext uri="{FF2B5EF4-FFF2-40B4-BE49-F238E27FC236}">
                <a16:creationId xmlns:a16="http://schemas.microsoft.com/office/drawing/2014/main" id="{18F939DD-FE2D-D1B2-4337-A7A199291D1C}"/>
              </a:ext>
            </a:extLst>
          </p:cNvPr>
          <p:cNvSpPr/>
          <p:nvPr/>
        </p:nvSpPr>
        <p:spPr>
          <a:xfrm>
            <a:off x="4561430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D9DB16BB-F875-01A9-2BF7-486AA38B0595}"/>
              </a:ext>
            </a:extLst>
          </p:cNvPr>
          <p:cNvSpPr/>
          <p:nvPr/>
        </p:nvSpPr>
        <p:spPr>
          <a:xfrm>
            <a:off x="9682882" y="1037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2" name="Oval 1041">
            <a:extLst>
              <a:ext uri="{FF2B5EF4-FFF2-40B4-BE49-F238E27FC236}">
                <a16:creationId xmlns:a16="http://schemas.microsoft.com/office/drawing/2014/main" id="{556D87DC-811D-8A50-A502-23524F7E0ABD}"/>
              </a:ext>
            </a:extLst>
          </p:cNvPr>
          <p:cNvSpPr/>
          <p:nvPr/>
        </p:nvSpPr>
        <p:spPr>
          <a:xfrm>
            <a:off x="9749557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3" name="Oval 1042">
            <a:extLst>
              <a:ext uri="{FF2B5EF4-FFF2-40B4-BE49-F238E27FC236}">
                <a16:creationId xmlns:a16="http://schemas.microsoft.com/office/drawing/2014/main" id="{893234A9-7A50-EDCD-AD55-6F3834FBCD29}"/>
              </a:ext>
            </a:extLst>
          </p:cNvPr>
          <p:cNvSpPr/>
          <p:nvPr/>
        </p:nvSpPr>
        <p:spPr>
          <a:xfrm>
            <a:off x="9816232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E85D67E0-A239-1577-5E72-E2791DA8010B}"/>
              </a:ext>
            </a:extLst>
          </p:cNvPr>
          <p:cNvSpPr/>
          <p:nvPr/>
        </p:nvSpPr>
        <p:spPr>
          <a:xfrm>
            <a:off x="9884319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Oval 1044">
            <a:extLst>
              <a:ext uri="{FF2B5EF4-FFF2-40B4-BE49-F238E27FC236}">
                <a16:creationId xmlns:a16="http://schemas.microsoft.com/office/drawing/2014/main" id="{3E61A8EF-6545-4693-F97B-46132300A19B}"/>
              </a:ext>
            </a:extLst>
          </p:cNvPr>
          <p:cNvSpPr/>
          <p:nvPr/>
        </p:nvSpPr>
        <p:spPr>
          <a:xfrm>
            <a:off x="9682882" y="1044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6" name="Oval 1045">
            <a:extLst>
              <a:ext uri="{FF2B5EF4-FFF2-40B4-BE49-F238E27FC236}">
                <a16:creationId xmlns:a16="http://schemas.microsoft.com/office/drawing/2014/main" id="{C0114CAD-25D5-3F7A-8C20-DFF2CC205DFF}"/>
              </a:ext>
            </a:extLst>
          </p:cNvPr>
          <p:cNvSpPr/>
          <p:nvPr/>
        </p:nvSpPr>
        <p:spPr>
          <a:xfrm>
            <a:off x="9749557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C112C451-F6EC-19EF-558F-E004A25DFF14}"/>
              </a:ext>
            </a:extLst>
          </p:cNvPr>
          <p:cNvSpPr/>
          <p:nvPr/>
        </p:nvSpPr>
        <p:spPr>
          <a:xfrm>
            <a:off x="9816232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Oval 1047">
            <a:extLst>
              <a:ext uri="{FF2B5EF4-FFF2-40B4-BE49-F238E27FC236}">
                <a16:creationId xmlns:a16="http://schemas.microsoft.com/office/drawing/2014/main" id="{CE238ED6-C95E-8262-708F-32D20A4C010C}"/>
              </a:ext>
            </a:extLst>
          </p:cNvPr>
          <p:cNvSpPr/>
          <p:nvPr/>
        </p:nvSpPr>
        <p:spPr>
          <a:xfrm>
            <a:off x="9884319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9" name="Oval 1048">
            <a:extLst>
              <a:ext uri="{FF2B5EF4-FFF2-40B4-BE49-F238E27FC236}">
                <a16:creationId xmlns:a16="http://schemas.microsoft.com/office/drawing/2014/main" id="{90E4FF5F-2077-3CF9-314C-738C6E1AAF86}"/>
              </a:ext>
            </a:extLst>
          </p:cNvPr>
          <p:cNvSpPr/>
          <p:nvPr/>
        </p:nvSpPr>
        <p:spPr>
          <a:xfrm>
            <a:off x="12320160" y="985428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ACF58383-8FA7-FC1A-5509-354B34D2FD26}"/>
              </a:ext>
            </a:extLst>
          </p:cNvPr>
          <p:cNvSpPr/>
          <p:nvPr/>
        </p:nvSpPr>
        <p:spPr>
          <a:xfrm>
            <a:off x="12386835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AF3A0E45-0CBD-3551-4034-77B2E426FB16}"/>
              </a:ext>
            </a:extLst>
          </p:cNvPr>
          <p:cNvSpPr/>
          <p:nvPr/>
        </p:nvSpPr>
        <p:spPr>
          <a:xfrm>
            <a:off x="12453510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Oval 1051">
            <a:extLst>
              <a:ext uri="{FF2B5EF4-FFF2-40B4-BE49-F238E27FC236}">
                <a16:creationId xmlns:a16="http://schemas.microsoft.com/office/drawing/2014/main" id="{89C14006-9006-6EA5-DA4B-6571B93EE1B9}"/>
              </a:ext>
            </a:extLst>
          </p:cNvPr>
          <p:cNvSpPr/>
          <p:nvPr/>
        </p:nvSpPr>
        <p:spPr>
          <a:xfrm>
            <a:off x="12521597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3" name="Oval 1052">
            <a:extLst>
              <a:ext uri="{FF2B5EF4-FFF2-40B4-BE49-F238E27FC236}">
                <a16:creationId xmlns:a16="http://schemas.microsoft.com/office/drawing/2014/main" id="{85C79AB8-934C-8366-4311-C6C32D5256C7}"/>
              </a:ext>
            </a:extLst>
          </p:cNvPr>
          <p:cNvSpPr/>
          <p:nvPr/>
        </p:nvSpPr>
        <p:spPr>
          <a:xfrm>
            <a:off x="12589684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Oval 1053">
            <a:extLst>
              <a:ext uri="{FF2B5EF4-FFF2-40B4-BE49-F238E27FC236}">
                <a16:creationId xmlns:a16="http://schemas.microsoft.com/office/drawing/2014/main" id="{C2CC606F-92B7-4CB2-AE6F-8B20D8814F41}"/>
              </a:ext>
            </a:extLst>
          </p:cNvPr>
          <p:cNvSpPr/>
          <p:nvPr/>
        </p:nvSpPr>
        <p:spPr>
          <a:xfrm>
            <a:off x="12320160" y="992286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5" name="Oval 1054">
            <a:extLst>
              <a:ext uri="{FF2B5EF4-FFF2-40B4-BE49-F238E27FC236}">
                <a16:creationId xmlns:a16="http://schemas.microsoft.com/office/drawing/2014/main" id="{2704FE9F-ABC6-E093-53B9-89B130096E14}"/>
              </a:ext>
            </a:extLst>
          </p:cNvPr>
          <p:cNvSpPr/>
          <p:nvPr/>
        </p:nvSpPr>
        <p:spPr>
          <a:xfrm>
            <a:off x="12386835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6" name="Oval 1055">
            <a:extLst>
              <a:ext uri="{FF2B5EF4-FFF2-40B4-BE49-F238E27FC236}">
                <a16:creationId xmlns:a16="http://schemas.microsoft.com/office/drawing/2014/main" id="{C626BF80-5C04-54C1-86B9-807111159CDA}"/>
              </a:ext>
            </a:extLst>
          </p:cNvPr>
          <p:cNvSpPr/>
          <p:nvPr/>
        </p:nvSpPr>
        <p:spPr>
          <a:xfrm>
            <a:off x="12453510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Oval 1056">
            <a:extLst>
              <a:ext uri="{FF2B5EF4-FFF2-40B4-BE49-F238E27FC236}">
                <a16:creationId xmlns:a16="http://schemas.microsoft.com/office/drawing/2014/main" id="{09168785-93BE-4540-49AA-9158DB22F8DD}"/>
              </a:ext>
            </a:extLst>
          </p:cNvPr>
          <p:cNvSpPr/>
          <p:nvPr/>
        </p:nvSpPr>
        <p:spPr>
          <a:xfrm>
            <a:off x="12521597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8" name="Oval 1057">
            <a:extLst>
              <a:ext uri="{FF2B5EF4-FFF2-40B4-BE49-F238E27FC236}">
                <a16:creationId xmlns:a16="http://schemas.microsoft.com/office/drawing/2014/main" id="{ED4A3EEF-4567-1317-C194-43B82C19191C}"/>
              </a:ext>
            </a:extLst>
          </p:cNvPr>
          <p:cNvSpPr/>
          <p:nvPr/>
        </p:nvSpPr>
        <p:spPr>
          <a:xfrm>
            <a:off x="12589684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9" name="Oval 1058">
            <a:extLst>
              <a:ext uri="{FF2B5EF4-FFF2-40B4-BE49-F238E27FC236}">
                <a16:creationId xmlns:a16="http://schemas.microsoft.com/office/drawing/2014/main" id="{4386B095-3CC1-BAEE-96CF-376A89EEA5E4}"/>
              </a:ext>
            </a:extLst>
          </p:cNvPr>
          <p:cNvSpPr/>
          <p:nvPr/>
        </p:nvSpPr>
        <p:spPr>
          <a:xfrm>
            <a:off x="12320160" y="998928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529AE61E-0E36-F699-4B8F-96A246A2E9CD}"/>
              </a:ext>
            </a:extLst>
          </p:cNvPr>
          <p:cNvSpPr/>
          <p:nvPr/>
        </p:nvSpPr>
        <p:spPr>
          <a:xfrm>
            <a:off x="12386835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1" name="Oval 1060">
            <a:extLst>
              <a:ext uri="{FF2B5EF4-FFF2-40B4-BE49-F238E27FC236}">
                <a16:creationId xmlns:a16="http://schemas.microsoft.com/office/drawing/2014/main" id="{FD67A290-85A3-BD3A-5C7F-4EFE57E6D372}"/>
              </a:ext>
            </a:extLst>
          </p:cNvPr>
          <p:cNvSpPr/>
          <p:nvPr/>
        </p:nvSpPr>
        <p:spPr>
          <a:xfrm>
            <a:off x="12453510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2" name="Oval 1061">
            <a:extLst>
              <a:ext uri="{FF2B5EF4-FFF2-40B4-BE49-F238E27FC236}">
                <a16:creationId xmlns:a16="http://schemas.microsoft.com/office/drawing/2014/main" id="{66B80312-58F6-1DBB-5D46-5D2BEE8FCE65}"/>
              </a:ext>
            </a:extLst>
          </p:cNvPr>
          <p:cNvSpPr/>
          <p:nvPr/>
        </p:nvSpPr>
        <p:spPr>
          <a:xfrm>
            <a:off x="12521597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3" name="Oval 1062">
            <a:extLst>
              <a:ext uri="{FF2B5EF4-FFF2-40B4-BE49-F238E27FC236}">
                <a16:creationId xmlns:a16="http://schemas.microsoft.com/office/drawing/2014/main" id="{53DE8A3D-4066-7673-0FF8-AE5C97740E33}"/>
              </a:ext>
            </a:extLst>
          </p:cNvPr>
          <p:cNvSpPr/>
          <p:nvPr/>
        </p:nvSpPr>
        <p:spPr>
          <a:xfrm>
            <a:off x="12589684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4" name="Oval 1063">
            <a:extLst>
              <a:ext uri="{FF2B5EF4-FFF2-40B4-BE49-F238E27FC236}">
                <a16:creationId xmlns:a16="http://schemas.microsoft.com/office/drawing/2014/main" id="{29733837-93D8-B279-E19C-B2E50A79B4A0}"/>
              </a:ext>
            </a:extLst>
          </p:cNvPr>
          <p:cNvSpPr/>
          <p:nvPr/>
        </p:nvSpPr>
        <p:spPr>
          <a:xfrm>
            <a:off x="11887725" y="986708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80ECB0ED-80A3-5963-0562-13A29CAFCC66}"/>
              </a:ext>
            </a:extLst>
          </p:cNvPr>
          <p:cNvSpPr/>
          <p:nvPr/>
        </p:nvSpPr>
        <p:spPr>
          <a:xfrm>
            <a:off x="11954400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6" name="Oval 1065">
            <a:extLst>
              <a:ext uri="{FF2B5EF4-FFF2-40B4-BE49-F238E27FC236}">
                <a16:creationId xmlns:a16="http://schemas.microsoft.com/office/drawing/2014/main" id="{D28CE438-8606-C2FB-919F-CD8EAC8A9F3F}"/>
              </a:ext>
            </a:extLst>
          </p:cNvPr>
          <p:cNvSpPr/>
          <p:nvPr/>
        </p:nvSpPr>
        <p:spPr>
          <a:xfrm>
            <a:off x="12021075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7" name="Oval 1066">
            <a:extLst>
              <a:ext uri="{FF2B5EF4-FFF2-40B4-BE49-F238E27FC236}">
                <a16:creationId xmlns:a16="http://schemas.microsoft.com/office/drawing/2014/main" id="{912A5C9B-8BC7-D991-072C-04C5AAD4CA78}"/>
              </a:ext>
            </a:extLst>
          </p:cNvPr>
          <p:cNvSpPr/>
          <p:nvPr/>
        </p:nvSpPr>
        <p:spPr>
          <a:xfrm>
            <a:off x="12089162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8" name="Oval 1067">
            <a:extLst>
              <a:ext uri="{FF2B5EF4-FFF2-40B4-BE49-F238E27FC236}">
                <a16:creationId xmlns:a16="http://schemas.microsoft.com/office/drawing/2014/main" id="{1676826E-9BBE-E695-94DE-8D44E7B24677}"/>
              </a:ext>
            </a:extLst>
          </p:cNvPr>
          <p:cNvSpPr/>
          <p:nvPr/>
        </p:nvSpPr>
        <p:spPr>
          <a:xfrm>
            <a:off x="11887725" y="993853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5768A803-3DE2-E161-E1A5-ACCCEF86808B}"/>
              </a:ext>
            </a:extLst>
          </p:cNvPr>
          <p:cNvSpPr/>
          <p:nvPr/>
        </p:nvSpPr>
        <p:spPr>
          <a:xfrm>
            <a:off x="11954400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7CE1EF0C-0B86-F6AC-E044-635FFCCC3556}"/>
              </a:ext>
            </a:extLst>
          </p:cNvPr>
          <p:cNvSpPr/>
          <p:nvPr/>
        </p:nvSpPr>
        <p:spPr>
          <a:xfrm>
            <a:off x="12021075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1" name="Oval 1070">
            <a:extLst>
              <a:ext uri="{FF2B5EF4-FFF2-40B4-BE49-F238E27FC236}">
                <a16:creationId xmlns:a16="http://schemas.microsoft.com/office/drawing/2014/main" id="{99AA25C3-6562-7E51-9C09-50A6FA4741CA}"/>
              </a:ext>
            </a:extLst>
          </p:cNvPr>
          <p:cNvSpPr/>
          <p:nvPr/>
        </p:nvSpPr>
        <p:spPr>
          <a:xfrm>
            <a:off x="12089162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2" name="Oval 1071">
            <a:extLst>
              <a:ext uri="{FF2B5EF4-FFF2-40B4-BE49-F238E27FC236}">
                <a16:creationId xmlns:a16="http://schemas.microsoft.com/office/drawing/2014/main" id="{D58DD8C4-9F4C-2987-F6C8-62E9084ECF8A}"/>
              </a:ext>
            </a:extLst>
          </p:cNvPr>
          <p:cNvSpPr/>
          <p:nvPr/>
        </p:nvSpPr>
        <p:spPr>
          <a:xfrm>
            <a:off x="9162415" y="10316539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3" name="Oval 1072">
            <a:extLst>
              <a:ext uri="{FF2B5EF4-FFF2-40B4-BE49-F238E27FC236}">
                <a16:creationId xmlns:a16="http://schemas.microsoft.com/office/drawing/2014/main" id="{C525AD60-D867-10EE-EF41-B78E5E4C6373}"/>
              </a:ext>
            </a:extLst>
          </p:cNvPr>
          <p:cNvSpPr/>
          <p:nvPr/>
        </p:nvSpPr>
        <p:spPr>
          <a:xfrm>
            <a:off x="9229090" y="1031653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4" name="Oval 1073">
            <a:extLst>
              <a:ext uri="{FF2B5EF4-FFF2-40B4-BE49-F238E27FC236}">
                <a16:creationId xmlns:a16="http://schemas.microsoft.com/office/drawing/2014/main" id="{9DF0CE9F-911C-CBB2-019E-40DE4F89FEEC}"/>
              </a:ext>
            </a:extLst>
          </p:cNvPr>
          <p:cNvSpPr/>
          <p:nvPr/>
        </p:nvSpPr>
        <p:spPr>
          <a:xfrm>
            <a:off x="9295765" y="1031653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5" name="Oval 1074">
            <a:extLst>
              <a:ext uri="{FF2B5EF4-FFF2-40B4-BE49-F238E27FC236}">
                <a16:creationId xmlns:a16="http://schemas.microsoft.com/office/drawing/2014/main" id="{A0D874AF-931B-8856-0A66-39F9ED830F0B}"/>
              </a:ext>
            </a:extLst>
          </p:cNvPr>
          <p:cNvSpPr/>
          <p:nvPr/>
        </p:nvSpPr>
        <p:spPr>
          <a:xfrm>
            <a:off x="9363852" y="1031653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6" name="Oval 1075">
            <a:extLst>
              <a:ext uri="{FF2B5EF4-FFF2-40B4-BE49-F238E27FC236}">
                <a16:creationId xmlns:a16="http://schemas.microsoft.com/office/drawing/2014/main" id="{D598868E-B468-F8BC-BE3C-5E482A505B6C}"/>
              </a:ext>
            </a:extLst>
          </p:cNvPr>
          <p:cNvSpPr/>
          <p:nvPr/>
        </p:nvSpPr>
        <p:spPr>
          <a:xfrm>
            <a:off x="9431939" y="1031653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7" name="Oval 1076">
            <a:extLst>
              <a:ext uri="{FF2B5EF4-FFF2-40B4-BE49-F238E27FC236}">
                <a16:creationId xmlns:a16="http://schemas.microsoft.com/office/drawing/2014/main" id="{94F47EB2-8098-7501-1C73-912309FCE662}"/>
              </a:ext>
            </a:extLst>
          </p:cNvPr>
          <p:cNvSpPr/>
          <p:nvPr/>
        </p:nvSpPr>
        <p:spPr>
          <a:xfrm>
            <a:off x="9162415" y="10385119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8" name="Oval 1077">
            <a:extLst>
              <a:ext uri="{FF2B5EF4-FFF2-40B4-BE49-F238E27FC236}">
                <a16:creationId xmlns:a16="http://schemas.microsoft.com/office/drawing/2014/main" id="{C7FB4ABF-81C1-2DD4-0885-51EE331A43DB}"/>
              </a:ext>
            </a:extLst>
          </p:cNvPr>
          <p:cNvSpPr/>
          <p:nvPr/>
        </p:nvSpPr>
        <p:spPr>
          <a:xfrm>
            <a:off x="9229090" y="1038511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3B4894C2-14E4-D46E-B9D4-8EF9224995D4}"/>
              </a:ext>
            </a:extLst>
          </p:cNvPr>
          <p:cNvSpPr/>
          <p:nvPr/>
        </p:nvSpPr>
        <p:spPr>
          <a:xfrm>
            <a:off x="9295765" y="1038511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0" name="Oval 1079">
            <a:extLst>
              <a:ext uri="{FF2B5EF4-FFF2-40B4-BE49-F238E27FC236}">
                <a16:creationId xmlns:a16="http://schemas.microsoft.com/office/drawing/2014/main" id="{D5B8D24D-63B7-B8CA-3EC4-FF81EBB7FF93}"/>
              </a:ext>
            </a:extLst>
          </p:cNvPr>
          <p:cNvSpPr/>
          <p:nvPr/>
        </p:nvSpPr>
        <p:spPr>
          <a:xfrm>
            <a:off x="9363852" y="1038511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44008F92-69FD-A747-D00C-5400FA9F961E}"/>
              </a:ext>
            </a:extLst>
          </p:cNvPr>
          <p:cNvSpPr/>
          <p:nvPr/>
        </p:nvSpPr>
        <p:spPr>
          <a:xfrm>
            <a:off x="9431939" y="1038511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F40D0E65-822E-7FD7-0CB5-324FE01568B5}"/>
              </a:ext>
            </a:extLst>
          </p:cNvPr>
          <p:cNvSpPr/>
          <p:nvPr/>
        </p:nvSpPr>
        <p:spPr>
          <a:xfrm>
            <a:off x="9162415" y="10451536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3" name="Oval 1082">
            <a:extLst>
              <a:ext uri="{FF2B5EF4-FFF2-40B4-BE49-F238E27FC236}">
                <a16:creationId xmlns:a16="http://schemas.microsoft.com/office/drawing/2014/main" id="{823AB17D-C7B7-5DB0-F3AA-F3099A81E15B}"/>
              </a:ext>
            </a:extLst>
          </p:cNvPr>
          <p:cNvSpPr/>
          <p:nvPr/>
        </p:nvSpPr>
        <p:spPr>
          <a:xfrm>
            <a:off x="9229090" y="1045153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4" name="Oval 1083">
            <a:extLst>
              <a:ext uri="{FF2B5EF4-FFF2-40B4-BE49-F238E27FC236}">
                <a16:creationId xmlns:a16="http://schemas.microsoft.com/office/drawing/2014/main" id="{09EE2298-C411-65EE-E0BC-6542B085800A}"/>
              </a:ext>
            </a:extLst>
          </p:cNvPr>
          <p:cNvSpPr/>
          <p:nvPr/>
        </p:nvSpPr>
        <p:spPr>
          <a:xfrm>
            <a:off x="9295765" y="1045153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5" name="Oval 1084">
            <a:extLst>
              <a:ext uri="{FF2B5EF4-FFF2-40B4-BE49-F238E27FC236}">
                <a16:creationId xmlns:a16="http://schemas.microsoft.com/office/drawing/2014/main" id="{EF896C3C-31DE-56FA-2FD8-27C376E03DE0}"/>
              </a:ext>
            </a:extLst>
          </p:cNvPr>
          <p:cNvSpPr/>
          <p:nvPr/>
        </p:nvSpPr>
        <p:spPr>
          <a:xfrm>
            <a:off x="9363852" y="1045153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6" name="Oval 1085">
            <a:extLst>
              <a:ext uri="{FF2B5EF4-FFF2-40B4-BE49-F238E27FC236}">
                <a16:creationId xmlns:a16="http://schemas.microsoft.com/office/drawing/2014/main" id="{99850E0C-56B3-C749-F308-3BE75D4A0299}"/>
              </a:ext>
            </a:extLst>
          </p:cNvPr>
          <p:cNvSpPr/>
          <p:nvPr/>
        </p:nvSpPr>
        <p:spPr>
          <a:xfrm>
            <a:off x="9431939" y="1045153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7" name="Oval 1086">
            <a:extLst>
              <a:ext uri="{FF2B5EF4-FFF2-40B4-BE49-F238E27FC236}">
                <a16:creationId xmlns:a16="http://schemas.microsoft.com/office/drawing/2014/main" id="{69B95B27-2686-323F-0FE2-90F7E1D6846E}"/>
              </a:ext>
            </a:extLst>
          </p:cNvPr>
          <p:cNvSpPr/>
          <p:nvPr/>
        </p:nvSpPr>
        <p:spPr>
          <a:xfrm>
            <a:off x="4766042" y="1027565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8" name="Oval 1087">
            <a:extLst>
              <a:ext uri="{FF2B5EF4-FFF2-40B4-BE49-F238E27FC236}">
                <a16:creationId xmlns:a16="http://schemas.microsoft.com/office/drawing/2014/main" id="{DD3EC34A-ECFD-05C4-AD6B-6CEC87FDACC0}"/>
              </a:ext>
            </a:extLst>
          </p:cNvPr>
          <p:cNvSpPr/>
          <p:nvPr/>
        </p:nvSpPr>
        <p:spPr>
          <a:xfrm>
            <a:off x="4832717" y="1027565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9" name="Oval 1088">
            <a:extLst>
              <a:ext uri="{FF2B5EF4-FFF2-40B4-BE49-F238E27FC236}">
                <a16:creationId xmlns:a16="http://schemas.microsoft.com/office/drawing/2014/main" id="{DE91D995-C90E-E05E-7165-66E93F982B06}"/>
              </a:ext>
            </a:extLst>
          </p:cNvPr>
          <p:cNvSpPr/>
          <p:nvPr/>
        </p:nvSpPr>
        <p:spPr>
          <a:xfrm>
            <a:off x="4899392" y="1027565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0" name="Oval 1089">
            <a:extLst>
              <a:ext uri="{FF2B5EF4-FFF2-40B4-BE49-F238E27FC236}">
                <a16:creationId xmlns:a16="http://schemas.microsoft.com/office/drawing/2014/main" id="{E2C08CFF-030D-CF8F-19C5-C3673F712640}"/>
              </a:ext>
            </a:extLst>
          </p:cNvPr>
          <p:cNvSpPr/>
          <p:nvPr/>
        </p:nvSpPr>
        <p:spPr>
          <a:xfrm>
            <a:off x="4967479" y="1027565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1" name="Oval 1090">
            <a:extLst>
              <a:ext uri="{FF2B5EF4-FFF2-40B4-BE49-F238E27FC236}">
                <a16:creationId xmlns:a16="http://schemas.microsoft.com/office/drawing/2014/main" id="{BA272904-FB5E-19FF-976E-10FE31B5D169}"/>
              </a:ext>
            </a:extLst>
          </p:cNvPr>
          <p:cNvSpPr/>
          <p:nvPr/>
        </p:nvSpPr>
        <p:spPr>
          <a:xfrm>
            <a:off x="5035566" y="1027565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2" name="Oval 1091">
            <a:extLst>
              <a:ext uri="{FF2B5EF4-FFF2-40B4-BE49-F238E27FC236}">
                <a16:creationId xmlns:a16="http://schemas.microsoft.com/office/drawing/2014/main" id="{A3A7CF8C-B574-C035-41F3-4EF33344D86B}"/>
              </a:ext>
            </a:extLst>
          </p:cNvPr>
          <p:cNvSpPr/>
          <p:nvPr/>
        </p:nvSpPr>
        <p:spPr>
          <a:xfrm>
            <a:off x="4766042" y="1034423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3" name="Oval 1092">
            <a:extLst>
              <a:ext uri="{FF2B5EF4-FFF2-40B4-BE49-F238E27FC236}">
                <a16:creationId xmlns:a16="http://schemas.microsoft.com/office/drawing/2014/main" id="{65EB089B-0C38-A46E-68F1-4746B5DC6ECB}"/>
              </a:ext>
            </a:extLst>
          </p:cNvPr>
          <p:cNvSpPr/>
          <p:nvPr/>
        </p:nvSpPr>
        <p:spPr>
          <a:xfrm>
            <a:off x="4832717" y="1034423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2E334C8D-DD9D-694B-BAC2-53ACEFB39859}"/>
              </a:ext>
            </a:extLst>
          </p:cNvPr>
          <p:cNvSpPr/>
          <p:nvPr/>
        </p:nvSpPr>
        <p:spPr>
          <a:xfrm>
            <a:off x="4899392" y="1034423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2FB0D915-E9F6-BD5E-01FF-E4E171564DE5}"/>
              </a:ext>
            </a:extLst>
          </p:cNvPr>
          <p:cNvSpPr/>
          <p:nvPr/>
        </p:nvSpPr>
        <p:spPr>
          <a:xfrm>
            <a:off x="4967479" y="1034423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6" name="Oval 1095">
            <a:extLst>
              <a:ext uri="{FF2B5EF4-FFF2-40B4-BE49-F238E27FC236}">
                <a16:creationId xmlns:a16="http://schemas.microsoft.com/office/drawing/2014/main" id="{5798DA50-8BA3-E43B-E327-328C14ECEE2C}"/>
              </a:ext>
            </a:extLst>
          </p:cNvPr>
          <p:cNvSpPr/>
          <p:nvPr/>
        </p:nvSpPr>
        <p:spPr>
          <a:xfrm>
            <a:off x="5035566" y="1034423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7" name="Oval 1096">
            <a:extLst>
              <a:ext uri="{FF2B5EF4-FFF2-40B4-BE49-F238E27FC236}">
                <a16:creationId xmlns:a16="http://schemas.microsoft.com/office/drawing/2014/main" id="{58357F42-43AD-BB88-CE74-A5045FAB935F}"/>
              </a:ext>
            </a:extLst>
          </p:cNvPr>
          <p:cNvSpPr/>
          <p:nvPr/>
        </p:nvSpPr>
        <p:spPr>
          <a:xfrm>
            <a:off x="4766042" y="104106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8" name="Oval 1097">
            <a:extLst>
              <a:ext uri="{FF2B5EF4-FFF2-40B4-BE49-F238E27FC236}">
                <a16:creationId xmlns:a16="http://schemas.microsoft.com/office/drawing/2014/main" id="{661B5523-0F04-067E-5C02-D17DA496DF55}"/>
              </a:ext>
            </a:extLst>
          </p:cNvPr>
          <p:cNvSpPr/>
          <p:nvPr/>
        </p:nvSpPr>
        <p:spPr>
          <a:xfrm>
            <a:off x="4832717" y="1041065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9" name="Oval 1098">
            <a:extLst>
              <a:ext uri="{FF2B5EF4-FFF2-40B4-BE49-F238E27FC236}">
                <a16:creationId xmlns:a16="http://schemas.microsoft.com/office/drawing/2014/main" id="{ABBD016C-4149-8FCA-2869-D733403B0EDE}"/>
              </a:ext>
            </a:extLst>
          </p:cNvPr>
          <p:cNvSpPr/>
          <p:nvPr/>
        </p:nvSpPr>
        <p:spPr>
          <a:xfrm>
            <a:off x="4899392" y="1041065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0" name="Oval 1099">
            <a:extLst>
              <a:ext uri="{FF2B5EF4-FFF2-40B4-BE49-F238E27FC236}">
                <a16:creationId xmlns:a16="http://schemas.microsoft.com/office/drawing/2014/main" id="{961A5F56-D09E-95A7-3184-DED162BE670D}"/>
              </a:ext>
            </a:extLst>
          </p:cNvPr>
          <p:cNvSpPr/>
          <p:nvPr/>
        </p:nvSpPr>
        <p:spPr>
          <a:xfrm>
            <a:off x="4967479" y="1041065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1" name="Oval 1100">
            <a:extLst>
              <a:ext uri="{FF2B5EF4-FFF2-40B4-BE49-F238E27FC236}">
                <a16:creationId xmlns:a16="http://schemas.microsoft.com/office/drawing/2014/main" id="{ED470FD1-DF98-8A93-F485-A1F6BC8E4282}"/>
              </a:ext>
            </a:extLst>
          </p:cNvPr>
          <p:cNvSpPr/>
          <p:nvPr/>
        </p:nvSpPr>
        <p:spPr>
          <a:xfrm>
            <a:off x="5035566" y="1041065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5EE00DB4-AA78-9AA0-EA34-2BED1B763D23}"/>
              </a:ext>
            </a:extLst>
          </p:cNvPr>
          <p:cNvSpPr/>
          <p:nvPr/>
        </p:nvSpPr>
        <p:spPr>
          <a:xfrm>
            <a:off x="4313023" y="9402541"/>
            <a:ext cx="5648858" cy="609600"/>
          </a:xfrm>
          <a:custGeom>
            <a:avLst/>
            <a:gdLst>
              <a:gd name="connsiteX0" fmla="*/ 0 w 5718048"/>
              <a:gd name="connsiteY0" fmla="*/ 146304 h 292608"/>
              <a:gd name="connsiteX1" fmla="*/ 2859024 w 5718048"/>
              <a:gd name="connsiteY1" fmla="*/ 0 h 292608"/>
              <a:gd name="connsiteX2" fmla="*/ 5718048 w 5718048"/>
              <a:gd name="connsiteY2" fmla="*/ 146304 h 292608"/>
              <a:gd name="connsiteX3" fmla="*/ 2859024 w 5718048"/>
              <a:gd name="connsiteY3" fmla="*/ 292608 h 292608"/>
              <a:gd name="connsiteX4" fmla="*/ 0 w 5718048"/>
              <a:gd name="connsiteY4" fmla="*/ 146304 h 292608"/>
              <a:gd name="connsiteX0" fmla="*/ 30 w 5718078"/>
              <a:gd name="connsiteY0" fmla="*/ 146304 h 426720"/>
              <a:gd name="connsiteX1" fmla="*/ 2859054 w 5718078"/>
              <a:gd name="connsiteY1" fmla="*/ 0 h 426720"/>
              <a:gd name="connsiteX2" fmla="*/ 5718078 w 5718078"/>
              <a:gd name="connsiteY2" fmla="*/ 146304 h 426720"/>
              <a:gd name="connsiteX3" fmla="*/ 2816382 w 5718078"/>
              <a:gd name="connsiteY3" fmla="*/ 426720 h 426720"/>
              <a:gd name="connsiteX4" fmla="*/ 30 w 5718078"/>
              <a:gd name="connsiteY4" fmla="*/ 146304 h 426720"/>
              <a:gd name="connsiteX0" fmla="*/ 16 w 5718064"/>
              <a:gd name="connsiteY0" fmla="*/ 329184 h 609600"/>
              <a:gd name="connsiteX1" fmla="*/ 2846848 w 5718064"/>
              <a:gd name="connsiteY1" fmla="*/ 0 h 609600"/>
              <a:gd name="connsiteX2" fmla="*/ 5718064 w 5718064"/>
              <a:gd name="connsiteY2" fmla="*/ 329184 h 609600"/>
              <a:gd name="connsiteX3" fmla="*/ 2816368 w 5718064"/>
              <a:gd name="connsiteY3" fmla="*/ 609600 h 609600"/>
              <a:gd name="connsiteX4" fmla="*/ 16 w 5718064"/>
              <a:gd name="connsiteY4" fmla="*/ 329184 h 609600"/>
              <a:gd name="connsiteX0" fmla="*/ 451 w 5718499"/>
              <a:gd name="connsiteY0" fmla="*/ 329184 h 609600"/>
              <a:gd name="connsiteX1" fmla="*/ 2847283 w 5718499"/>
              <a:gd name="connsiteY1" fmla="*/ 0 h 609600"/>
              <a:gd name="connsiteX2" fmla="*/ 5718499 w 5718499"/>
              <a:gd name="connsiteY2" fmla="*/ 329184 h 609600"/>
              <a:gd name="connsiteX3" fmla="*/ 2816803 w 5718499"/>
              <a:gd name="connsiteY3" fmla="*/ 609600 h 609600"/>
              <a:gd name="connsiteX4" fmla="*/ 451 w 5718499"/>
              <a:gd name="connsiteY4" fmla="*/ 329184 h 609600"/>
              <a:gd name="connsiteX0" fmla="*/ 311 w 5690214"/>
              <a:gd name="connsiteY0" fmla="*/ 326644 h 609600"/>
              <a:gd name="connsiteX1" fmla="*/ 2818998 w 5690214"/>
              <a:gd name="connsiteY1" fmla="*/ 0 h 609600"/>
              <a:gd name="connsiteX2" fmla="*/ 5690214 w 5690214"/>
              <a:gd name="connsiteY2" fmla="*/ 329184 h 609600"/>
              <a:gd name="connsiteX3" fmla="*/ 2788518 w 5690214"/>
              <a:gd name="connsiteY3" fmla="*/ 609600 h 609600"/>
              <a:gd name="connsiteX4" fmla="*/ 311 w 5690214"/>
              <a:gd name="connsiteY4" fmla="*/ 326644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90214" h="609600">
                <a:moveTo>
                  <a:pt x="311" y="326644"/>
                </a:moveTo>
                <a:cubicBezTo>
                  <a:pt x="-27871" y="209804"/>
                  <a:pt x="1870681" y="-423"/>
                  <a:pt x="2818998" y="0"/>
                </a:cubicBezTo>
                <a:cubicBezTo>
                  <a:pt x="3767315" y="423"/>
                  <a:pt x="5690214" y="248383"/>
                  <a:pt x="5690214" y="329184"/>
                </a:cubicBezTo>
                <a:cubicBezTo>
                  <a:pt x="5690214" y="409985"/>
                  <a:pt x="3736835" y="610023"/>
                  <a:pt x="2788518" y="609600"/>
                </a:cubicBezTo>
                <a:cubicBezTo>
                  <a:pt x="1840201" y="609177"/>
                  <a:pt x="24164" y="425535"/>
                  <a:pt x="311" y="326644"/>
                </a:cubicBezTo>
                <a:close/>
              </a:path>
            </a:pathLst>
          </a:custGeom>
          <a:solidFill>
            <a:srgbClr val="2615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1318C1-9CAA-EED7-2C82-B5115EBF1B35}"/>
              </a:ext>
            </a:extLst>
          </p:cNvPr>
          <p:cNvSpPr/>
          <p:nvPr/>
        </p:nvSpPr>
        <p:spPr>
          <a:xfrm>
            <a:off x="4257958" y="5585082"/>
            <a:ext cx="5743575" cy="963088"/>
          </a:xfrm>
          <a:prstGeom prst="rect">
            <a:avLst/>
          </a:prstGeom>
          <a:solidFill>
            <a:srgbClr val="424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4E8AC8-8B69-D7AC-AD5B-DBC56B2E4903}"/>
              </a:ext>
            </a:extLst>
          </p:cNvPr>
          <p:cNvSpPr/>
          <p:nvPr/>
        </p:nvSpPr>
        <p:spPr>
          <a:xfrm>
            <a:off x="4257959" y="5986282"/>
            <a:ext cx="5775960" cy="3895248"/>
          </a:xfrm>
          <a:custGeom>
            <a:avLst/>
            <a:gdLst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97599 w 5745480"/>
              <a:gd name="connsiteY6" fmla="*/ 3413760 h 3413760"/>
              <a:gd name="connsiteX7" fmla="*/ 0 w 5745480"/>
              <a:gd name="connsiteY7" fmla="*/ 331616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97599 w 5745480"/>
              <a:gd name="connsiteY6" fmla="*/ 3413760 h 3413760"/>
              <a:gd name="connsiteX7" fmla="*/ 129540 w 5745480"/>
              <a:gd name="connsiteY7" fmla="*/ 320948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318579 w 5745480"/>
              <a:gd name="connsiteY6" fmla="*/ 3413760 h 3413760"/>
              <a:gd name="connsiteX7" fmla="*/ 129540 w 5745480"/>
              <a:gd name="connsiteY7" fmla="*/ 320948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318579 w 5745480"/>
              <a:gd name="connsiteY6" fmla="*/ 3413760 h 3413760"/>
              <a:gd name="connsiteX7" fmla="*/ 0 w 5745480"/>
              <a:gd name="connsiteY7" fmla="*/ 325520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82359 w 5745480"/>
              <a:gd name="connsiteY6" fmla="*/ 3398520 h 3413760"/>
              <a:gd name="connsiteX7" fmla="*/ 0 w 5745480"/>
              <a:gd name="connsiteY7" fmla="*/ 3255201 h 3413760"/>
              <a:gd name="connsiteX8" fmla="*/ 0 w 5745480"/>
              <a:gd name="connsiteY8" fmla="*/ 97599 h 3413760"/>
              <a:gd name="connsiteX0" fmla="*/ 0 w 5745480"/>
              <a:gd name="connsiteY0" fmla="*/ 97599 h 3398520"/>
              <a:gd name="connsiteX1" fmla="*/ 97599 w 5745480"/>
              <a:gd name="connsiteY1" fmla="*/ 0 h 3398520"/>
              <a:gd name="connsiteX2" fmla="*/ 5647881 w 5745480"/>
              <a:gd name="connsiteY2" fmla="*/ 0 h 3398520"/>
              <a:gd name="connsiteX3" fmla="*/ 5745480 w 5745480"/>
              <a:gd name="connsiteY3" fmla="*/ 97599 h 3398520"/>
              <a:gd name="connsiteX4" fmla="*/ 5745480 w 5745480"/>
              <a:gd name="connsiteY4" fmla="*/ 3316161 h 3398520"/>
              <a:gd name="connsiteX5" fmla="*/ 5365941 w 5745480"/>
              <a:gd name="connsiteY5" fmla="*/ 3070860 h 3398520"/>
              <a:gd name="connsiteX6" fmla="*/ 82359 w 5745480"/>
              <a:gd name="connsiteY6" fmla="*/ 3398520 h 3398520"/>
              <a:gd name="connsiteX7" fmla="*/ 0 w 5745480"/>
              <a:gd name="connsiteY7" fmla="*/ 3255201 h 3398520"/>
              <a:gd name="connsiteX8" fmla="*/ 0 w 5745480"/>
              <a:gd name="connsiteY8" fmla="*/ 97599 h 3398520"/>
              <a:gd name="connsiteX0" fmla="*/ 0 w 5745480"/>
              <a:gd name="connsiteY0" fmla="*/ 97599 h 3398520"/>
              <a:gd name="connsiteX1" fmla="*/ 97599 w 5745480"/>
              <a:gd name="connsiteY1" fmla="*/ 0 h 3398520"/>
              <a:gd name="connsiteX2" fmla="*/ 5647881 w 5745480"/>
              <a:gd name="connsiteY2" fmla="*/ 0 h 3398520"/>
              <a:gd name="connsiteX3" fmla="*/ 5745480 w 5745480"/>
              <a:gd name="connsiteY3" fmla="*/ 97599 h 3398520"/>
              <a:gd name="connsiteX4" fmla="*/ 5448300 w 5745480"/>
              <a:gd name="connsiteY4" fmla="*/ 2729421 h 3398520"/>
              <a:gd name="connsiteX5" fmla="*/ 5365941 w 5745480"/>
              <a:gd name="connsiteY5" fmla="*/ 3070860 h 3398520"/>
              <a:gd name="connsiteX6" fmla="*/ 82359 w 5745480"/>
              <a:gd name="connsiteY6" fmla="*/ 3398520 h 3398520"/>
              <a:gd name="connsiteX7" fmla="*/ 0 w 5745480"/>
              <a:gd name="connsiteY7" fmla="*/ 3255201 h 3398520"/>
              <a:gd name="connsiteX8" fmla="*/ 0 w 5745480"/>
              <a:gd name="connsiteY8" fmla="*/ 97599 h 3398520"/>
              <a:gd name="connsiteX0" fmla="*/ 0 w 5745480"/>
              <a:gd name="connsiteY0" fmla="*/ 97599 h 3398520"/>
              <a:gd name="connsiteX1" fmla="*/ 97599 w 5745480"/>
              <a:gd name="connsiteY1" fmla="*/ 0 h 3398520"/>
              <a:gd name="connsiteX2" fmla="*/ 5647881 w 5745480"/>
              <a:gd name="connsiteY2" fmla="*/ 0 h 3398520"/>
              <a:gd name="connsiteX3" fmla="*/ 5745480 w 5745480"/>
              <a:gd name="connsiteY3" fmla="*/ 97599 h 3398520"/>
              <a:gd name="connsiteX4" fmla="*/ 5448300 w 5745480"/>
              <a:gd name="connsiteY4" fmla="*/ 2729421 h 3398520"/>
              <a:gd name="connsiteX5" fmla="*/ 5655501 w 5745480"/>
              <a:gd name="connsiteY5" fmla="*/ 3352800 h 3398520"/>
              <a:gd name="connsiteX6" fmla="*/ 82359 w 5745480"/>
              <a:gd name="connsiteY6" fmla="*/ 3398520 h 3398520"/>
              <a:gd name="connsiteX7" fmla="*/ 0 w 5745480"/>
              <a:gd name="connsiteY7" fmla="*/ 3255201 h 3398520"/>
              <a:gd name="connsiteX8" fmla="*/ 0 w 5745480"/>
              <a:gd name="connsiteY8" fmla="*/ 97599 h 3398520"/>
              <a:gd name="connsiteX0" fmla="*/ 0 w 5775960"/>
              <a:gd name="connsiteY0" fmla="*/ 97599 h 3398520"/>
              <a:gd name="connsiteX1" fmla="*/ 97599 w 5775960"/>
              <a:gd name="connsiteY1" fmla="*/ 0 h 3398520"/>
              <a:gd name="connsiteX2" fmla="*/ 5647881 w 5775960"/>
              <a:gd name="connsiteY2" fmla="*/ 0 h 3398520"/>
              <a:gd name="connsiteX3" fmla="*/ 5745480 w 5775960"/>
              <a:gd name="connsiteY3" fmla="*/ 97599 h 3398520"/>
              <a:gd name="connsiteX4" fmla="*/ 5775960 w 5775960"/>
              <a:gd name="connsiteY4" fmla="*/ 3156141 h 3398520"/>
              <a:gd name="connsiteX5" fmla="*/ 5655501 w 5775960"/>
              <a:gd name="connsiteY5" fmla="*/ 3352800 h 3398520"/>
              <a:gd name="connsiteX6" fmla="*/ 82359 w 5775960"/>
              <a:gd name="connsiteY6" fmla="*/ 3398520 h 3398520"/>
              <a:gd name="connsiteX7" fmla="*/ 0 w 5775960"/>
              <a:gd name="connsiteY7" fmla="*/ 3255201 h 3398520"/>
              <a:gd name="connsiteX8" fmla="*/ 0 w 5775960"/>
              <a:gd name="connsiteY8" fmla="*/ 97599 h 3398520"/>
              <a:gd name="connsiteX0" fmla="*/ 0 w 5775960"/>
              <a:gd name="connsiteY0" fmla="*/ 97599 h 3532801"/>
              <a:gd name="connsiteX1" fmla="*/ 97599 w 5775960"/>
              <a:gd name="connsiteY1" fmla="*/ 0 h 3532801"/>
              <a:gd name="connsiteX2" fmla="*/ 5647881 w 5775960"/>
              <a:gd name="connsiteY2" fmla="*/ 0 h 3532801"/>
              <a:gd name="connsiteX3" fmla="*/ 5745480 w 5775960"/>
              <a:gd name="connsiteY3" fmla="*/ 97599 h 3532801"/>
              <a:gd name="connsiteX4" fmla="*/ 5775960 w 5775960"/>
              <a:gd name="connsiteY4" fmla="*/ 3156141 h 3532801"/>
              <a:gd name="connsiteX5" fmla="*/ 5655501 w 5775960"/>
              <a:gd name="connsiteY5" fmla="*/ 3352800 h 3532801"/>
              <a:gd name="connsiteX6" fmla="*/ 82359 w 5775960"/>
              <a:gd name="connsiteY6" fmla="*/ 3398520 h 3532801"/>
              <a:gd name="connsiteX7" fmla="*/ 0 w 5775960"/>
              <a:gd name="connsiteY7" fmla="*/ 3255201 h 3532801"/>
              <a:gd name="connsiteX8" fmla="*/ 0 w 5775960"/>
              <a:gd name="connsiteY8" fmla="*/ 97599 h 3532801"/>
              <a:gd name="connsiteX0" fmla="*/ 0 w 5775960"/>
              <a:gd name="connsiteY0" fmla="*/ 97599 h 3591663"/>
              <a:gd name="connsiteX1" fmla="*/ 97599 w 5775960"/>
              <a:gd name="connsiteY1" fmla="*/ 0 h 3591663"/>
              <a:gd name="connsiteX2" fmla="*/ 5647881 w 5775960"/>
              <a:gd name="connsiteY2" fmla="*/ 0 h 3591663"/>
              <a:gd name="connsiteX3" fmla="*/ 5745480 w 5775960"/>
              <a:gd name="connsiteY3" fmla="*/ 97599 h 3591663"/>
              <a:gd name="connsiteX4" fmla="*/ 5775960 w 5775960"/>
              <a:gd name="connsiteY4" fmla="*/ 3156141 h 3591663"/>
              <a:gd name="connsiteX5" fmla="*/ 5655501 w 5775960"/>
              <a:gd name="connsiteY5" fmla="*/ 3352800 h 3591663"/>
              <a:gd name="connsiteX6" fmla="*/ 82359 w 5775960"/>
              <a:gd name="connsiteY6" fmla="*/ 3398520 h 3591663"/>
              <a:gd name="connsiteX7" fmla="*/ 0 w 5775960"/>
              <a:gd name="connsiteY7" fmla="*/ 3255201 h 3591663"/>
              <a:gd name="connsiteX8" fmla="*/ 0 w 5775960"/>
              <a:gd name="connsiteY8" fmla="*/ 97599 h 3591663"/>
              <a:gd name="connsiteX0" fmla="*/ 0 w 5775960"/>
              <a:gd name="connsiteY0" fmla="*/ 97599 h 3611672"/>
              <a:gd name="connsiteX1" fmla="*/ 97599 w 5775960"/>
              <a:gd name="connsiteY1" fmla="*/ 0 h 3611672"/>
              <a:gd name="connsiteX2" fmla="*/ 5647881 w 5775960"/>
              <a:gd name="connsiteY2" fmla="*/ 0 h 3611672"/>
              <a:gd name="connsiteX3" fmla="*/ 5745480 w 5775960"/>
              <a:gd name="connsiteY3" fmla="*/ 97599 h 3611672"/>
              <a:gd name="connsiteX4" fmla="*/ 5775960 w 5775960"/>
              <a:gd name="connsiteY4" fmla="*/ 3156141 h 3611672"/>
              <a:gd name="connsiteX5" fmla="*/ 5655501 w 5775960"/>
              <a:gd name="connsiteY5" fmla="*/ 3352800 h 3611672"/>
              <a:gd name="connsiteX6" fmla="*/ 82359 w 5775960"/>
              <a:gd name="connsiteY6" fmla="*/ 3398520 h 3611672"/>
              <a:gd name="connsiteX7" fmla="*/ 0 w 5775960"/>
              <a:gd name="connsiteY7" fmla="*/ 3255201 h 3611672"/>
              <a:gd name="connsiteX8" fmla="*/ 0 w 5775960"/>
              <a:gd name="connsiteY8" fmla="*/ 97599 h 3611672"/>
              <a:gd name="connsiteX0" fmla="*/ 0 w 5775960"/>
              <a:gd name="connsiteY0" fmla="*/ 97599 h 3632869"/>
              <a:gd name="connsiteX1" fmla="*/ 97599 w 5775960"/>
              <a:gd name="connsiteY1" fmla="*/ 0 h 3632869"/>
              <a:gd name="connsiteX2" fmla="*/ 5647881 w 5775960"/>
              <a:gd name="connsiteY2" fmla="*/ 0 h 3632869"/>
              <a:gd name="connsiteX3" fmla="*/ 5745480 w 5775960"/>
              <a:gd name="connsiteY3" fmla="*/ 97599 h 3632869"/>
              <a:gd name="connsiteX4" fmla="*/ 5775960 w 5775960"/>
              <a:gd name="connsiteY4" fmla="*/ 3156141 h 3632869"/>
              <a:gd name="connsiteX5" fmla="*/ 5647881 w 5775960"/>
              <a:gd name="connsiteY5" fmla="*/ 3398520 h 3632869"/>
              <a:gd name="connsiteX6" fmla="*/ 82359 w 5775960"/>
              <a:gd name="connsiteY6" fmla="*/ 3398520 h 3632869"/>
              <a:gd name="connsiteX7" fmla="*/ 0 w 5775960"/>
              <a:gd name="connsiteY7" fmla="*/ 3255201 h 3632869"/>
              <a:gd name="connsiteX8" fmla="*/ 0 w 5775960"/>
              <a:gd name="connsiteY8" fmla="*/ 97599 h 3632869"/>
              <a:gd name="connsiteX0" fmla="*/ 0 w 5775960"/>
              <a:gd name="connsiteY0" fmla="*/ 97599 h 3605669"/>
              <a:gd name="connsiteX1" fmla="*/ 97599 w 5775960"/>
              <a:gd name="connsiteY1" fmla="*/ 0 h 3605669"/>
              <a:gd name="connsiteX2" fmla="*/ 5647881 w 5775960"/>
              <a:gd name="connsiteY2" fmla="*/ 0 h 3605669"/>
              <a:gd name="connsiteX3" fmla="*/ 5745480 w 5775960"/>
              <a:gd name="connsiteY3" fmla="*/ 97599 h 3605669"/>
              <a:gd name="connsiteX4" fmla="*/ 5775960 w 5775960"/>
              <a:gd name="connsiteY4" fmla="*/ 3156141 h 3605669"/>
              <a:gd name="connsiteX5" fmla="*/ 5647881 w 5775960"/>
              <a:gd name="connsiteY5" fmla="*/ 3398520 h 3605669"/>
              <a:gd name="connsiteX6" fmla="*/ 82359 w 5775960"/>
              <a:gd name="connsiteY6" fmla="*/ 3398520 h 3605669"/>
              <a:gd name="connsiteX7" fmla="*/ 0 w 5775960"/>
              <a:gd name="connsiteY7" fmla="*/ 3255201 h 3605669"/>
              <a:gd name="connsiteX8" fmla="*/ 0 w 5775960"/>
              <a:gd name="connsiteY8" fmla="*/ 97599 h 3605669"/>
              <a:gd name="connsiteX0" fmla="*/ 0 w 5775960"/>
              <a:gd name="connsiteY0" fmla="*/ 97599 h 3605669"/>
              <a:gd name="connsiteX1" fmla="*/ 97599 w 5775960"/>
              <a:gd name="connsiteY1" fmla="*/ 0 h 3605669"/>
              <a:gd name="connsiteX2" fmla="*/ 5647881 w 5775960"/>
              <a:gd name="connsiteY2" fmla="*/ 0 h 3605669"/>
              <a:gd name="connsiteX3" fmla="*/ 5745480 w 5775960"/>
              <a:gd name="connsiteY3" fmla="*/ 97599 h 3605669"/>
              <a:gd name="connsiteX4" fmla="*/ 5775960 w 5775960"/>
              <a:gd name="connsiteY4" fmla="*/ 3156141 h 3605669"/>
              <a:gd name="connsiteX5" fmla="*/ 5678361 w 5775960"/>
              <a:gd name="connsiteY5" fmla="*/ 3398520 h 3605669"/>
              <a:gd name="connsiteX6" fmla="*/ 82359 w 5775960"/>
              <a:gd name="connsiteY6" fmla="*/ 3398520 h 3605669"/>
              <a:gd name="connsiteX7" fmla="*/ 0 w 5775960"/>
              <a:gd name="connsiteY7" fmla="*/ 3255201 h 3605669"/>
              <a:gd name="connsiteX8" fmla="*/ 0 w 5775960"/>
              <a:gd name="connsiteY8" fmla="*/ 97599 h 3605669"/>
              <a:gd name="connsiteX0" fmla="*/ 0 w 5775960"/>
              <a:gd name="connsiteY0" fmla="*/ 306217 h 3814287"/>
              <a:gd name="connsiteX1" fmla="*/ 97599 w 5775960"/>
              <a:gd name="connsiteY1" fmla="*/ 208618 h 3814287"/>
              <a:gd name="connsiteX2" fmla="*/ 5647881 w 5775960"/>
              <a:gd name="connsiteY2" fmla="*/ 208618 h 3814287"/>
              <a:gd name="connsiteX3" fmla="*/ 5745480 w 5775960"/>
              <a:gd name="connsiteY3" fmla="*/ 306217 h 3814287"/>
              <a:gd name="connsiteX4" fmla="*/ 5775960 w 5775960"/>
              <a:gd name="connsiteY4" fmla="*/ 3364759 h 3814287"/>
              <a:gd name="connsiteX5" fmla="*/ 5678361 w 5775960"/>
              <a:gd name="connsiteY5" fmla="*/ 3607138 h 3814287"/>
              <a:gd name="connsiteX6" fmla="*/ 82359 w 5775960"/>
              <a:gd name="connsiteY6" fmla="*/ 3607138 h 3814287"/>
              <a:gd name="connsiteX7" fmla="*/ 0 w 5775960"/>
              <a:gd name="connsiteY7" fmla="*/ 3463819 h 3814287"/>
              <a:gd name="connsiteX8" fmla="*/ 0 w 5775960"/>
              <a:gd name="connsiteY8" fmla="*/ 306217 h 3814287"/>
              <a:gd name="connsiteX0" fmla="*/ 0 w 5775960"/>
              <a:gd name="connsiteY0" fmla="*/ 447360 h 3955430"/>
              <a:gd name="connsiteX1" fmla="*/ 97599 w 5775960"/>
              <a:gd name="connsiteY1" fmla="*/ 349761 h 3955430"/>
              <a:gd name="connsiteX2" fmla="*/ 5647881 w 5775960"/>
              <a:gd name="connsiteY2" fmla="*/ 349761 h 3955430"/>
              <a:gd name="connsiteX3" fmla="*/ 5745480 w 5775960"/>
              <a:gd name="connsiteY3" fmla="*/ 447360 h 3955430"/>
              <a:gd name="connsiteX4" fmla="*/ 5775960 w 5775960"/>
              <a:gd name="connsiteY4" fmla="*/ 3505902 h 3955430"/>
              <a:gd name="connsiteX5" fmla="*/ 5678361 w 5775960"/>
              <a:gd name="connsiteY5" fmla="*/ 3748281 h 3955430"/>
              <a:gd name="connsiteX6" fmla="*/ 82359 w 5775960"/>
              <a:gd name="connsiteY6" fmla="*/ 3748281 h 3955430"/>
              <a:gd name="connsiteX7" fmla="*/ 0 w 5775960"/>
              <a:gd name="connsiteY7" fmla="*/ 3604962 h 3955430"/>
              <a:gd name="connsiteX8" fmla="*/ 0 w 5775960"/>
              <a:gd name="connsiteY8" fmla="*/ 447360 h 3955430"/>
              <a:gd name="connsiteX0" fmla="*/ 0 w 5775960"/>
              <a:gd name="connsiteY0" fmla="*/ 447360 h 3959956"/>
              <a:gd name="connsiteX1" fmla="*/ 97599 w 5775960"/>
              <a:gd name="connsiteY1" fmla="*/ 349761 h 3959956"/>
              <a:gd name="connsiteX2" fmla="*/ 5647881 w 5775960"/>
              <a:gd name="connsiteY2" fmla="*/ 349761 h 3959956"/>
              <a:gd name="connsiteX3" fmla="*/ 5745480 w 5775960"/>
              <a:gd name="connsiteY3" fmla="*/ 447360 h 3959956"/>
              <a:gd name="connsiteX4" fmla="*/ 5775960 w 5775960"/>
              <a:gd name="connsiteY4" fmla="*/ 3505902 h 3959956"/>
              <a:gd name="connsiteX5" fmla="*/ 5698681 w 5775960"/>
              <a:gd name="connsiteY5" fmla="*/ 3758441 h 3959956"/>
              <a:gd name="connsiteX6" fmla="*/ 82359 w 5775960"/>
              <a:gd name="connsiteY6" fmla="*/ 3748281 h 3959956"/>
              <a:gd name="connsiteX7" fmla="*/ 0 w 5775960"/>
              <a:gd name="connsiteY7" fmla="*/ 3604962 h 3959956"/>
              <a:gd name="connsiteX8" fmla="*/ 0 w 5775960"/>
              <a:gd name="connsiteY8" fmla="*/ 447360 h 3959956"/>
              <a:gd name="connsiteX0" fmla="*/ 0 w 5775960"/>
              <a:gd name="connsiteY0" fmla="*/ 447360 h 3903487"/>
              <a:gd name="connsiteX1" fmla="*/ 97599 w 5775960"/>
              <a:gd name="connsiteY1" fmla="*/ 349761 h 3903487"/>
              <a:gd name="connsiteX2" fmla="*/ 5647881 w 5775960"/>
              <a:gd name="connsiteY2" fmla="*/ 349761 h 3903487"/>
              <a:gd name="connsiteX3" fmla="*/ 5745480 w 5775960"/>
              <a:gd name="connsiteY3" fmla="*/ 447360 h 3903487"/>
              <a:gd name="connsiteX4" fmla="*/ 5775960 w 5775960"/>
              <a:gd name="connsiteY4" fmla="*/ 3505902 h 3903487"/>
              <a:gd name="connsiteX5" fmla="*/ 5698681 w 5775960"/>
              <a:gd name="connsiteY5" fmla="*/ 3758441 h 3903487"/>
              <a:gd name="connsiteX6" fmla="*/ 82359 w 5775960"/>
              <a:gd name="connsiteY6" fmla="*/ 3748281 h 3903487"/>
              <a:gd name="connsiteX7" fmla="*/ 0 w 5775960"/>
              <a:gd name="connsiteY7" fmla="*/ 3604962 h 3903487"/>
              <a:gd name="connsiteX8" fmla="*/ 0 w 5775960"/>
              <a:gd name="connsiteY8" fmla="*/ 447360 h 3903487"/>
              <a:gd name="connsiteX0" fmla="*/ 0 w 5775960"/>
              <a:gd name="connsiteY0" fmla="*/ 447360 h 3860344"/>
              <a:gd name="connsiteX1" fmla="*/ 97599 w 5775960"/>
              <a:gd name="connsiteY1" fmla="*/ 349761 h 3860344"/>
              <a:gd name="connsiteX2" fmla="*/ 5647881 w 5775960"/>
              <a:gd name="connsiteY2" fmla="*/ 349761 h 3860344"/>
              <a:gd name="connsiteX3" fmla="*/ 5745480 w 5775960"/>
              <a:gd name="connsiteY3" fmla="*/ 447360 h 3860344"/>
              <a:gd name="connsiteX4" fmla="*/ 5775960 w 5775960"/>
              <a:gd name="connsiteY4" fmla="*/ 3505902 h 3860344"/>
              <a:gd name="connsiteX5" fmla="*/ 5698681 w 5775960"/>
              <a:gd name="connsiteY5" fmla="*/ 3758441 h 3860344"/>
              <a:gd name="connsiteX6" fmla="*/ 82359 w 5775960"/>
              <a:gd name="connsiteY6" fmla="*/ 3748281 h 3860344"/>
              <a:gd name="connsiteX7" fmla="*/ 0 w 5775960"/>
              <a:gd name="connsiteY7" fmla="*/ 3604962 h 3860344"/>
              <a:gd name="connsiteX8" fmla="*/ 0 w 5775960"/>
              <a:gd name="connsiteY8" fmla="*/ 447360 h 3860344"/>
              <a:gd name="connsiteX0" fmla="*/ 0 w 5775960"/>
              <a:gd name="connsiteY0" fmla="*/ 447360 h 3855798"/>
              <a:gd name="connsiteX1" fmla="*/ 97599 w 5775960"/>
              <a:gd name="connsiteY1" fmla="*/ 349761 h 3855798"/>
              <a:gd name="connsiteX2" fmla="*/ 5647881 w 5775960"/>
              <a:gd name="connsiteY2" fmla="*/ 349761 h 3855798"/>
              <a:gd name="connsiteX3" fmla="*/ 5745480 w 5775960"/>
              <a:gd name="connsiteY3" fmla="*/ 447360 h 3855798"/>
              <a:gd name="connsiteX4" fmla="*/ 5775960 w 5775960"/>
              <a:gd name="connsiteY4" fmla="*/ 3505902 h 3855798"/>
              <a:gd name="connsiteX5" fmla="*/ 5607241 w 5775960"/>
              <a:gd name="connsiteY5" fmla="*/ 3748281 h 3855798"/>
              <a:gd name="connsiteX6" fmla="*/ 82359 w 5775960"/>
              <a:gd name="connsiteY6" fmla="*/ 3748281 h 3855798"/>
              <a:gd name="connsiteX7" fmla="*/ 0 w 5775960"/>
              <a:gd name="connsiteY7" fmla="*/ 3604962 h 3855798"/>
              <a:gd name="connsiteX8" fmla="*/ 0 w 5775960"/>
              <a:gd name="connsiteY8" fmla="*/ 447360 h 3855798"/>
              <a:gd name="connsiteX0" fmla="*/ 0 w 5775960"/>
              <a:gd name="connsiteY0" fmla="*/ 447360 h 3889660"/>
              <a:gd name="connsiteX1" fmla="*/ 97599 w 5775960"/>
              <a:gd name="connsiteY1" fmla="*/ 349761 h 3889660"/>
              <a:gd name="connsiteX2" fmla="*/ 5647881 w 5775960"/>
              <a:gd name="connsiteY2" fmla="*/ 349761 h 3889660"/>
              <a:gd name="connsiteX3" fmla="*/ 5745480 w 5775960"/>
              <a:gd name="connsiteY3" fmla="*/ 447360 h 3889660"/>
              <a:gd name="connsiteX4" fmla="*/ 5775960 w 5775960"/>
              <a:gd name="connsiteY4" fmla="*/ 3505902 h 3889660"/>
              <a:gd name="connsiteX5" fmla="*/ 5607241 w 5775960"/>
              <a:gd name="connsiteY5" fmla="*/ 3748281 h 3889660"/>
              <a:gd name="connsiteX6" fmla="*/ 82359 w 5775960"/>
              <a:gd name="connsiteY6" fmla="*/ 3748281 h 3889660"/>
              <a:gd name="connsiteX7" fmla="*/ 0 w 5775960"/>
              <a:gd name="connsiteY7" fmla="*/ 3604962 h 3889660"/>
              <a:gd name="connsiteX8" fmla="*/ 0 w 5775960"/>
              <a:gd name="connsiteY8" fmla="*/ 447360 h 3889660"/>
              <a:gd name="connsiteX0" fmla="*/ 0 w 5775960"/>
              <a:gd name="connsiteY0" fmla="*/ 447360 h 3895248"/>
              <a:gd name="connsiteX1" fmla="*/ 97599 w 5775960"/>
              <a:gd name="connsiteY1" fmla="*/ 349761 h 3895248"/>
              <a:gd name="connsiteX2" fmla="*/ 5647881 w 5775960"/>
              <a:gd name="connsiteY2" fmla="*/ 349761 h 3895248"/>
              <a:gd name="connsiteX3" fmla="*/ 5745480 w 5775960"/>
              <a:gd name="connsiteY3" fmla="*/ 447360 h 3895248"/>
              <a:gd name="connsiteX4" fmla="*/ 5775960 w 5775960"/>
              <a:gd name="connsiteY4" fmla="*/ 3505902 h 3895248"/>
              <a:gd name="connsiteX5" fmla="*/ 5673281 w 5775960"/>
              <a:gd name="connsiteY5" fmla="*/ 3758441 h 3895248"/>
              <a:gd name="connsiteX6" fmla="*/ 82359 w 5775960"/>
              <a:gd name="connsiteY6" fmla="*/ 3748281 h 3895248"/>
              <a:gd name="connsiteX7" fmla="*/ 0 w 5775960"/>
              <a:gd name="connsiteY7" fmla="*/ 3604962 h 3895248"/>
              <a:gd name="connsiteX8" fmla="*/ 0 w 5775960"/>
              <a:gd name="connsiteY8" fmla="*/ 447360 h 3895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5960" h="3895248">
                <a:moveTo>
                  <a:pt x="0" y="447360"/>
                </a:moveTo>
                <a:cubicBezTo>
                  <a:pt x="0" y="393458"/>
                  <a:pt x="43697" y="349761"/>
                  <a:pt x="97599" y="349761"/>
                </a:cubicBezTo>
                <a:cubicBezTo>
                  <a:pt x="2008653" y="-119631"/>
                  <a:pt x="3858747" y="-113535"/>
                  <a:pt x="5647881" y="349761"/>
                </a:cubicBezTo>
                <a:cubicBezTo>
                  <a:pt x="5701783" y="349761"/>
                  <a:pt x="5745480" y="393458"/>
                  <a:pt x="5745480" y="447360"/>
                </a:cubicBezTo>
                <a:lnTo>
                  <a:pt x="5775960" y="3505902"/>
                </a:lnTo>
                <a:cubicBezTo>
                  <a:pt x="5775960" y="3559804"/>
                  <a:pt x="5726892" y="3752851"/>
                  <a:pt x="5673281" y="3758441"/>
                </a:cubicBezTo>
                <a:cubicBezTo>
                  <a:pt x="3675867" y="3966721"/>
                  <a:pt x="1962933" y="3915921"/>
                  <a:pt x="82359" y="3748281"/>
                </a:cubicBezTo>
                <a:cubicBezTo>
                  <a:pt x="28457" y="3748281"/>
                  <a:pt x="0" y="3658864"/>
                  <a:pt x="0" y="3604962"/>
                </a:cubicBezTo>
                <a:lnTo>
                  <a:pt x="0" y="447360"/>
                </a:lnTo>
                <a:close/>
              </a:path>
            </a:pathLst>
          </a:custGeom>
          <a:gradFill flip="none" rotWithShape="1">
            <a:gsLst>
              <a:gs pos="49000">
                <a:srgbClr val="1F2327"/>
              </a:gs>
              <a:gs pos="89000">
                <a:srgbClr val="35353B"/>
              </a:gs>
              <a:gs pos="73000">
                <a:srgbClr val="3B3B42"/>
              </a:gs>
            </a:gsLst>
            <a:lin ang="9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BD97F8-5834-A91F-2116-E38B6EC086F2}"/>
              </a:ext>
            </a:extLst>
          </p:cNvPr>
          <p:cNvSpPr/>
          <p:nvPr/>
        </p:nvSpPr>
        <p:spPr>
          <a:xfrm>
            <a:off x="7339472" y="7331422"/>
            <a:ext cx="2567707" cy="169163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F26014-A366-F3AC-BA63-C337F20DB2AC}"/>
              </a:ext>
            </a:extLst>
          </p:cNvPr>
          <p:cNvSpPr/>
          <p:nvPr/>
        </p:nvSpPr>
        <p:spPr>
          <a:xfrm>
            <a:off x="5689470" y="7342055"/>
            <a:ext cx="1137000" cy="169163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CCE2ED-84CB-3FFD-BAB7-38D894BBD929}"/>
              </a:ext>
            </a:extLst>
          </p:cNvPr>
          <p:cNvSpPr/>
          <p:nvPr/>
        </p:nvSpPr>
        <p:spPr>
          <a:xfrm>
            <a:off x="4438892" y="7352715"/>
            <a:ext cx="908252" cy="168156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698E05-AF66-FD02-5AA0-5687B173ACCC}"/>
              </a:ext>
            </a:extLst>
          </p:cNvPr>
          <p:cNvSpPr/>
          <p:nvPr/>
        </p:nvSpPr>
        <p:spPr>
          <a:xfrm>
            <a:off x="7398553" y="6686502"/>
            <a:ext cx="2147672" cy="544931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6E103B-F929-8E27-3837-B26C9DE1BA62}"/>
              </a:ext>
            </a:extLst>
          </p:cNvPr>
          <p:cNvSpPr/>
          <p:nvPr/>
        </p:nvSpPr>
        <p:spPr>
          <a:xfrm>
            <a:off x="4453786" y="6703443"/>
            <a:ext cx="843502" cy="544931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01DF0A-DB19-CE4C-ACB3-C4B86C9AA69F}"/>
              </a:ext>
            </a:extLst>
          </p:cNvPr>
          <p:cNvCxnSpPr/>
          <p:nvPr/>
        </p:nvCxnSpPr>
        <p:spPr>
          <a:xfrm flipV="1">
            <a:off x="5517090" y="6573520"/>
            <a:ext cx="0" cy="4819556"/>
          </a:xfrm>
          <a:prstGeom prst="line">
            <a:avLst/>
          </a:prstGeom>
          <a:ln w="254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D846C2-8C6E-C879-16E2-2BDD23368910}"/>
              </a:ext>
            </a:extLst>
          </p:cNvPr>
          <p:cNvCxnSpPr/>
          <p:nvPr/>
        </p:nvCxnSpPr>
        <p:spPr>
          <a:xfrm flipV="1">
            <a:off x="7071360" y="6573520"/>
            <a:ext cx="0" cy="4819556"/>
          </a:xfrm>
          <a:prstGeom prst="line">
            <a:avLst/>
          </a:prstGeom>
          <a:ln w="254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874561-055C-3515-3CEB-79D28CA45B54}"/>
              </a:ext>
            </a:extLst>
          </p:cNvPr>
          <p:cNvCxnSpPr>
            <a:cxnSpLocks/>
          </p:cNvCxnSpPr>
          <p:nvPr/>
        </p:nvCxnSpPr>
        <p:spPr>
          <a:xfrm>
            <a:off x="5501640" y="6573520"/>
            <a:ext cx="1583055" cy="0"/>
          </a:xfrm>
          <a:prstGeom prst="line">
            <a:avLst/>
          </a:prstGeom>
          <a:ln w="635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9BA00E0D-6808-DCB0-8929-4F487B375A25}"/>
              </a:ext>
            </a:extLst>
          </p:cNvPr>
          <p:cNvSpPr/>
          <p:nvPr/>
        </p:nvSpPr>
        <p:spPr>
          <a:xfrm>
            <a:off x="11653278" y="5683055"/>
            <a:ext cx="6274894" cy="62670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5067DF5F-49B3-EB57-E75D-5A15C70E7887}"/>
              </a:ext>
            </a:extLst>
          </p:cNvPr>
          <p:cNvSpPr/>
          <p:nvPr/>
        </p:nvSpPr>
        <p:spPr>
          <a:xfrm>
            <a:off x="11655315" y="7293563"/>
            <a:ext cx="6274894" cy="213841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7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20FA4-A99B-495A-82FF-90CBD442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15E6C0-37D3-234D-0809-AE19811718E2}"/>
              </a:ext>
            </a:extLst>
          </p:cNvPr>
          <p:cNvSpPr/>
          <p:nvPr/>
        </p:nvSpPr>
        <p:spPr>
          <a:xfrm>
            <a:off x="3993931" y="5591178"/>
            <a:ext cx="6300952" cy="6300952"/>
          </a:xfrm>
          <a:prstGeom prst="rect">
            <a:avLst/>
          </a:prstGeom>
          <a:gradFill>
            <a:gsLst>
              <a:gs pos="0">
                <a:srgbClr val="BC2D26"/>
              </a:gs>
              <a:gs pos="100000">
                <a:srgbClr val="BF2C24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1180EFDC-665F-7396-3D00-21AE82940138}"/>
              </a:ext>
            </a:extLst>
          </p:cNvPr>
          <p:cNvSpPr/>
          <p:nvPr/>
        </p:nvSpPr>
        <p:spPr>
          <a:xfrm>
            <a:off x="9728601" y="5606257"/>
            <a:ext cx="560472" cy="4132968"/>
          </a:xfrm>
          <a:custGeom>
            <a:avLst/>
            <a:gdLst>
              <a:gd name="connsiteX0" fmla="*/ 0 w 560472"/>
              <a:gd name="connsiteY0" fmla="*/ 185869 h 4084200"/>
              <a:gd name="connsiteX1" fmla="*/ 185869 w 560472"/>
              <a:gd name="connsiteY1" fmla="*/ 0 h 4084200"/>
              <a:gd name="connsiteX2" fmla="*/ 374603 w 560472"/>
              <a:gd name="connsiteY2" fmla="*/ 0 h 4084200"/>
              <a:gd name="connsiteX3" fmla="*/ 560472 w 560472"/>
              <a:gd name="connsiteY3" fmla="*/ 185869 h 4084200"/>
              <a:gd name="connsiteX4" fmla="*/ 560472 w 560472"/>
              <a:gd name="connsiteY4" fmla="*/ 3898331 h 4084200"/>
              <a:gd name="connsiteX5" fmla="*/ 374603 w 560472"/>
              <a:gd name="connsiteY5" fmla="*/ 4084200 h 4084200"/>
              <a:gd name="connsiteX6" fmla="*/ 185869 w 560472"/>
              <a:gd name="connsiteY6" fmla="*/ 4084200 h 4084200"/>
              <a:gd name="connsiteX7" fmla="*/ 0 w 560472"/>
              <a:gd name="connsiteY7" fmla="*/ 3898331 h 4084200"/>
              <a:gd name="connsiteX8" fmla="*/ 0 w 560472"/>
              <a:gd name="connsiteY8" fmla="*/ 185869 h 4084200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74603 w 560472"/>
              <a:gd name="connsiteY5" fmla="*/ 4084200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98987 w 560472"/>
              <a:gd name="connsiteY5" fmla="*/ 4096392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0472" h="4132968">
                <a:moveTo>
                  <a:pt x="0" y="185869"/>
                </a:moveTo>
                <a:cubicBezTo>
                  <a:pt x="0" y="83216"/>
                  <a:pt x="83216" y="0"/>
                  <a:pt x="185869" y="0"/>
                </a:cubicBezTo>
                <a:lnTo>
                  <a:pt x="374603" y="0"/>
                </a:lnTo>
                <a:cubicBezTo>
                  <a:pt x="477256" y="0"/>
                  <a:pt x="560472" y="83216"/>
                  <a:pt x="560472" y="185869"/>
                </a:cubicBezTo>
                <a:lnTo>
                  <a:pt x="560472" y="3898331"/>
                </a:lnTo>
                <a:cubicBezTo>
                  <a:pt x="560472" y="4000984"/>
                  <a:pt x="501640" y="4096392"/>
                  <a:pt x="398987" y="4096392"/>
                </a:cubicBezTo>
                <a:cubicBezTo>
                  <a:pt x="336076" y="4096392"/>
                  <a:pt x="230492" y="4132968"/>
                  <a:pt x="167581" y="4132968"/>
                </a:cubicBezTo>
                <a:cubicBezTo>
                  <a:pt x="64928" y="4132968"/>
                  <a:pt x="0" y="4000984"/>
                  <a:pt x="0" y="3898331"/>
                </a:cubicBezTo>
                <a:lnTo>
                  <a:pt x="0" y="185869"/>
                </a:lnTo>
                <a:close/>
              </a:path>
            </a:pathLst>
          </a:custGeom>
          <a:gradFill>
            <a:gsLst>
              <a:gs pos="78000">
                <a:srgbClr val="FCA09D">
                  <a:alpha val="30000"/>
                </a:srgbClr>
              </a:gs>
              <a:gs pos="41000">
                <a:srgbClr val="F86068">
                  <a:alpha val="30000"/>
                </a:srgbClr>
              </a:gs>
              <a:gs pos="75000">
                <a:srgbClr val="F8C4DA">
                  <a:alpha val="3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4" name="Rectangle: Rounded Corners 1132">
            <a:extLst>
              <a:ext uri="{FF2B5EF4-FFF2-40B4-BE49-F238E27FC236}">
                <a16:creationId xmlns:a16="http://schemas.microsoft.com/office/drawing/2014/main" id="{F5E39F6F-3A5D-2AC9-5AD1-0343D0C6AF59}"/>
              </a:ext>
            </a:extLst>
          </p:cNvPr>
          <p:cNvSpPr/>
          <p:nvPr/>
        </p:nvSpPr>
        <p:spPr>
          <a:xfrm flipH="1">
            <a:off x="3993928" y="5604166"/>
            <a:ext cx="545127" cy="4147803"/>
          </a:xfrm>
          <a:custGeom>
            <a:avLst/>
            <a:gdLst>
              <a:gd name="connsiteX0" fmla="*/ 0 w 560472"/>
              <a:gd name="connsiteY0" fmla="*/ 185869 h 4084200"/>
              <a:gd name="connsiteX1" fmla="*/ 185869 w 560472"/>
              <a:gd name="connsiteY1" fmla="*/ 0 h 4084200"/>
              <a:gd name="connsiteX2" fmla="*/ 374603 w 560472"/>
              <a:gd name="connsiteY2" fmla="*/ 0 h 4084200"/>
              <a:gd name="connsiteX3" fmla="*/ 560472 w 560472"/>
              <a:gd name="connsiteY3" fmla="*/ 185869 h 4084200"/>
              <a:gd name="connsiteX4" fmla="*/ 560472 w 560472"/>
              <a:gd name="connsiteY4" fmla="*/ 3898331 h 4084200"/>
              <a:gd name="connsiteX5" fmla="*/ 374603 w 560472"/>
              <a:gd name="connsiteY5" fmla="*/ 4084200 h 4084200"/>
              <a:gd name="connsiteX6" fmla="*/ 185869 w 560472"/>
              <a:gd name="connsiteY6" fmla="*/ 4084200 h 4084200"/>
              <a:gd name="connsiteX7" fmla="*/ 0 w 560472"/>
              <a:gd name="connsiteY7" fmla="*/ 3898331 h 4084200"/>
              <a:gd name="connsiteX8" fmla="*/ 0 w 560472"/>
              <a:gd name="connsiteY8" fmla="*/ 185869 h 4084200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74603 w 560472"/>
              <a:gd name="connsiteY5" fmla="*/ 4084200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98987 w 560472"/>
              <a:gd name="connsiteY5" fmla="*/ 4096392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94356 w 560472"/>
              <a:gd name="connsiteY5" fmla="*/ 4063490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  <a:gd name="connsiteX0" fmla="*/ 0 w 560472"/>
              <a:gd name="connsiteY0" fmla="*/ 185869 h 4132968"/>
              <a:gd name="connsiteX1" fmla="*/ 185869 w 560472"/>
              <a:gd name="connsiteY1" fmla="*/ 0 h 4132968"/>
              <a:gd name="connsiteX2" fmla="*/ 374603 w 560472"/>
              <a:gd name="connsiteY2" fmla="*/ 0 h 4132968"/>
              <a:gd name="connsiteX3" fmla="*/ 560472 w 560472"/>
              <a:gd name="connsiteY3" fmla="*/ 185869 h 4132968"/>
              <a:gd name="connsiteX4" fmla="*/ 560472 w 560472"/>
              <a:gd name="connsiteY4" fmla="*/ 3898331 h 4132968"/>
              <a:gd name="connsiteX5" fmla="*/ 394356 w 560472"/>
              <a:gd name="connsiteY5" fmla="*/ 4063490 h 4132968"/>
              <a:gd name="connsiteX6" fmla="*/ 167581 w 560472"/>
              <a:gd name="connsiteY6" fmla="*/ 4132968 h 4132968"/>
              <a:gd name="connsiteX7" fmla="*/ 0 w 560472"/>
              <a:gd name="connsiteY7" fmla="*/ 3898331 h 4132968"/>
              <a:gd name="connsiteX8" fmla="*/ 0 w 560472"/>
              <a:gd name="connsiteY8" fmla="*/ 185869 h 4132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0472" h="4132968">
                <a:moveTo>
                  <a:pt x="0" y="185869"/>
                </a:moveTo>
                <a:cubicBezTo>
                  <a:pt x="0" y="83216"/>
                  <a:pt x="83216" y="0"/>
                  <a:pt x="185869" y="0"/>
                </a:cubicBezTo>
                <a:lnTo>
                  <a:pt x="374603" y="0"/>
                </a:lnTo>
                <a:cubicBezTo>
                  <a:pt x="477256" y="0"/>
                  <a:pt x="560472" y="83216"/>
                  <a:pt x="560472" y="185869"/>
                </a:cubicBezTo>
                <a:lnTo>
                  <a:pt x="560472" y="3898331"/>
                </a:lnTo>
                <a:cubicBezTo>
                  <a:pt x="560472" y="4000984"/>
                  <a:pt x="508586" y="3992625"/>
                  <a:pt x="394356" y="4063490"/>
                </a:cubicBezTo>
                <a:cubicBezTo>
                  <a:pt x="331445" y="4063490"/>
                  <a:pt x="230492" y="4132968"/>
                  <a:pt x="167581" y="4132968"/>
                </a:cubicBezTo>
                <a:cubicBezTo>
                  <a:pt x="64928" y="4132968"/>
                  <a:pt x="0" y="4000984"/>
                  <a:pt x="0" y="3898331"/>
                </a:cubicBezTo>
                <a:lnTo>
                  <a:pt x="0" y="185869"/>
                </a:lnTo>
                <a:close/>
              </a:path>
            </a:pathLst>
          </a:custGeom>
          <a:gradFill>
            <a:gsLst>
              <a:gs pos="78000">
                <a:srgbClr val="FCA09D">
                  <a:alpha val="30000"/>
                </a:srgbClr>
              </a:gs>
              <a:gs pos="41000">
                <a:srgbClr val="F86068">
                  <a:alpha val="30000"/>
                </a:srgbClr>
              </a:gs>
              <a:gs pos="75000">
                <a:srgbClr val="F8C4DA">
                  <a:alpha val="3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66B3D40D-93A1-3FD6-43D7-B2CDCAED0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1814" y="-350771"/>
            <a:ext cx="114300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新製品】東武70090型・70000系 « ＧＭ通信">
            <a:extLst>
              <a:ext uri="{FF2B5EF4-FFF2-40B4-BE49-F238E27FC236}">
                <a16:creationId xmlns:a16="http://schemas.microsoft.com/office/drawing/2014/main" id="{9CF7B4E8-385C-D648-E3C3-753C24FF2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5492" y="630304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5BE1491-BA49-AC93-9FF7-A234D0B31669}"/>
              </a:ext>
            </a:extLst>
          </p:cNvPr>
          <p:cNvSpPr/>
          <p:nvPr/>
        </p:nvSpPr>
        <p:spPr>
          <a:xfrm>
            <a:off x="3993931" y="11393076"/>
            <a:ext cx="6300952" cy="499054"/>
          </a:xfrm>
          <a:prstGeom prst="rect">
            <a:avLst/>
          </a:prstGeom>
          <a:gradFill>
            <a:gsLst>
              <a:gs pos="0">
                <a:srgbClr val="9DA39D"/>
              </a:gs>
              <a:gs pos="44000">
                <a:srgbClr val="7A797D"/>
              </a:gs>
              <a:gs pos="100000">
                <a:srgbClr val="9DA39D"/>
              </a:gs>
            </a:gsLst>
            <a:lin ang="90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60E528-2F63-74F8-5EB1-ADC5F4248573}"/>
              </a:ext>
            </a:extLst>
          </p:cNvPr>
          <p:cNvSpPr/>
          <p:nvPr/>
        </p:nvSpPr>
        <p:spPr>
          <a:xfrm>
            <a:off x="3993931" y="11531409"/>
            <a:ext cx="6300952" cy="360721"/>
          </a:xfrm>
          <a:custGeom>
            <a:avLst/>
            <a:gdLst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0952" h="319352">
                <a:moveTo>
                  <a:pt x="0" y="0"/>
                </a:moveTo>
                <a:cubicBezTo>
                  <a:pt x="2111892" y="57873"/>
                  <a:pt x="4177486" y="92598"/>
                  <a:pt x="6300952" y="0"/>
                </a:cubicBezTo>
                <a:lnTo>
                  <a:pt x="6300952" y="319352"/>
                </a:lnTo>
                <a:lnTo>
                  <a:pt x="0" y="3193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2000">
                <a:srgbClr val="888984"/>
              </a:gs>
              <a:gs pos="0">
                <a:srgbClr val="7A797D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41D1EA0-39D7-1D56-7E66-CF2F18E4705B}"/>
              </a:ext>
            </a:extLst>
          </p:cNvPr>
          <p:cNvSpPr/>
          <p:nvPr/>
        </p:nvSpPr>
        <p:spPr>
          <a:xfrm>
            <a:off x="4241187" y="10744690"/>
            <a:ext cx="5806440" cy="648386"/>
          </a:xfrm>
          <a:custGeom>
            <a:avLst/>
            <a:gdLst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6440" h="578929">
                <a:moveTo>
                  <a:pt x="0" y="0"/>
                </a:moveTo>
                <a:cubicBezTo>
                  <a:pt x="1960880" y="67852"/>
                  <a:pt x="3865880" y="99241"/>
                  <a:pt x="5806440" y="0"/>
                </a:cubicBezTo>
                <a:lnTo>
                  <a:pt x="5806440" y="578929"/>
                </a:lnTo>
                <a:lnTo>
                  <a:pt x="0" y="578929"/>
                </a:lnTo>
                <a:lnTo>
                  <a:pt x="0" y="0"/>
                </a:lnTo>
                <a:close/>
              </a:path>
            </a:pathLst>
          </a:custGeom>
          <a:solidFill>
            <a:srgbClr val="1F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CE5242-651C-19DA-8E16-1F0314BE079D}"/>
              </a:ext>
            </a:extLst>
          </p:cNvPr>
          <p:cNvSpPr/>
          <p:nvPr/>
        </p:nvSpPr>
        <p:spPr>
          <a:xfrm>
            <a:off x="4241187" y="10814148"/>
            <a:ext cx="5806440" cy="523824"/>
          </a:xfrm>
          <a:custGeom>
            <a:avLst/>
            <a:gdLst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6440" h="578929">
                <a:moveTo>
                  <a:pt x="0" y="0"/>
                </a:moveTo>
                <a:cubicBezTo>
                  <a:pt x="1960880" y="167640"/>
                  <a:pt x="3891280" y="121920"/>
                  <a:pt x="5806440" y="0"/>
                </a:cubicBezTo>
                <a:lnTo>
                  <a:pt x="5806440" y="578929"/>
                </a:lnTo>
                <a:lnTo>
                  <a:pt x="0" y="57892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A696E"/>
              </a:gs>
              <a:gs pos="34000">
                <a:srgbClr val="636266"/>
              </a:gs>
              <a:gs pos="53000">
                <a:srgbClr val="656468"/>
              </a:gs>
              <a:gs pos="100000">
                <a:srgbClr val="6A696E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F23AEE7-8547-5AA1-7241-0ED738B8256C}"/>
              </a:ext>
            </a:extLst>
          </p:cNvPr>
          <p:cNvSpPr/>
          <p:nvPr/>
        </p:nvSpPr>
        <p:spPr>
          <a:xfrm>
            <a:off x="6542255" y="4074265"/>
            <a:ext cx="5718064" cy="609600"/>
          </a:xfrm>
          <a:custGeom>
            <a:avLst/>
            <a:gdLst>
              <a:gd name="connsiteX0" fmla="*/ 0 w 5718048"/>
              <a:gd name="connsiteY0" fmla="*/ 146304 h 292608"/>
              <a:gd name="connsiteX1" fmla="*/ 2859024 w 5718048"/>
              <a:gd name="connsiteY1" fmla="*/ 0 h 292608"/>
              <a:gd name="connsiteX2" fmla="*/ 5718048 w 5718048"/>
              <a:gd name="connsiteY2" fmla="*/ 146304 h 292608"/>
              <a:gd name="connsiteX3" fmla="*/ 2859024 w 5718048"/>
              <a:gd name="connsiteY3" fmla="*/ 292608 h 292608"/>
              <a:gd name="connsiteX4" fmla="*/ 0 w 5718048"/>
              <a:gd name="connsiteY4" fmla="*/ 146304 h 292608"/>
              <a:gd name="connsiteX0" fmla="*/ 30 w 5718078"/>
              <a:gd name="connsiteY0" fmla="*/ 146304 h 426720"/>
              <a:gd name="connsiteX1" fmla="*/ 2859054 w 5718078"/>
              <a:gd name="connsiteY1" fmla="*/ 0 h 426720"/>
              <a:gd name="connsiteX2" fmla="*/ 5718078 w 5718078"/>
              <a:gd name="connsiteY2" fmla="*/ 146304 h 426720"/>
              <a:gd name="connsiteX3" fmla="*/ 2816382 w 5718078"/>
              <a:gd name="connsiteY3" fmla="*/ 426720 h 426720"/>
              <a:gd name="connsiteX4" fmla="*/ 30 w 5718078"/>
              <a:gd name="connsiteY4" fmla="*/ 146304 h 426720"/>
              <a:gd name="connsiteX0" fmla="*/ 16 w 5718064"/>
              <a:gd name="connsiteY0" fmla="*/ 329184 h 609600"/>
              <a:gd name="connsiteX1" fmla="*/ 2846848 w 5718064"/>
              <a:gd name="connsiteY1" fmla="*/ 0 h 609600"/>
              <a:gd name="connsiteX2" fmla="*/ 5718064 w 5718064"/>
              <a:gd name="connsiteY2" fmla="*/ 329184 h 609600"/>
              <a:gd name="connsiteX3" fmla="*/ 2816368 w 5718064"/>
              <a:gd name="connsiteY3" fmla="*/ 609600 h 609600"/>
              <a:gd name="connsiteX4" fmla="*/ 16 w 5718064"/>
              <a:gd name="connsiteY4" fmla="*/ 329184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8064" h="609600">
                <a:moveTo>
                  <a:pt x="16" y="329184"/>
                </a:moveTo>
                <a:cubicBezTo>
                  <a:pt x="5096" y="227584"/>
                  <a:pt x="1267853" y="0"/>
                  <a:pt x="2846848" y="0"/>
                </a:cubicBezTo>
                <a:cubicBezTo>
                  <a:pt x="4425843" y="0"/>
                  <a:pt x="5718064" y="248383"/>
                  <a:pt x="5718064" y="329184"/>
                </a:cubicBezTo>
                <a:cubicBezTo>
                  <a:pt x="5718064" y="409985"/>
                  <a:pt x="4395363" y="609600"/>
                  <a:pt x="2816368" y="609600"/>
                </a:cubicBezTo>
                <a:cubicBezTo>
                  <a:pt x="1237373" y="609600"/>
                  <a:pt x="-5064" y="430784"/>
                  <a:pt x="16" y="32918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139C20-5087-2048-D839-49B656137FB8}"/>
              </a:ext>
            </a:extLst>
          </p:cNvPr>
          <p:cNvSpPr/>
          <p:nvPr/>
        </p:nvSpPr>
        <p:spPr>
          <a:xfrm>
            <a:off x="4241187" y="10015180"/>
            <a:ext cx="1102973" cy="563393"/>
          </a:xfrm>
          <a:custGeom>
            <a:avLst/>
            <a:gdLst>
              <a:gd name="connsiteX0" fmla="*/ 0 w 1067413"/>
              <a:gd name="connsiteY0" fmla="*/ 63466 h 510053"/>
              <a:gd name="connsiteX1" fmla="*/ 63466 w 1067413"/>
              <a:gd name="connsiteY1" fmla="*/ 0 h 510053"/>
              <a:gd name="connsiteX2" fmla="*/ 1003947 w 1067413"/>
              <a:gd name="connsiteY2" fmla="*/ 0 h 510053"/>
              <a:gd name="connsiteX3" fmla="*/ 1067413 w 1067413"/>
              <a:gd name="connsiteY3" fmla="*/ 63466 h 510053"/>
              <a:gd name="connsiteX4" fmla="*/ 1067413 w 1067413"/>
              <a:gd name="connsiteY4" fmla="*/ 446587 h 510053"/>
              <a:gd name="connsiteX5" fmla="*/ 1003947 w 1067413"/>
              <a:gd name="connsiteY5" fmla="*/ 510053 h 510053"/>
              <a:gd name="connsiteX6" fmla="*/ 63466 w 1067413"/>
              <a:gd name="connsiteY6" fmla="*/ 510053 h 510053"/>
              <a:gd name="connsiteX7" fmla="*/ 0 w 1067413"/>
              <a:gd name="connsiteY7" fmla="*/ 446587 h 510053"/>
              <a:gd name="connsiteX8" fmla="*/ 0 w 1067413"/>
              <a:gd name="connsiteY8" fmla="*/ 63466 h 51005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942987 w 1067413"/>
              <a:gd name="connsiteY2" fmla="*/ 3200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9812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72493"/>
              <a:gd name="connsiteY0" fmla="*/ 93946 h 540533"/>
              <a:gd name="connsiteX1" fmla="*/ 129506 w 1072493"/>
              <a:gd name="connsiteY1" fmla="*/ 0 h 540533"/>
              <a:gd name="connsiteX2" fmla="*/ 777887 w 1072493"/>
              <a:gd name="connsiteY2" fmla="*/ 142240 h 540533"/>
              <a:gd name="connsiteX3" fmla="*/ 1072493 w 1072493"/>
              <a:gd name="connsiteY3" fmla="*/ 421606 h 540533"/>
              <a:gd name="connsiteX4" fmla="*/ 1067413 w 1072493"/>
              <a:gd name="connsiteY4" fmla="*/ 477067 h 540533"/>
              <a:gd name="connsiteX5" fmla="*/ 1003947 w 1072493"/>
              <a:gd name="connsiteY5" fmla="*/ 540533 h 540533"/>
              <a:gd name="connsiteX6" fmla="*/ 63466 w 1072493"/>
              <a:gd name="connsiteY6" fmla="*/ 540533 h 540533"/>
              <a:gd name="connsiteX7" fmla="*/ 0 w 1072493"/>
              <a:gd name="connsiteY7" fmla="*/ 477067 h 540533"/>
              <a:gd name="connsiteX8" fmla="*/ 0 w 107249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102973"/>
              <a:gd name="connsiteY0" fmla="*/ 93946 h 540533"/>
              <a:gd name="connsiteX1" fmla="*/ 129506 w 1102973"/>
              <a:gd name="connsiteY1" fmla="*/ 0 h 540533"/>
              <a:gd name="connsiteX2" fmla="*/ 777887 w 1102973"/>
              <a:gd name="connsiteY2" fmla="*/ 142240 h 540533"/>
              <a:gd name="connsiteX3" fmla="*/ 1054713 w 1102973"/>
              <a:gd name="connsiteY3" fmla="*/ 317466 h 540533"/>
              <a:gd name="connsiteX4" fmla="*/ 1102973 w 1102973"/>
              <a:gd name="connsiteY4" fmla="*/ 499927 h 540533"/>
              <a:gd name="connsiteX5" fmla="*/ 1003947 w 1102973"/>
              <a:gd name="connsiteY5" fmla="*/ 540533 h 540533"/>
              <a:gd name="connsiteX6" fmla="*/ 63466 w 1102973"/>
              <a:gd name="connsiteY6" fmla="*/ 540533 h 540533"/>
              <a:gd name="connsiteX7" fmla="*/ 0 w 1102973"/>
              <a:gd name="connsiteY7" fmla="*/ 477067 h 540533"/>
              <a:gd name="connsiteX8" fmla="*/ 0 w 1102973"/>
              <a:gd name="connsiteY8" fmla="*/ 93946 h 54053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2973" h="563393">
                <a:moveTo>
                  <a:pt x="0" y="93946"/>
                </a:moveTo>
                <a:cubicBezTo>
                  <a:pt x="0" y="58895"/>
                  <a:pt x="56355" y="0"/>
                  <a:pt x="129506" y="0"/>
                </a:cubicBezTo>
                <a:cubicBezTo>
                  <a:pt x="493800" y="40640"/>
                  <a:pt x="484713" y="58420"/>
                  <a:pt x="777887" y="142240"/>
                </a:cubicBezTo>
                <a:cubicBezTo>
                  <a:pt x="924698" y="193040"/>
                  <a:pt x="1008993" y="228440"/>
                  <a:pt x="1054713" y="317466"/>
                </a:cubicBezTo>
                <a:cubicBezTo>
                  <a:pt x="1089850" y="416386"/>
                  <a:pt x="1100221" y="408627"/>
                  <a:pt x="1102973" y="499927"/>
                </a:cubicBezTo>
                <a:cubicBezTo>
                  <a:pt x="1102973" y="534978"/>
                  <a:pt x="1049158" y="563393"/>
                  <a:pt x="1014107" y="563393"/>
                </a:cubicBezTo>
                <a:lnTo>
                  <a:pt x="63466" y="540533"/>
                </a:lnTo>
                <a:cubicBezTo>
                  <a:pt x="28415" y="540533"/>
                  <a:pt x="0" y="512118"/>
                  <a:pt x="0" y="477067"/>
                </a:cubicBezTo>
                <a:lnTo>
                  <a:pt x="0" y="93946"/>
                </a:lnTo>
                <a:close/>
              </a:path>
            </a:pathLst>
          </a:custGeom>
          <a:solidFill>
            <a:srgbClr val="3520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3">
            <a:extLst>
              <a:ext uri="{FF2B5EF4-FFF2-40B4-BE49-F238E27FC236}">
                <a16:creationId xmlns:a16="http://schemas.microsoft.com/office/drawing/2014/main" id="{37F8B8B0-FEE1-DB04-22BF-2730246FC6A6}"/>
              </a:ext>
            </a:extLst>
          </p:cNvPr>
          <p:cNvSpPr/>
          <p:nvPr/>
        </p:nvSpPr>
        <p:spPr>
          <a:xfrm flipH="1">
            <a:off x="8928056" y="10045423"/>
            <a:ext cx="1102974" cy="563393"/>
          </a:xfrm>
          <a:custGeom>
            <a:avLst/>
            <a:gdLst>
              <a:gd name="connsiteX0" fmla="*/ 0 w 1067413"/>
              <a:gd name="connsiteY0" fmla="*/ 63466 h 510053"/>
              <a:gd name="connsiteX1" fmla="*/ 63466 w 1067413"/>
              <a:gd name="connsiteY1" fmla="*/ 0 h 510053"/>
              <a:gd name="connsiteX2" fmla="*/ 1003947 w 1067413"/>
              <a:gd name="connsiteY2" fmla="*/ 0 h 510053"/>
              <a:gd name="connsiteX3" fmla="*/ 1067413 w 1067413"/>
              <a:gd name="connsiteY3" fmla="*/ 63466 h 510053"/>
              <a:gd name="connsiteX4" fmla="*/ 1067413 w 1067413"/>
              <a:gd name="connsiteY4" fmla="*/ 446587 h 510053"/>
              <a:gd name="connsiteX5" fmla="*/ 1003947 w 1067413"/>
              <a:gd name="connsiteY5" fmla="*/ 510053 h 510053"/>
              <a:gd name="connsiteX6" fmla="*/ 63466 w 1067413"/>
              <a:gd name="connsiteY6" fmla="*/ 510053 h 510053"/>
              <a:gd name="connsiteX7" fmla="*/ 0 w 1067413"/>
              <a:gd name="connsiteY7" fmla="*/ 446587 h 510053"/>
              <a:gd name="connsiteX8" fmla="*/ 0 w 1067413"/>
              <a:gd name="connsiteY8" fmla="*/ 63466 h 51005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942987 w 1067413"/>
              <a:gd name="connsiteY2" fmla="*/ 3200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9812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72493"/>
              <a:gd name="connsiteY0" fmla="*/ 93946 h 540533"/>
              <a:gd name="connsiteX1" fmla="*/ 129506 w 1072493"/>
              <a:gd name="connsiteY1" fmla="*/ 0 h 540533"/>
              <a:gd name="connsiteX2" fmla="*/ 777887 w 1072493"/>
              <a:gd name="connsiteY2" fmla="*/ 142240 h 540533"/>
              <a:gd name="connsiteX3" fmla="*/ 1072493 w 1072493"/>
              <a:gd name="connsiteY3" fmla="*/ 421606 h 540533"/>
              <a:gd name="connsiteX4" fmla="*/ 1067413 w 1072493"/>
              <a:gd name="connsiteY4" fmla="*/ 477067 h 540533"/>
              <a:gd name="connsiteX5" fmla="*/ 1003947 w 1072493"/>
              <a:gd name="connsiteY5" fmla="*/ 540533 h 540533"/>
              <a:gd name="connsiteX6" fmla="*/ 63466 w 1072493"/>
              <a:gd name="connsiteY6" fmla="*/ 540533 h 540533"/>
              <a:gd name="connsiteX7" fmla="*/ 0 w 1072493"/>
              <a:gd name="connsiteY7" fmla="*/ 477067 h 540533"/>
              <a:gd name="connsiteX8" fmla="*/ 0 w 107249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102973"/>
              <a:gd name="connsiteY0" fmla="*/ 93946 h 540533"/>
              <a:gd name="connsiteX1" fmla="*/ 129506 w 1102973"/>
              <a:gd name="connsiteY1" fmla="*/ 0 h 540533"/>
              <a:gd name="connsiteX2" fmla="*/ 777887 w 1102973"/>
              <a:gd name="connsiteY2" fmla="*/ 142240 h 540533"/>
              <a:gd name="connsiteX3" fmla="*/ 1054713 w 1102973"/>
              <a:gd name="connsiteY3" fmla="*/ 317466 h 540533"/>
              <a:gd name="connsiteX4" fmla="*/ 1102973 w 1102973"/>
              <a:gd name="connsiteY4" fmla="*/ 499927 h 540533"/>
              <a:gd name="connsiteX5" fmla="*/ 1003947 w 1102973"/>
              <a:gd name="connsiteY5" fmla="*/ 540533 h 540533"/>
              <a:gd name="connsiteX6" fmla="*/ 63466 w 1102973"/>
              <a:gd name="connsiteY6" fmla="*/ 540533 h 540533"/>
              <a:gd name="connsiteX7" fmla="*/ 0 w 1102973"/>
              <a:gd name="connsiteY7" fmla="*/ 477067 h 540533"/>
              <a:gd name="connsiteX8" fmla="*/ 0 w 1102973"/>
              <a:gd name="connsiteY8" fmla="*/ 93946 h 54053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2973" h="563393">
                <a:moveTo>
                  <a:pt x="0" y="93946"/>
                </a:moveTo>
                <a:cubicBezTo>
                  <a:pt x="0" y="58895"/>
                  <a:pt x="56355" y="0"/>
                  <a:pt x="129506" y="0"/>
                </a:cubicBezTo>
                <a:cubicBezTo>
                  <a:pt x="493800" y="40640"/>
                  <a:pt x="484713" y="58420"/>
                  <a:pt x="777887" y="142240"/>
                </a:cubicBezTo>
                <a:cubicBezTo>
                  <a:pt x="924698" y="193040"/>
                  <a:pt x="1008993" y="228440"/>
                  <a:pt x="1054713" y="317466"/>
                </a:cubicBezTo>
                <a:cubicBezTo>
                  <a:pt x="1089850" y="416386"/>
                  <a:pt x="1100221" y="408627"/>
                  <a:pt x="1102973" y="499927"/>
                </a:cubicBezTo>
                <a:cubicBezTo>
                  <a:pt x="1102973" y="534978"/>
                  <a:pt x="1049158" y="563393"/>
                  <a:pt x="1014107" y="563393"/>
                </a:cubicBezTo>
                <a:lnTo>
                  <a:pt x="63466" y="540533"/>
                </a:lnTo>
                <a:cubicBezTo>
                  <a:pt x="28415" y="540533"/>
                  <a:pt x="0" y="512118"/>
                  <a:pt x="0" y="477067"/>
                </a:cubicBezTo>
                <a:lnTo>
                  <a:pt x="0" y="93946"/>
                </a:lnTo>
                <a:close/>
              </a:path>
            </a:pathLst>
          </a:custGeom>
          <a:solidFill>
            <a:srgbClr val="3520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F537F4-6D38-86C6-9FD7-24F9D48FABCC}"/>
              </a:ext>
            </a:extLst>
          </p:cNvPr>
          <p:cNvSpPr/>
          <p:nvPr/>
        </p:nvSpPr>
        <p:spPr>
          <a:xfrm>
            <a:off x="4121823" y="3826057"/>
            <a:ext cx="6284968" cy="842730"/>
          </a:xfrm>
          <a:custGeom>
            <a:avLst/>
            <a:gdLst>
              <a:gd name="connsiteX0" fmla="*/ 0 w 5736328"/>
              <a:gd name="connsiteY0" fmla="*/ 0 h 836634"/>
              <a:gd name="connsiteX1" fmla="*/ 5736328 w 5736328"/>
              <a:gd name="connsiteY1" fmla="*/ 0 h 836634"/>
              <a:gd name="connsiteX2" fmla="*/ 5736328 w 5736328"/>
              <a:gd name="connsiteY2" fmla="*/ 836634 h 836634"/>
              <a:gd name="connsiteX3" fmla="*/ 0 w 5736328"/>
              <a:gd name="connsiteY3" fmla="*/ 836634 h 836634"/>
              <a:gd name="connsiteX4" fmla="*/ 0 w 5736328"/>
              <a:gd name="connsiteY4" fmla="*/ 0 h 836634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4968" h="842730">
                <a:moveTo>
                  <a:pt x="0" y="0"/>
                </a:moveTo>
                <a:lnTo>
                  <a:pt x="6284968" y="12192"/>
                </a:lnTo>
                <a:cubicBezTo>
                  <a:pt x="6258552" y="325614"/>
                  <a:pt x="6012680" y="212316"/>
                  <a:pt x="5986264" y="842730"/>
                </a:cubicBezTo>
                <a:lnTo>
                  <a:pt x="249936" y="842730"/>
                </a:lnTo>
                <a:cubicBezTo>
                  <a:pt x="62992" y="287500"/>
                  <a:pt x="10160" y="287006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2D38EE-0F0B-3AA1-B0D7-82574F96E67E}"/>
              </a:ext>
            </a:extLst>
          </p:cNvPr>
          <p:cNvSpPr/>
          <p:nvPr/>
        </p:nvSpPr>
        <p:spPr>
          <a:xfrm flipV="1">
            <a:off x="4241187" y="11341365"/>
            <a:ext cx="5806440" cy="517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42B3B-DD09-1891-53BF-547D1D535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119" y="5585082"/>
            <a:ext cx="6300952" cy="630095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E385C0A-1523-0437-8053-F7C618CB5051}"/>
              </a:ext>
            </a:extLst>
          </p:cNvPr>
          <p:cNvSpPr/>
          <p:nvPr/>
        </p:nvSpPr>
        <p:spPr>
          <a:xfrm>
            <a:off x="5767727" y="11566876"/>
            <a:ext cx="2753360" cy="304332"/>
          </a:xfrm>
          <a:custGeom>
            <a:avLst/>
            <a:gdLst>
              <a:gd name="connsiteX0" fmla="*/ 0 w 2753360"/>
              <a:gd name="connsiteY0" fmla="*/ 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0 w 2753360"/>
              <a:gd name="connsiteY4" fmla="*/ 0 h 354625"/>
              <a:gd name="connsiteX0" fmla="*/ 396240 w 2753360"/>
              <a:gd name="connsiteY0" fmla="*/ 5334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396240 w 2753360"/>
              <a:gd name="connsiteY4" fmla="*/ 53340 h 354625"/>
              <a:gd name="connsiteX0" fmla="*/ 186690 w 2753360"/>
              <a:gd name="connsiteY0" fmla="*/ 3048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186690 w 2753360"/>
              <a:gd name="connsiteY4" fmla="*/ 30480 h 354625"/>
              <a:gd name="connsiteX0" fmla="*/ 186690 w 2753360"/>
              <a:gd name="connsiteY0" fmla="*/ 45720 h 369865"/>
              <a:gd name="connsiteX1" fmla="*/ 2437130 w 2753360"/>
              <a:gd name="connsiteY1" fmla="*/ 0 h 369865"/>
              <a:gd name="connsiteX2" fmla="*/ 2753360 w 2753360"/>
              <a:gd name="connsiteY2" fmla="*/ 369865 h 369865"/>
              <a:gd name="connsiteX3" fmla="*/ 0 w 2753360"/>
              <a:gd name="connsiteY3" fmla="*/ 369865 h 369865"/>
              <a:gd name="connsiteX4" fmla="*/ 186690 w 2753360"/>
              <a:gd name="connsiteY4" fmla="*/ 45720 h 369865"/>
              <a:gd name="connsiteX0" fmla="*/ 186690 w 2753360"/>
              <a:gd name="connsiteY0" fmla="*/ 15240 h 339385"/>
              <a:gd name="connsiteX1" fmla="*/ 2635250 w 2753360"/>
              <a:gd name="connsiteY1" fmla="*/ 0 h 339385"/>
              <a:gd name="connsiteX2" fmla="*/ 2753360 w 2753360"/>
              <a:gd name="connsiteY2" fmla="*/ 339385 h 339385"/>
              <a:gd name="connsiteX3" fmla="*/ 0 w 2753360"/>
              <a:gd name="connsiteY3" fmla="*/ 339385 h 339385"/>
              <a:gd name="connsiteX4" fmla="*/ 186690 w 2753360"/>
              <a:gd name="connsiteY4" fmla="*/ 15240 h 339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3360" h="339385">
                <a:moveTo>
                  <a:pt x="186690" y="15240"/>
                </a:moveTo>
                <a:lnTo>
                  <a:pt x="2635250" y="0"/>
                </a:lnTo>
                <a:lnTo>
                  <a:pt x="2753360" y="339385"/>
                </a:lnTo>
                <a:lnTo>
                  <a:pt x="0" y="339385"/>
                </a:lnTo>
                <a:lnTo>
                  <a:pt x="186690" y="1524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7000系のご紹介｜TOBU Kids/東武鉄道キッズサイト">
            <a:extLst>
              <a:ext uri="{FF2B5EF4-FFF2-40B4-BE49-F238E27FC236}">
                <a16:creationId xmlns:a16="http://schemas.microsoft.com/office/drawing/2014/main" id="{F4C7090E-B6E9-8BBE-831B-CC95EA1181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72" t="29291"/>
          <a:stretch/>
        </p:blipFill>
        <p:spPr bwMode="auto">
          <a:xfrm>
            <a:off x="10723625" y="2025596"/>
            <a:ext cx="4475877" cy="404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D24FA9-F1B2-C8B1-9E7D-A313ABC192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59" y="1940195"/>
            <a:ext cx="3342559" cy="343949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81567E1E-E866-0DD1-1848-BF016AB5FE6B}"/>
              </a:ext>
            </a:extLst>
          </p:cNvPr>
          <p:cNvSpPr/>
          <p:nvPr/>
        </p:nvSpPr>
        <p:spPr>
          <a:xfrm>
            <a:off x="14893529" y="10443576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2DC823-1B28-F137-A751-FD56840AC0F8}"/>
              </a:ext>
            </a:extLst>
          </p:cNvPr>
          <p:cNvSpPr/>
          <p:nvPr/>
        </p:nvSpPr>
        <p:spPr>
          <a:xfrm>
            <a:off x="14960204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889648-9E6F-639F-1713-ABFDF49B644D}"/>
              </a:ext>
            </a:extLst>
          </p:cNvPr>
          <p:cNvSpPr/>
          <p:nvPr/>
        </p:nvSpPr>
        <p:spPr>
          <a:xfrm>
            <a:off x="15026879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BA517F-C6FB-02B0-565D-0761122C06CB}"/>
              </a:ext>
            </a:extLst>
          </p:cNvPr>
          <p:cNvSpPr/>
          <p:nvPr/>
        </p:nvSpPr>
        <p:spPr>
          <a:xfrm>
            <a:off x="15094966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2A354B8-7BB4-AFE9-3525-D26C9A3D8892}"/>
              </a:ext>
            </a:extLst>
          </p:cNvPr>
          <p:cNvSpPr/>
          <p:nvPr/>
        </p:nvSpPr>
        <p:spPr>
          <a:xfrm>
            <a:off x="15163053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B701022-2605-DF1F-4E05-01CBA6737703}"/>
              </a:ext>
            </a:extLst>
          </p:cNvPr>
          <p:cNvSpPr/>
          <p:nvPr/>
        </p:nvSpPr>
        <p:spPr>
          <a:xfrm>
            <a:off x="14893529" y="10512156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4286806-B870-1E8F-7A79-ADFAF48FDE86}"/>
              </a:ext>
            </a:extLst>
          </p:cNvPr>
          <p:cNvSpPr/>
          <p:nvPr/>
        </p:nvSpPr>
        <p:spPr>
          <a:xfrm>
            <a:off x="14960204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DD39744-6AFD-7E15-C150-9FEC28E863AC}"/>
              </a:ext>
            </a:extLst>
          </p:cNvPr>
          <p:cNvSpPr/>
          <p:nvPr/>
        </p:nvSpPr>
        <p:spPr>
          <a:xfrm>
            <a:off x="15026879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6B70AAA-3B3E-5F3B-ED14-3325DB9821B9}"/>
              </a:ext>
            </a:extLst>
          </p:cNvPr>
          <p:cNvSpPr/>
          <p:nvPr/>
        </p:nvSpPr>
        <p:spPr>
          <a:xfrm>
            <a:off x="15094966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CC45D1-7242-3E73-9F38-9D45C2275B23}"/>
              </a:ext>
            </a:extLst>
          </p:cNvPr>
          <p:cNvSpPr/>
          <p:nvPr/>
        </p:nvSpPr>
        <p:spPr>
          <a:xfrm>
            <a:off x="15163053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FE7AD19-0219-22FF-7EB9-688ACA29D963}"/>
              </a:ext>
            </a:extLst>
          </p:cNvPr>
          <p:cNvSpPr/>
          <p:nvPr/>
        </p:nvSpPr>
        <p:spPr>
          <a:xfrm>
            <a:off x="14893529" y="10578573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9F1A2E-6D89-71F0-B6BA-F7083D277BEA}"/>
              </a:ext>
            </a:extLst>
          </p:cNvPr>
          <p:cNvSpPr/>
          <p:nvPr/>
        </p:nvSpPr>
        <p:spPr>
          <a:xfrm>
            <a:off x="14960204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E7E0B90-85EF-5BE0-0D04-2FDFF3BAD95C}"/>
              </a:ext>
            </a:extLst>
          </p:cNvPr>
          <p:cNvSpPr/>
          <p:nvPr/>
        </p:nvSpPr>
        <p:spPr>
          <a:xfrm>
            <a:off x="15026879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76D9CED-4D70-F344-9701-6055A645DD0A}"/>
              </a:ext>
            </a:extLst>
          </p:cNvPr>
          <p:cNvSpPr/>
          <p:nvPr/>
        </p:nvSpPr>
        <p:spPr>
          <a:xfrm>
            <a:off x="15094966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24D9672-FC06-D081-8E77-613E587D7E16}"/>
              </a:ext>
            </a:extLst>
          </p:cNvPr>
          <p:cNvSpPr/>
          <p:nvPr/>
        </p:nvSpPr>
        <p:spPr>
          <a:xfrm>
            <a:off x="15163053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20A83EF6-BB59-6CA0-B76B-62814E45ED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0786" y="8364010"/>
            <a:ext cx="528742" cy="371548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D2BBC356-A22D-2CDB-A38D-B9A4E8A2DDA2}"/>
              </a:ext>
            </a:extLst>
          </p:cNvPr>
          <p:cNvSpPr/>
          <p:nvPr/>
        </p:nvSpPr>
        <p:spPr>
          <a:xfrm>
            <a:off x="14461094" y="10456374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824C34D-39C0-B3CD-5502-017E7305A902}"/>
              </a:ext>
            </a:extLst>
          </p:cNvPr>
          <p:cNvSpPr/>
          <p:nvPr/>
        </p:nvSpPr>
        <p:spPr>
          <a:xfrm>
            <a:off x="14527769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5A107A2-1280-484C-5191-8F835197C114}"/>
              </a:ext>
            </a:extLst>
          </p:cNvPr>
          <p:cNvSpPr/>
          <p:nvPr/>
        </p:nvSpPr>
        <p:spPr>
          <a:xfrm>
            <a:off x="14594444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09BBBAA-F742-3A20-FC4C-7634D0612F65}"/>
              </a:ext>
            </a:extLst>
          </p:cNvPr>
          <p:cNvSpPr/>
          <p:nvPr/>
        </p:nvSpPr>
        <p:spPr>
          <a:xfrm>
            <a:off x="14662531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8F495D7-6EEB-D0D8-3BEB-15FDA9E1DF51}"/>
              </a:ext>
            </a:extLst>
          </p:cNvPr>
          <p:cNvSpPr/>
          <p:nvPr/>
        </p:nvSpPr>
        <p:spPr>
          <a:xfrm>
            <a:off x="14461094" y="1052782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252B158-EDE7-3FD1-2A98-6C6747758325}"/>
              </a:ext>
            </a:extLst>
          </p:cNvPr>
          <p:cNvSpPr/>
          <p:nvPr/>
        </p:nvSpPr>
        <p:spPr>
          <a:xfrm>
            <a:off x="14527769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F9199DA-2A58-3928-9520-37B901AD5BB8}"/>
              </a:ext>
            </a:extLst>
          </p:cNvPr>
          <p:cNvSpPr/>
          <p:nvPr/>
        </p:nvSpPr>
        <p:spPr>
          <a:xfrm>
            <a:off x="14594444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E50665B-46F4-FA7B-09AD-050C60051E7D}"/>
              </a:ext>
            </a:extLst>
          </p:cNvPr>
          <p:cNvSpPr/>
          <p:nvPr/>
        </p:nvSpPr>
        <p:spPr>
          <a:xfrm>
            <a:off x="14662531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1CC36BB0-872D-3D70-0C2D-6628F548E275}"/>
              </a:ext>
            </a:extLst>
          </p:cNvPr>
          <p:cNvSpPr/>
          <p:nvPr/>
        </p:nvSpPr>
        <p:spPr>
          <a:xfrm>
            <a:off x="4359993" y="10345119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B15C7CFD-9951-0075-C96E-D77C8D462D4F}"/>
              </a:ext>
            </a:extLst>
          </p:cNvPr>
          <p:cNvSpPr/>
          <p:nvPr/>
        </p:nvSpPr>
        <p:spPr>
          <a:xfrm>
            <a:off x="4426668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2500BC07-CDF6-92EF-346F-784D1CD4477D}"/>
              </a:ext>
            </a:extLst>
          </p:cNvPr>
          <p:cNvSpPr/>
          <p:nvPr/>
        </p:nvSpPr>
        <p:spPr>
          <a:xfrm>
            <a:off x="4493343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Oval 1035">
            <a:extLst>
              <a:ext uri="{FF2B5EF4-FFF2-40B4-BE49-F238E27FC236}">
                <a16:creationId xmlns:a16="http://schemas.microsoft.com/office/drawing/2014/main" id="{6D0B77C3-C74B-ADDE-C9BA-3B49F1E200C3}"/>
              </a:ext>
            </a:extLst>
          </p:cNvPr>
          <p:cNvSpPr/>
          <p:nvPr/>
        </p:nvSpPr>
        <p:spPr>
          <a:xfrm>
            <a:off x="4561430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789C1588-59AF-9DA0-D125-EB174436358C}"/>
              </a:ext>
            </a:extLst>
          </p:cNvPr>
          <p:cNvSpPr/>
          <p:nvPr/>
        </p:nvSpPr>
        <p:spPr>
          <a:xfrm>
            <a:off x="4359993" y="104165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E4759E19-ABD1-2BD2-1F6C-6AE824E10A93}"/>
              </a:ext>
            </a:extLst>
          </p:cNvPr>
          <p:cNvSpPr/>
          <p:nvPr/>
        </p:nvSpPr>
        <p:spPr>
          <a:xfrm>
            <a:off x="4426668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46F8E744-B42F-946E-4AAB-1C85B24DA705}"/>
              </a:ext>
            </a:extLst>
          </p:cNvPr>
          <p:cNvSpPr/>
          <p:nvPr/>
        </p:nvSpPr>
        <p:spPr>
          <a:xfrm>
            <a:off x="4493343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Oval 1039">
            <a:extLst>
              <a:ext uri="{FF2B5EF4-FFF2-40B4-BE49-F238E27FC236}">
                <a16:creationId xmlns:a16="http://schemas.microsoft.com/office/drawing/2014/main" id="{8495E7E2-0D2C-3979-1248-2B2A95300EF5}"/>
              </a:ext>
            </a:extLst>
          </p:cNvPr>
          <p:cNvSpPr/>
          <p:nvPr/>
        </p:nvSpPr>
        <p:spPr>
          <a:xfrm>
            <a:off x="4561430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0CC96854-A72F-5307-A857-6CF7EFE0EC51}"/>
              </a:ext>
            </a:extLst>
          </p:cNvPr>
          <p:cNvSpPr/>
          <p:nvPr/>
        </p:nvSpPr>
        <p:spPr>
          <a:xfrm>
            <a:off x="9682882" y="1037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2" name="Oval 1041">
            <a:extLst>
              <a:ext uri="{FF2B5EF4-FFF2-40B4-BE49-F238E27FC236}">
                <a16:creationId xmlns:a16="http://schemas.microsoft.com/office/drawing/2014/main" id="{4DA9D9FB-B98A-CBE4-56D5-52CDC7A23BD5}"/>
              </a:ext>
            </a:extLst>
          </p:cNvPr>
          <p:cNvSpPr/>
          <p:nvPr/>
        </p:nvSpPr>
        <p:spPr>
          <a:xfrm>
            <a:off x="9749557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3" name="Oval 1042">
            <a:extLst>
              <a:ext uri="{FF2B5EF4-FFF2-40B4-BE49-F238E27FC236}">
                <a16:creationId xmlns:a16="http://schemas.microsoft.com/office/drawing/2014/main" id="{8F3F0B90-3C39-2A24-1B2B-72D4C63F5882}"/>
              </a:ext>
            </a:extLst>
          </p:cNvPr>
          <p:cNvSpPr/>
          <p:nvPr/>
        </p:nvSpPr>
        <p:spPr>
          <a:xfrm>
            <a:off x="9816232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F6822C14-FC5A-F399-B938-F908B5198B84}"/>
              </a:ext>
            </a:extLst>
          </p:cNvPr>
          <p:cNvSpPr/>
          <p:nvPr/>
        </p:nvSpPr>
        <p:spPr>
          <a:xfrm>
            <a:off x="9884319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Oval 1044">
            <a:extLst>
              <a:ext uri="{FF2B5EF4-FFF2-40B4-BE49-F238E27FC236}">
                <a16:creationId xmlns:a16="http://schemas.microsoft.com/office/drawing/2014/main" id="{C147D890-BC22-FD73-376B-3476159A9FBC}"/>
              </a:ext>
            </a:extLst>
          </p:cNvPr>
          <p:cNvSpPr/>
          <p:nvPr/>
        </p:nvSpPr>
        <p:spPr>
          <a:xfrm>
            <a:off x="9682882" y="1044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6" name="Oval 1045">
            <a:extLst>
              <a:ext uri="{FF2B5EF4-FFF2-40B4-BE49-F238E27FC236}">
                <a16:creationId xmlns:a16="http://schemas.microsoft.com/office/drawing/2014/main" id="{1175F29D-35BB-4058-9A35-F6B077D9AEE3}"/>
              </a:ext>
            </a:extLst>
          </p:cNvPr>
          <p:cNvSpPr/>
          <p:nvPr/>
        </p:nvSpPr>
        <p:spPr>
          <a:xfrm>
            <a:off x="9749557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500BD23F-74EE-42C4-4767-60CBB9655052}"/>
              </a:ext>
            </a:extLst>
          </p:cNvPr>
          <p:cNvSpPr/>
          <p:nvPr/>
        </p:nvSpPr>
        <p:spPr>
          <a:xfrm>
            <a:off x="9816232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Oval 1047">
            <a:extLst>
              <a:ext uri="{FF2B5EF4-FFF2-40B4-BE49-F238E27FC236}">
                <a16:creationId xmlns:a16="http://schemas.microsoft.com/office/drawing/2014/main" id="{537770A0-6E5D-D05A-F565-BA8AF6758969}"/>
              </a:ext>
            </a:extLst>
          </p:cNvPr>
          <p:cNvSpPr/>
          <p:nvPr/>
        </p:nvSpPr>
        <p:spPr>
          <a:xfrm>
            <a:off x="9884319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9" name="Oval 1048">
            <a:extLst>
              <a:ext uri="{FF2B5EF4-FFF2-40B4-BE49-F238E27FC236}">
                <a16:creationId xmlns:a16="http://schemas.microsoft.com/office/drawing/2014/main" id="{38B1C17D-A69C-B9A4-D9A5-A3795CDEC74E}"/>
              </a:ext>
            </a:extLst>
          </p:cNvPr>
          <p:cNvSpPr/>
          <p:nvPr/>
        </p:nvSpPr>
        <p:spPr>
          <a:xfrm>
            <a:off x="12320160" y="985428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EC045270-DF45-A7BE-7491-A0850AF0CC73}"/>
              </a:ext>
            </a:extLst>
          </p:cNvPr>
          <p:cNvSpPr/>
          <p:nvPr/>
        </p:nvSpPr>
        <p:spPr>
          <a:xfrm>
            <a:off x="12386835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A01994ED-E418-3AC7-7E40-A90D50A2AE73}"/>
              </a:ext>
            </a:extLst>
          </p:cNvPr>
          <p:cNvSpPr/>
          <p:nvPr/>
        </p:nvSpPr>
        <p:spPr>
          <a:xfrm>
            <a:off x="12453510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Oval 1051">
            <a:extLst>
              <a:ext uri="{FF2B5EF4-FFF2-40B4-BE49-F238E27FC236}">
                <a16:creationId xmlns:a16="http://schemas.microsoft.com/office/drawing/2014/main" id="{155C88A5-A206-9DFB-0339-B9C1078CD429}"/>
              </a:ext>
            </a:extLst>
          </p:cNvPr>
          <p:cNvSpPr/>
          <p:nvPr/>
        </p:nvSpPr>
        <p:spPr>
          <a:xfrm>
            <a:off x="12521597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3" name="Oval 1052">
            <a:extLst>
              <a:ext uri="{FF2B5EF4-FFF2-40B4-BE49-F238E27FC236}">
                <a16:creationId xmlns:a16="http://schemas.microsoft.com/office/drawing/2014/main" id="{2AE41220-8603-40C6-415D-FF2F6CB67597}"/>
              </a:ext>
            </a:extLst>
          </p:cNvPr>
          <p:cNvSpPr/>
          <p:nvPr/>
        </p:nvSpPr>
        <p:spPr>
          <a:xfrm>
            <a:off x="12589684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Oval 1053">
            <a:extLst>
              <a:ext uri="{FF2B5EF4-FFF2-40B4-BE49-F238E27FC236}">
                <a16:creationId xmlns:a16="http://schemas.microsoft.com/office/drawing/2014/main" id="{B761556E-D04B-AFE9-26D0-732B39D9AFF7}"/>
              </a:ext>
            </a:extLst>
          </p:cNvPr>
          <p:cNvSpPr/>
          <p:nvPr/>
        </p:nvSpPr>
        <p:spPr>
          <a:xfrm>
            <a:off x="12320160" y="992286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5" name="Oval 1054">
            <a:extLst>
              <a:ext uri="{FF2B5EF4-FFF2-40B4-BE49-F238E27FC236}">
                <a16:creationId xmlns:a16="http://schemas.microsoft.com/office/drawing/2014/main" id="{CBE21921-E3B6-2801-0628-176E0493E711}"/>
              </a:ext>
            </a:extLst>
          </p:cNvPr>
          <p:cNvSpPr/>
          <p:nvPr/>
        </p:nvSpPr>
        <p:spPr>
          <a:xfrm>
            <a:off x="12386835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6" name="Oval 1055">
            <a:extLst>
              <a:ext uri="{FF2B5EF4-FFF2-40B4-BE49-F238E27FC236}">
                <a16:creationId xmlns:a16="http://schemas.microsoft.com/office/drawing/2014/main" id="{119841AB-4639-8755-2C27-592F4992127E}"/>
              </a:ext>
            </a:extLst>
          </p:cNvPr>
          <p:cNvSpPr/>
          <p:nvPr/>
        </p:nvSpPr>
        <p:spPr>
          <a:xfrm>
            <a:off x="12453510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Oval 1056">
            <a:extLst>
              <a:ext uri="{FF2B5EF4-FFF2-40B4-BE49-F238E27FC236}">
                <a16:creationId xmlns:a16="http://schemas.microsoft.com/office/drawing/2014/main" id="{A3EEEC75-3931-8B40-6770-3E6A94EC8837}"/>
              </a:ext>
            </a:extLst>
          </p:cNvPr>
          <p:cNvSpPr/>
          <p:nvPr/>
        </p:nvSpPr>
        <p:spPr>
          <a:xfrm>
            <a:off x="12521597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8" name="Oval 1057">
            <a:extLst>
              <a:ext uri="{FF2B5EF4-FFF2-40B4-BE49-F238E27FC236}">
                <a16:creationId xmlns:a16="http://schemas.microsoft.com/office/drawing/2014/main" id="{80DA9F1B-9F1E-001E-3687-F617F787E16F}"/>
              </a:ext>
            </a:extLst>
          </p:cNvPr>
          <p:cNvSpPr/>
          <p:nvPr/>
        </p:nvSpPr>
        <p:spPr>
          <a:xfrm>
            <a:off x="12589684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9" name="Oval 1058">
            <a:extLst>
              <a:ext uri="{FF2B5EF4-FFF2-40B4-BE49-F238E27FC236}">
                <a16:creationId xmlns:a16="http://schemas.microsoft.com/office/drawing/2014/main" id="{3B1A637F-E6A8-C1D9-8AC1-331A40037D14}"/>
              </a:ext>
            </a:extLst>
          </p:cNvPr>
          <p:cNvSpPr/>
          <p:nvPr/>
        </p:nvSpPr>
        <p:spPr>
          <a:xfrm>
            <a:off x="12320160" y="998928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8FD6736A-D454-39DB-8767-486BC71F985E}"/>
              </a:ext>
            </a:extLst>
          </p:cNvPr>
          <p:cNvSpPr/>
          <p:nvPr/>
        </p:nvSpPr>
        <p:spPr>
          <a:xfrm>
            <a:off x="12386835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1" name="Oval 1060">
            <a:extLst>
              <a:ext uri="{FF2B5EF4-FFF2-40B4-BE49-F238E27FC236}">
                <a16:creationId xmlns:a16="http://schemas.microsoft.com/office/drawing/2014/main" id="{6A5220F7-0DF7-D981-C180-DC6DE4FFCBC8}"/>
              </a:ext>
            </a:extLst>
          </p:cNvPr>
          <p:cNvSpPr/>
          <p:nvPr/>
        </p:nvSpPr>
        <p:spPr>
          <a:xfrm>
            <a:off x="12453510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2" name="Oval 1061">
            <a:extLst>
              <a:ext uri="{FF2B5EF4-FFF2-40B4-BE49-F238E27FC236}">
                <a16:creationId xmlns:a16="http://schemas.microsoft.com/office/drawing/2014/main" id="{83415742-82ED-3FAA-E2A3-ADA1E1B3EA8F}"/>
              </a:ext>
            </a:extLst>
          </p:cNvPr>
          <p:cNvSpPr/>
          <p:nvPr/>
        </p:nvSpPr>
        <p:spPr>
          <a:xfrm>
            <a:off x="12521597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3" name="Oval 1062">
            <a:extLst>
              <a:ext uri="{FF2B5EF4-FFF2-40B4-BE49-F238E27FC236}">
                <a16:creationId xmlns:a16="http://schemas.microsoft.com/office/drawing/2014/main" id="{2763E909-4E21-D4C4-0A23-7B57E6A69FB0}"/>
              </a:ext>
            </a:extLst>
          </p:cNvPr>
          <p:cNvSpPr/>
          <p:nvPr/>
        </p:nvSpPr>
        <p:spPr>
          <a:xfrm>
            <a:off x="12589684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4" name="Oval 1063">
            <a:extLst>
              <a:ext uri="{FF2B5EF4-FFF2-40B4-BE49-F238E27FC236}">
                <a16:creationId xmlns:a16="http://schemas.microsoft.com/office/drawing/2014/main" id="{76BCF91F-ECC1-85D0-E48A-CAC0C731C47D}"/>
              </a:ext>
            </a:extLst>
          </p:cNvPr>
          <p:cNvSpPr/>
          <p:nvPr/>
        </p:nvSpPr>
        <p:spPr>
          <a:xfrm>
            <a:off x="11887725" y="986708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C4F64250-0421-852A-FE30-EBA4EC228EA2}"/>
              </a:ext>
            </a:extLst>
          </p:cNvPr>
          <p:cNvSpPr/>
          <p:nvPr/>
        </p:nvSpPr>
        <p:spPr>
          <a:xfrm>
            <a:off x="11954400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6" name="Oval 1065">
            <a:extLst>
              <a:ext uri="{FF2B5EF4-FFF2-40B4-BE49-F238E27FC236}">
                <a16:creationId xmlns:a16="http://schemas.microsoft.com/office/drawing/2014/main" id="{67FD51B4-5492-0BE4-3244-74490B04BE91}"/>
              </a:ext>
            </a:extLst>
          </p:cNvPr>
          <p:cNvSpPr/>
          <p:nvPr/>
        </p:nvSpPr>
        <p:spPr>
          <a:xfrm>
            <a:off x="12021075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7" name="Oval 1066">
            <a:extLst>
              <a:ext uri="{FF2B5EF4-FFF2-40B4-BE49-F238E27FC236}">
                <a16:creationId xmlns:a16="http://schemas.microsoft.com/office/drawing/2014/main" id="{CD9BDC1F-DC92-DEF5-694A-746EBA38FFFA}"/>
              </a:ext>
            </a:extLst>
          </p:cNvPr>
          <p:cNvSpPr/>
          <p:nvPr/>
        </p:nvSpPr>
        <p:spPr>
          <a:xfrm>
            <a:off x="12089162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8" name="Oval 1067">
            <a:extLst>
              <a:ext uri="{FF2B5EF4-FFF2-40B4-BE49-F238E27FC236}">
                <a16:creationId xmlns:a16="http://schemas.microsoft.com/office/drawing/2014/main" id="{FA4A76B2-C44C-D515-2C6A-807E3D623AE5}"/>
              </a:ext>
            </a:extLst>
          </p:cNvPr>
          <p:cNvSpPr/>
          <p:nvPr/>
        </p:nvSpPr>
        <p:spPr>
          <a:xfrm>
            <a:off x="11887725" y="993853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C6B284B3-2204-2074-9CCE-24EEB92BA776}"/>
              </a:ext>
            </a:extLst>
          </p:cNvPr>
          <p:cNvSpPr/>
          <p:nvPr/>
        </p:nvSpPr>
        <p:spPr>
          <a:xfrm>
            <a:off x="11954400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43E5D855-F592-1F4C-C6D6-E96BAA159E54}"/>
              </a:ext>
            </a:extLst>
          </p:cNvPr>
          <p:cNvSpPr/>
          <p:nvPr/>
        </p:nvSpPr>
        <p:spPr>
          <a:xfrm>
            <a:off x="12021075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1" name="Oval 1070">
            <a:extLst>
              <a:ext uri="{FF2B5EF4-FFF2-40B4-BE49-F238E27FC236}">
                <a16:creationId xmlns:a16="http://schemas.microsoft.com/office/drawing/2014/main" id="{624300FB-89C3-141D-5DF6-ADCF67C14B13}"/>
              </a:ext>
            </a:extLst>
          </p:cNvPr>
          <p:cNvSpPr/>
          <p:nvPr/>
        </p:nvSpPr>
        <p:spPr>
          <a:xfrm>
            <a:off x="12089162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2" name="Oval 1071">
            <a:extLst>
              <a:ext uri="{FF2B5EF4-FFF2-40B4-BE49-F238E27FC236}">
                <a16:creationId xmlns:a16="http://schemas.microsoft.com/office/drawing/2014/main" id="{40BD620B-C974-ED45-0D86-FC041D78B0E2}"/>
              </a:ext>
            </a:extLst>
          </p:cNvPr>
          <p:cNvSpPr/>
          <p:nvPr/>
        </p:nvSpPr>
        <p:spPr>
          <a:xfrm>
            <a:off x="9162415" y="10316539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3" name="Oval 1072">
            <a:extLst>
              <a:ext uri="{FF2B5EF4-FFF2-40B4-BE49-F238E27FC236}">
                <a16:creationId xmlns:a16="http://schemas.microsoft.com/office/drawing/2014/main" id="{1AF234D3-D622-0171-32E3-669575AAAD46}"/>
              </a:ext>
            </a:extLst>
          </p:cNvPr>
          <p:cNvSpPr/>
          <p:nvPr/>
        </p:nvSpPr>
        <p:spPr>
          <a:xfrm>
            <a:off x="9229090" y="10316538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4" name="Oval 1073">
            <a:extLst>
              <a:ext uri="{FF2B5EF4-FFF2-40B4-BE49-F238E27FC236}">
                <a16:creationId xmlns:a16="http://schemas.microsoft.com/office/drawing/2014/main" id="{2860B905-D56A-CFA6-1151-F9B23F2A023B}"/>
              </a:ext>
            </a:extLst>
          </p:cNvPr>
          <p:cNvSpPr/>
          <p:nvPr/>
        </p:nvSpPr>
        <p:spPr>
          <a:xfrm>
            <a:off x="9295765" y="10316538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5" name="Oval 1074">
            <a:extLst>
              <a:ext uri="{FF2B5EF4-FFF2-40B4-BE49-F238E27FC236}">
                <a16:creationId xmlns:a16="http://schemas.microsoft.com/office/drawing/2014/main" id="{C84E0D84-DA1A-3A85-011B-FABA70BB5C21}"/>
              </a:ext>
            </a:extLst>
          </p:cNvPr>
          <p:cNvSpPr/>
          <p:nvPr/>
        </p:nvSpPr>
        <p:spPr>
          <a:xfrm>
            <a:off x="9363852" y="10316538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6" name="Oval 1075">
            <a:extLst>
              <a:ext uri="{FF2B5EF4-FFF2-40B4-BE49-F238E27FC236}">
                <a16:creationId xmlns:a16="http://schemas.microsoft.com/office/drawing/2014/main" id="{F7560BE5-480E-FE2A-D40C-E716D632DFEA}"/>
              </a:ext>
            </a:extLst>
          </p:cNvPr>
          <p:cNvSpPr/>
          <p:nvPr/>
        </p:nvSpPr>
        <p:spPr>
          <a:xfrm>
            <a:off x="9431939" y="10316538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7" name="Oval 1076">
            <a:extLst>
              <a:ext uri="{FF2B5EF4-FFF2-40B4-BE49-F238E27FC236}">
                <a16:creationId xmlns:a16="http://schemas.microsoft.com/office/drawing/2014/main" id="{C28CE42C-510D-C3C7-E946-7EC7A23FA785}"/>
              </a:ext>
            </a:extLst>
          </p:cNvPr>
          <p:cNvSpPr/>
          <p:nvPr/>
        </p:nvSpPr>
        <p:spPr>
          <a:xfrm>
            <a:off x="9162415" y="10385119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8" name="Oval 1077">
            <a:extLst>
              <a:ext uri="{FF2B5EF4-FFF2-40B4-BE49-F238E27FC236}">
                <a16:creationId xmlns:a16="http://schemas.microsoft.com/office/drawing/2014/main" id="{C71C2451-57A7-EA8D-8160-D0E393815BFC}"/>
              </a:ext>
            </a:extLst>
          </p:cNvPr>
          <p:cNvSpPr/>
          <p:nvPr/>
        </p:nvSpPr>
        <p:spPr>
          <a:xfrm>
            <a:off x="9229090" y="10385118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F2B397B6-24FA-8F96-2782-973BE5A6C02C}"/>
              </a:ext>
            </a:extLst>
          </p:cNvPr>
          <p:cNvSpPr/>
          <p:nvPr/>
        </p:nvSpPr>
        <p:spPr>
          <a:xfrm>
            <a:off x="9295765" y="10385118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0" name="Oval 1079">
            <a:extLst>
              <a:ext uri="{FF2B5EF4-FFF2-40B4-BE49-F238E27FC236}">
                <a16:creationId xmlns:a16="http://schemas.microsoft.com/office/drawing/2014/main" id="{D097CDE7-08C2-EB27-7436-34404B565347}"/>
              </a:ext>
            </a:extLst>
          </p:cNvPr>
          <p:cNvSpPr/>
          <p:nvPr/>
        </p:nvSpPr>
        <p:spPr>
          <a:xfrm>
            <a:off x="9363852" y="10385118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A3511C8D-4E25-E38E-EDFA-3EF241B6ABD7}"/>
              </a:ext>
            </a:extLst>
          </p:cNvPr>
          <p:cNvSpPr/>
          <p:nvPr/>
        </p:nvSpPr>
        <p:spPr>
          <a:xfrm>
            <a:off x="9431939" y="10385118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D0C56765-22ED-4CCF-6F7B-0F0CA0C77A37}"/>
              </a:ext>
            </a:extLst>
          </p:cNvPr>
          <p:cNvSpPr/>
          <p:nvPr/>
        </p:nvSpPr>
        <p:spPr>
          <a:xfrm>
            <a:off x="9162415" y="10451536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3" name="Oval 1082">
            <a:extLst>
              <a:ext uri="{FF2B5EF4-FFF2-40B4-BE49-F238E27FC236}">
                <a16:creationId xmlns:a16="http://schemas.microsoft.com/office/drawing/2014/main" id="{A0CE036D-5CA1-EC13-7290-2CCE048EBB5F}"/>
              </a:ext>
            </a:extLst>
          </p:cNvPr>
          <p:cNvSpPr/>
          <p:nvPr/>
        </p:nvSpPr>
        <p:spPr>
          <a:xfrm>
            <a:off x="9229090" y="10451535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4" name="Oval 1083">
            <a:extLst>
              <a:ext uri="{FF2B5EF4-FFF2-40B4-BE49-F238E27FC236}">
                <a16:creationId xmlns:a16="http://schemas.microsoft.com/office/drawing/2014/main" id="{3BC9FEB5-3257-8988-0AEE-50CE37D30DC0}"/>
              </a:ext>
            </a:extLst>
          </p:cNvPr>
          <p:cNvSpPr/>
          <p:nvPr/>
        </p:nvSpPr>
        <p:spPr>
          <a:xfrm>
            <a:off x="9295765" y="10451535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5" name="Oval 1084">
            <a:extLst>
              <a:ext uri="{FF2B5EF4-FFF2-40B4-BE49-F238E27FC236}">
                <a16:creationId xmlns:a16="http://schemas.microsoft.com/office/drawing/2014/main" id="{E89F99F9-119D-A675-1821-5380C1D1E986}"/>
              </a:ext>
            </a:extLst>
          </p:cNvPr>
          <p:cNvSpPr/>
          <p:nvPr/>
        </p:nvSpPr>
        <p:spPr>
          <a:xfrm>
            <a:off x="9363852" y="10451535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6" name="Oval 1085">
            <a:extLst>
              <a:ext uri="{FF2B5EF4-FFF2-40B4-BE49-F238E27FC236}">
                <a16:creationId xmlns:a16="http://schemas.microsoft.com/office/drawing/2014/main" id="{9F91453E-206D-D4E0-3E95-B0FEE80F19C7}"/>
              </a:ext>
            </a:extLst>
          </p:cNvPr>
          <p:cNvSpPr/>
          <p:nvPr/>
        </p:nvSpPr>
        <p:spPr>
          <a:xfrm>
            <a:off x="9431939" y="10451535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7" name="Oval 1086">
            <a:extLst>
              <a:ext uri="{FF2B5EF4-FFF2-40B4-BE49-F238E27FC236}">
                <a16:creationId xmlns:a16="http://schemas.microsoft.com/office/drawing/2014/main" id="{E25C2AA4-6A1B-E2B1-9D47-E85C2E00590C}"/>
              </a:ext>
            </a:extLst>
          </p:cNvPr>
          <p:cNvSpPr/>
          <p:nvPr/>
        </p:nvSpPr>
        <p:spPr>
          <a:xfrm>
            <a:off x="4766042" y="10275658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8" name="Oval 1087">
            <a:extLst>
              <a:ext uri="{FF2B5EF4-FFF2-40B4-BE49-F238E27FC236}">
                <a16:creationId xmlns:a16="http://schemas.microsoft.com/office/drawing/2014/main" id="{F61A43E1-74D2-E6A4-7A52-113B35FE4D77}"/>
              </a:ext>
            </a:extLst>
          </p:cNvPr>
          <p:cNvSpPr/>
          <p:nvPr/>
        </p:nvSpPr>
        <p:spPr>
          <a:xfrm>
            <a:off x="4832717" y="10275657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9" name="Oval 1088">
            <a:extLst>
              <a:ext uri="{FF2B5EF4-FFF2-40B4-BE49-F238E27FC236}">
                <a16:creationId xmlns:a16="http://schemas.microsoft.com/office/drawing/2014/main" id="{1277B75E-6699-B01A-9D9A-8B609E5B2DA1}"/>
              </a:ext>
            </a:extLst>
          </p:cNvPr>
          <p:cNvSpPr/>
          <p:nvPr/>
        </p:nvSpPr>
        <p:spPr>
          <a:xfrm>
            <a:off x="4899392" y="10275657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0" name="Oval 1089">
            <a:extLst>
              <a:ext uri="{FF2B5EF4-FFF2-40B4-BE49-F238E27FC236}">
                <a16:creationId xmlns:a16="http://schemas.microsoft.com/office/drawing/2014/main" id="{76BD2FDC-3223-1C70-0B1B-D17799CF0B7A}"/>
              </a:ext>
            </a:extLst>
          </p:cNvPr>
          <p:cNvSpPr/>
          <p:nvPr/>
        </p:nvSpPr>
        <p:spPr>
          <a:xfrm>
            <a:off x="4967479" y="10275657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1" name="Oval 1090">
            <a:extLst>
              <a:ext uri="{FF2B5EF4-FFF2-40B4-BE49-F238E27FC236}">
                <a16:creationId xmlns:a16="http://schemas.microsoft.com/office/drawing/2014/main" id="{C0E9FA26-29E5-76C7-CDCF-D7C7540E3F8B}"/>
              </a:ext>
            </a:extLst>
          </p:cNvPr>
          <p:cNvSpPr/>
          <p:nvPr/>
        </p:nvSpPr>
        <p:spPr>
          <a:xfrm>
            <a:off x="5035566" y="10275657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2" name="Oval 1091">
            <a:extLst>
              <a:ext uri="{FF2B5EF4-FFF2-40B4-BE49-F238E27FC236}">
                <a16:creationId xmlns:a16="http://schemas.microsoft.com/office/drawing/2014/main" id="{6356E739-B68C-7419-8729-9A2C5BF87361}"/>
              </a:ext>
            </a:extLst>
          </p:cNvPr>
          <p:cNvSpPr/>
          <p:nvPr/>
        </p:nvSpPr>
        <p:spPr>
          <a:xfrm>
            <a:off x="4766042" y="10344238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3" name="Oval 1092">
            <a:extLst>
              <a:ext uri="{FF2B5EF4-FFF2-40B4-BE49-F238E27FC236}">
                <a16:creationId xmlns:a16="http://schemas.microsoft.com/office/drawing/2014/main" id="{03AC311B-28FD-D9E1-D224-986A0DB37D35}"/>
              </a:ext>
            </a:extLst>
          </p:cNvPr>
          <p:cNvSpPr/>
          <p:nvPr/>
        </p:nvSpPr>
        <p:spPr>
          <a:xfrm>
            <a:off x="4832717" y="10344237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ED9B9CE0-0A7C-A99E-289D-D3922D0149D7}"/>
              </a:ext>
            </a:extLst>
          </p:cNvPr>
          <p:cNvSpPr/>
          <p:nvPr/>
        </p:nvSpPr>
        <p:spPr>
          <a:xfrm>
            <a:off x="4899392" y="10344237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2026BBED-E2B2-161C-B2A3-C46765CC26F2}"/>
              </a:ext>
            </a:extLst>
          </p:cNvPr>
          <p:cNvSpPr/>
          <p:nvPr/>
        </p:nvSpPr>
        <p:spPr>
          <a:xfrm>
            <a:off x="4967479" y="10344237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6" name="Oval 1095">
            <a:extLst>
              <a:ext uri="{FF2B5EF4-FFF2-40B4-BE49-F238E27FC236}">
                <a16:creationId xmlns:a16="http://schemas.microsoft.com/office/drawing/2014/main" id="{45C98FE8-C18B-F541-D2F7-39C021940140}"/>
              </a:ext>
            </a:extLst>
          </p:cNvPr>
          <p:cNvSpPr/>
          <p:nvPr/>
        </p:nvSpPr>
        <p:spPr>
          <a:xfrm>
            <a:off x="5035566" y="10344237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7" name="Oval 1096">
            <a:extLst>
              <a:ext uri="{FF2B5EF4-FFF2-40B4-BE49-F238E27FC236}">
                <a16:creationId xmlns:a16="http://schemas.microsoft.com/office/drawing/2014/main" id="{F4C14A39-2214-A409-AAE0-22A7D4676767}"/>
              </a:ext>
            </a:extLst>
          </p:cNvPr>
          <p:cNvSpPr/>
          <p:nvPr/>
        </p:nvSpPr>
        <p:spPr>
          <a:xfrm>
            <a:off x="4766042" y="10410655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8" name="Oval 1097">
            <a:extLst>
              <a:ext uri="{FF2B5EF4-FFF2-40B4-BE49-F238E27FC236}">
                <a16:creationId xmlns:a16="http://schemas.microsoft.com/office/drawing/2014/main" id="{51AD761A-58A5-4465-EADE-31DB7B4E8B64}"/>
              </a:ext>
            </a:extLst>
          </p:cNvPr>
          <p:cNvSpPr/>
          <p:nvPr/>
        </p:nvSpPr>
        <p:spPr>
          <a:xfrm>
            <a:off x="4832717" y="10410654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9" name="Oval 1098">
            <a:extLst>
              <a:ext uri="{FF2B5EF4-FFF2-40B4-BE49-F238E27FC236}">
                <a16:creationId xmlns:a16="http://schemas.microsoft.com/office/drawing/2014/main" id="{DC39D967-2A33-868F-6F13-36A4CBC53DE8}"/>
              </a:ext>
            </a:extLst>
          </p:cNvPr>
          <p:cNvSpPr/>
          <p:nvPr/>
        </p:nvSpPr>
        <p:spPr>
          <a:xfrm>
            <a:off x="4899392" y="10410654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0" name="Oval 1099">
            <a:extLst>
              <a:ext uri="{FF2B5EF4-FFF2-40B4-BE49-F238E27FC236}">
                <a16:creationId xmlns:a16="http://schemas.microsoft.com/office/drawing/2014/main" id="{F9B6758A-55F9-4EA1-893A-10BE55FF1B5B}"/>
              </a:ext>
            </a:extLst>
          </p:cNvPr>
          <p:cNvSpPr/>
          <p:nvPr/>
        </p:nvSpPr>
        <p:spPr>
          <a:xfrm>
            <a:off x="4967479" y="10410654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1" name="Oval 1100">
            <a:extLst>
              <a:ext uri="{FF2B5EF4-FFF2-40B4-BE49-F238E27FC236}">
                <a16:creationId xmlns:a16="http://schemas.microsoft.com/office/drawing/2014/main" id="{D49197E0-1C87-F2B5-572F-287B6C51EF78}"/>
              </a:ext>
            </a:extLst>
          </p:cNvPr>
          <p:cNvSpPr/>
          <p:nvPr/>
        </p:nvSpPr>
        <p:spPr>
          <a:xfrm>
            <a:off x="5035566" y="10410654"/>
            <a:ext cx="45719" cy="45719"/>
          </a:xfrm>
          <a:prstGeom prst="ellipse">
            <a:avLst/>
          </a:prstGeom>
          <a:solidFill>
            <a:srgbClr val="8A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485BF54C-F906-93A9-5E15-9D57247FB576}"/>
              </a:ext>
            </a:extLst>
          </p:cNvPr>
          <p:cNvSpPr/>
          <p:nvPr/>
        </p:nvSpPr>
        <p:spPr>
          <a:xfrm>
            <a:off x="4313023" y="9402541"/>
            <a:ext cx="5648858" cy="609600"/>
          </a:xfrm>
          <a:custGeom>
            <a:avLst/>
            <a:gdLst>
              <a:gd name="connsiteX0" fmla="*/ 0 w 5718048"/>
              <a:gd name="connsiteY0" fmla="*/ 146304 h 292608"/>
              <a:gd name="connsiteX1" fmla="*/ 2859024 w 5718048"/>
              <a:gd name="connsiteY1" fmla="*/ 0 h 292608"/>
              <a:gd name="connsiteX2" fmla="*/ 5718048 w 5718048"/>
              <a:gd name="connsiteY2" fmla="*/ 146304 h 292608"/>
              <a:gd name="connsiteX3" fmla="*/ 2859024 w 5718048"/>
              <a:gd name="connsiteY3" fmla="*/ 292608 h 292608"/>
              <a:gd name="connsiteX4" fmla="*/ 0 w 5718048"/>
              <a:gd name="connsiteY4" fmla="*/ 146304 h 292608"/>
              <a:gd name="connsiteX0" fmla="*/ 30 w 5718078"/>
              <a:gd name="connsiteY0" fmla="*/ 146304 h 426720"/>
              <a:gd name="connsiteX1" fmla="*/ 2859054 w 5718078"/>
              <a:gd name="connsiteY1" fmla="*/ 0 h 426720"/>
              <a:gd name="connsiteX2" fmla="*/ 5718078 w 5718078"/>
              <a:gd name="connsiteY2" fmla="*/ 146304 h 426720"/>
              <a:gd name="connsiteX3" fmla="*/ 2816382 w 5718078"/>
              <a:gd name="connsiteY3" fmla="*/ 426720 h 426720"/>
              <a:gd name="connsiteX4" fmla="*/ 30 w 5718078"/>
              <a:gd name="connsiteY4" fmla="*/ 146304 h 426720"/>
              <a:gd name="connsiteX0" fmla="*/ 16 w 5718064"/>
              <a:gd name="connsiteY0" fmla="*/ 329184 h 609600"/>
              <a:gd name="connsiteX1" fmla="*/ 2846848 w 5718064"/>
              <a:gd name="connsiteY1" fmla="*/ 0 h 609600"/>
              <a:gd name="connsiteX2" fmla="*/ 5718064 w 5718064"/>
              <a:gd name="connsiteY2" fmla="*/ 329184 h 609600"/>
              <a:gd name="connsiteX3" fmla="*/ 2816368 w 5718064"/>
              <a:gd name="connsiteY3" fmla="*/ 609600 h 609600"/>
              <a:gd name="connsiteX4" fmla="*/ 16 w 5718064"/>
              <a:gd name="connsiteY4" fmla="*/ 329184 h 609600"/>
              <a:gd name="connsiteX0" fmla="*/ 451 w 5718499"/>
              <a:gd name="connsiteY0" fmla="*/ 329184 h 609600"/>
              <a:gd name="connsiteX1" fmla="*/ 2847283 w 5718499"/>
              <a:gd name="connsiteY1" fmla="*/ 0 h 609600"/>
              <a:gd name="connsiteX2" fmla="*/ 5718499 w 5718499"/>
              <a:gd name="connsiteY2" fmla="*/ 329184 h 609600"/>
              <a:gd name="connsiteX3" fmla="*/ 2816803 w 5718499"/>
              <a:gd name="connsiteY3" fmla="*/ 609600 h 609600"/>
              <a:gd name="connsiteX4" fmla="*/ 451 w 5718499"/>
              <a:gd name="connsiteY4" fmla="*/ 329184 h 609600"/>
              <a:gd name="connsiteX0" fmla="*/ 311 w 5690214"/>
              <a:gd name="connsiteY0" fmla="*/ 326644 h 609600"/>
              <a:gd name="connsiteX1" fmla="*/ 2818998 w 5690214"/>
              <a:gd name="connsiteY1" fmla="*/ 0 h 609600"/>
              <a:gd name="connsiteX2" fmla="*/ 5690214 w 5690214"/>
              <a:gd name="connsiteY2" fmla="*/ 329184 h 609600"/>
              <a:gd name="connsiteX3" fmla="*/ 2788518 w 5690214"/>
              <a:gd name="connsiteY3" fmla="*/ 609600 h 609600"/>
              <a:gd name="connsiteX4" fmla="*/ 311 w 5690214"/>
              <a:gd name="connsiteY4" fmla="*/ 326644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90214" h="609600">
                <a:moveTo>
                  <a:pt x="311" y="326644"/>
                </a:moveTo>
                <a:cubicBezTo>
                  <a:pt x="-27871" y="209804"/>
                  <a:pt x="1870681" y="-423"/>
                  <a:pt x="2818998" y="0"/>
                </a:cubicBezTo>
                <a:cubicBezTo>
                  <a:pt x="3767315" y="423"/>
                  <a:pt x="5690214" y="248383"/>
                  <a:pt x="5690214" y="329184"/>
                </a:cubicBezTo>
                <a:cubicBezTo>
                  <a:pt x="5690214" y="409985"/>
                  <a:pt x="3736835" y="610023"/>
                  <a:pt x="2788518" y="609600"/>
                </a:cubicBezTo>
                <a:cubicBezTo>
                  <a:pt x="1840201" y="609177"/>
                  <a:pt x="24164" y="425535"/>
                  <a:pt x="311" y="326644"/>
                </a:cubicBezTo>
                <a:close/>
              </a:path>
            </a:pathLst>
          </a:custGeom>
          <a:solidFill>
            <a:srgbClr val="2615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73F959-4695-97FE-D2A7-E3D826EF84F4}"/>
              </a:ext>
            </a:extLst>
          </p:cNvPr>
          <p:cNvSpPr/>
          <p:nvPr/>
        </p:nvSpPr>
        <p:spPr>
          <a:xfrm>
            <a:off x="4257958" y="5585082"/>
            <a:ext cx="5743575" cy="963088"/>
          </a:xfrm>
          <a:prstGeom prst="rect">
            <a:avLst/>
          </a:prstGeom>
          <a:solidFill>
            <a:srgbClr val="424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8B4B66-5A94-CFEC-CC25-8AA68B02C4C9}"/>
              </a:ext>
            </a:extLst>
          </p:cNvPr>
          <p:cNvSpPr/>
          <p:nvPr/>
        </p:nvSpPr>
        <p:spPr>
          <a:xfrm>
            <a:off x="4257959" y="5986282"/>
            <a:ext cx="5775960" cy="3895248"/>
          </a:xfrm>
          <a:custGeom>
            <a:avLst/>
            <a:gdLst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97599 w 5745480"/>
              <a:gd name="connsiteY6" fmla="*/ 3413760 h 3413760"/>
              <a:gd name="connsiteX7" fmla="*/ 0 w 5745480"/>
              <a:gd name="connsiteY7" fmla="*/ 331616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97599 w 5745480"/>
              <a:gd name="connsiteY6" fmla="*/ 3413760 h 3413760"/>
              <a:gd name="connsiteX7" fmla="*/ 129540 w 5745480"/>
              <a:gd name="connsiteY7" fmla="*/ 320948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318579 w 5745480"/>
              <a:gd name="connsiteY6" fmla="*/ 3413760 h 3413760"/>
              <a:gd name="connsiteX7" fmla="*/ 129540 w 5745480"/>
              <a:gd name="connsiteY7" fmla="*/ 320948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318579 w 5745480"/>
              <a:gd name="connsiteY6" fmla="*/ 3413760 h 3413760"/>
              <a:gd name="connsiteX7" fmla="*/ 0 w 5745480"/>
              <a:gd name="connsiteY7" fmla="*/ 3255201 h 3413760"/>
              <a:gd name="connsiteX8" fmla="*/ 0 w 5745480"/>
              <a:gd name="connsiteY8" fmla="*/ 97599 h 3413760"/>
              <a:gd name="connsiteX0" fmla="*/ 0 w 5745480"/>
              <a:gd name="connsiteY0" fmla="*/ 97599 h 3413760"/>
              <a:gd name="connsiteX1" fmla="*/ 97599 w 5745480"/>
              <a:gd name="connsiteY1" fmla="*/ 0 h 3413760"/>
              <a:gd name="connsiteX2" fmla="*/ 5647881 w 5745480"/>
              <a:gd name="connsiteY2" fmla="*/ 0 h 3413760"/>
              <a:gd name="connsiteX3" fmla="*/ 5745480 w 5745480"/>
              <a:gd name="connsiteY3" fmla="*/ 97599 h 3413760"/>
              <a:gd name="connsiteX4" fmla="*/ 5745480 w 5745480"/>
              <a:gd name="connsiteY4" fmla="*/ 3316161 h 3413760"/>
              <a:gd name="connsiteX5" fmla="*/ 5647881 w 5745480"/>
              <a:gd name="connsiteY5" fmla="*/ 3413760 h 3413760"/>
              <a:gd name="connsiteX6" fmla="*/ 82359 w 5745480"/>
              <a:gd name="connsiteY6" fmla="*/ 3398520 h 3413760"/>
              <a:gd name="connsiteX7" fmla="*/ 0 w 5745480"/>
              <a:gd name="connsiteY7" fmla="*/ 3255201 h 3413760"/>
              <a:gd name="connsiteX8" fmla="*/ 0 w 5745480"/>
              <a:gd name="connsiteY8" fmla="*/ 97599 h 3413760"/>
              <a:gd name="connsiteX0" fmla="*/ 0 w 5745480"/>
              <a:gd name="connsiteY0" fmla="*/ 97599 h 3398520"/>
              <a:gd name="connsiteX1" fmla="*/ 97599 w 5745480"/>
              <a:gd name="connsiteY1" fmla="*/ 0 h 3398520"/>
              <a:gd name="connsiteX2" fmla="*/ 5647881 w 5745480"/>
              <a:gd name="connsiteY2" fmla="*/ 0 h 3398520"/>
              <a:gd name="connsiteX3" fmla="*/ 5745480 w 5745480"/>
              <a:gd name="connsiteY3" fmla="*/ 97599 h 3398520"/>
              <a:gd name="connsiteX4" fmla="*/ 5745480 w 5745480"/>
              <a:gd name="connsiteY4" fmla="*/ 3316161 h 3398520"/>
              <a:gd name="connsiteX5" fmla="*/ 5365941 w 5745480"/>
              <a:gd name="connsiteY5" fmla="*/ 3070860 h 3398520"/>
              <a:gd name="connsiteX6" fmla="*/ 82359 w 5745480"/>
              <a:gd name="connsiteY6" fmla="*/ 3398520 h 3398520"/>
              <a:gd name="connsiteX7" fmla="*/ 0 w 5745480"/>
              <a:gd name="connsiteY7" fmla="*/ 3255201 h 3398520"/>
              <a:gd name="connsiteX8" fmla="*/ 0 w 5745480"/>
              <a:gd name="connsiteY8" fmla="*/ 97599 h 3398520"/>
              <a:gd name="connsiteX0" fmla="*/ 0 w 5745480"/>
              <a:gd name="connsiteY0" fmla="*/ 97599 h 3398520"/>
              <a:gd name="connsiteX1" fmla="*/ 97599 w 5745480"/>
              <a:gd name="connsiteY1" fmla="*/ 0 h 3398520"/>
              <a:gd name="connsiteX2" fmla="*/ 5647881 w 5745480"/>
              <a:gd name="connsiteY2" fmla="*/ 0 h 3398520"/>
              <a:gd name="connsiteX3" fmla="*/ 5745480 w 5745480"/>
              <a:gd name="connsiteY3" fmla="*/ 97599 h 3398520"/>
              <a:gd name="connsiteX4" fmla="*/ 5448300 w 5745480"/>
              <a:gd name="connsiteY4" fmla="*/ 2729421 h 3398520"/>
              <a:gd name="connsiteX5" fmla="*/ 5365941 w 5745480"/>
              <a:gd name="connsiteY5" fmla="*/ 3070860 h 3398520"/>
              <a:gd name="connsiteX6" fmla="*/ 82359 w 5745480"/>
              <a:gd name="connsiteY6" fmla="*/ 3398520 h 3398520"/>
              <a:gd name="connsiteX7" fmla="*/ 0 w 5745480"/>
              <a:gd name="connsiteY7" fmla="*/ 3255201 h 3398520"/>
              <a:gd name="connsiteX8" fmla="*/ 0 w 5745480"/>
              <a:gd name="connsiteY8" fmla="*/ 97599 h 3398520"/>
              <a:gd name="connsiteX0" fmla="*/ 0 w 5745480"/>
              <a:gd name="connsiteY0" fmla="*/ 97599 h 3398520"/>
              <a:gd name="connsiteX1" fmla="*/ 97599 w 5745480"/>
              <a:gd name="connsiteY1" fmla="*/ 0 h 3398520"/>
              <a:gd name="connsiteX2" fmla="*/ 5647881 w 5745480"/>
              <a:gd name="connsiteY2" fmla="*/ 0 h 3398520"/>
              <a:gd name="connsiteX3" fmla="*/ 5745480 w 5745480"/>
              <a:gd name="connsiteY3" fmla="*/ 97599 h 3398520"/>
              <a:gd name="connsiteX4" fmla="*/ 5448300 w 5745480"/>
              <a:gd name="connsiteY4" fmla="*/ 2729421 h 3398520"/>
              <a:gd name="connsiteX5" fmla="*/ 5655501 w 5745480"/>
              <a:gd name="connsiteY5" fmla="*/ 3352800 h 3398520"/>
              <a:gd name="connsiteX6" fmla="*/ 82359 w 5745480"/>
              <a:gd name="connsiteY6" fmla="*/ 3398520 h 3398520"/>
              <a:gd name="connsiteX7" fmla="*/ 0 w 5745480"/>
              <a:gd name="connsiteY7" fmla="*/ 3255201 h 3398520"/>
              <a:gd name="connsiteX8" fmla="*/ 0 w 5745480"/>
              <a:gd name="connsiteY8" fmla="*/ 97599 h 3398520"/>
              <a:gd name="connsiteX0" fmla="*/ 0 w 5775960"/>
              <a:gd name="connsiteY0" fmla="*/ 97599 h 3398520"/>
              <a:gd name="connsiteX1" fmla="*/ 97599 w 5775960"/>
              <a:gd name="connsiteY1" fmla="*/ 0 h 3398520"/>
              <a:gd name="connsiteX2" fmla="*/ 5647881 w 5775960"/>
              <a:gd name="connsiteY2" fmla="*/ 0 h 3398520"/>
              <a:gd name="connsiteX3" fmla="*/ 5745480 w 5775960"/>
              <a:gd name="connsiteY3" fmla="*/ 97599 h 3398520"/>
              <a:gd name="connsiteX4" fmla="*/ 5775960 w 5775960"/>
              <a:gd name="connsiteY4" fmla="*/ 3156141 h 3398520"/>
              <a:gd name="connsiteX5" fmla="*/ 5655501 w 5775960"/>
              <a:gd name="connsiteY5" fmla="*/ 3352800 h 3398520"/>
              <a:gd name="connsiteX6" fmla="*/ 82359 w 5775960"/>
              <a:gd name="connsiteY6" fmla="*/ 3398520 h 3398520"/>
              <a:gd name="connsiteX7" fmla="*/ 0 w 5775960"/>
              <a:gd name="connsiteY7" fmla="*/ 3255201 h 3398520"/>
              <a:gd name="connsiteX8" fmla="*/ 0 w 5775960"/>
              <a:gd name="connsiteY8" fmla="*/ 97599 h 3398520"/>
              <a:gd name="connsiteX0" fmla="*/ 0 w 5775960"/>
              <a:gd name="connsiteY0" fmla="*/ 97599 h 3532801"/>
              <a:gd name="connsiteX1" fmla="*/ 97599 w 5775960"/>
              <a:gd name="connsiteY1" fmla="*/ 0 h 3532801"/>
              <a:gd name="connsiteX2" fmla="*/ 5647881 w 5775960"/>
              <a:gd name="connsiteY2" fmla="*/ 0 h 3532801"/>
              <a:gd name="connsiteX3" fmla="*/ 5745480 w 5775960"/>
              <a:gd name="connsiteY3" fmla="*/ 97599 h 3532801"/>
              <a:gd name="connsiteX4" fmla="*/ 5775960 w 5775960"/>
              <a:gd name="connsiteY4" fmla="*/ 3156141 h 3532801"/>
              <a:gd name="connsiteX5" fmla="*/ 5655501 w 5775960"/>
              <a:gd name="connsiteY5" fmla="*/ 3352800 h 3532801"/>
              <a:gd name="connsiteX6" fmla="*/ 82359 w 5775960"/>
              <a:gd name="connsiteY6" fmla="*/ 3398520 h 3532801"/>
              <a:gd name="connsiteX7" fmla="*/ 0 w 5775960"/>
              <a:gd name="connsiteY7" fmla="*/ 3255201 h 3532801"/>
              <a:gd name="connsiteX8" fmla="*/ 0 w 5775960"/>
              <a:gd name="connsiteY8" fmla="*/ 97599 h 3532801"/>
              <a:gd name="connsiteX0" fmla="*/ 0 w 5775960"/>
              <a:gd name="connsiteY0" fmla="*/ 97599 h 3591663"/>
              <a:gd name="connsiteX1" fmla="*/ 97599 w 5775960"/>
              <a:gd name="connsiteY1" fmla="*/ 0 h 3591663"/>
              <a:gd name="connsiteX2" fmla="*/ 5647881 w 5775960"/>
              <a:gd name="connsiteY2" fmla="*/ 0 h 3591663"/>
              <a:gd name="connsiteX3" fmla="*/ 5745480 w 5775960"/>
              <a:gd name="connsiteY3" fmla="*/ 97599 h 3591663"/>
              <a:gd name="connsiteX4" fmla="*/ 5775960 w 5775960"/>
              <a:gd name="connsiteY4" fmla="*/ 3156141 h 3591663"/>
              <a:gd name="connsiteX5" fmla="*/ 5655501 w 5775960"/>
              <a:gd name="connsiteY5" fmla="*/ 3352800 h 3591663"/>
              <a:gd name="connsiteX6" fmla="*/ 82359 w 5775960"/>
              <a:gd name="connsiteY6" fmla="*/ 3398520 h 3591663"/>
              <a:gd name="connsiteX7" fmla="*/ 0 w 5775960"/>
              <a:gd name="connsiteY7" fmla="*/ 3255201 h 3591663"/>
              <a:gd name="connsiteX8" fmla="*/ 0 w 5775960"/>
              <a:gd name="connsiteY8" fmla="*/ 97599 h 3591663"/>
              <a:gd name="connsiteX0" fmla="*/ 0 w 5775960"/>
              <a:gd name="connsiteY0" fmla="*/ 97599 h 3611672"/>
              <a:gd name="connsiteX1" fmla="*/ 97599 w 5775960"/>
              <a:gd name="connsiteY1" fmla="*/ 0 h 3611672"/>
              <a:gd name="connsiteX2" fmla="*/ 5647881 w 5775960"/>
              <a:gd name="connsiteY2" fmla="*/ 0 h 3611672"/>
              <a:gd name="connsiteX3" fmla="*/ 5745480 w 5775960"/>
              <a:gd name="connsiteY3" fmla="*/ 97599 h 3611672"/>
              <a:gd name="connsiteX4" fmla="*/ 5775960 w 5775960"/>
              <a:gd name="connsiteY4" fmla="*/ 3156141 h 3611672"/>
              <a:gd name="connsiteX5" fmla="*/ 5655501 w 5775960"/>
              <a:gd name="connsiteY5" fmla="*/ 3352800 h 3611672"/>
              <a:gd name="connsiteX6" fmla="*/ 82359 w 5775960"/>
              <a:gd name="connsiteY6" fmla="*/ 3398520 h 3611672"/>
              <a:gd name="connsiteX7" fmla="*/ 0 w 5775960"/>
              <a:gd name="connsiteY7" fmla="*/ 3255201 h 3611672"/>
              <a:gd name="connsiteX8" fmla="*/ 0 w 5775960"/>
              <a:gd name="connsiteY8" fmla="*/ 97599 h 3611672"/>
              <a:gd name="connsiteX0" fmla="*/ 0 w 5775960"/>
              <a:gd name="connsiteY0" fmla="*/ 97599 h 3632869"/>
              <a:gd name="connsiteX1" fmla="*/ 97599 w 5775960"/>
              <a:gd name="connsiteY1" fmla="*/ 0 h 3632869"/>
              <a:gd name="connsiteX2" fmla="*/ 5647881 w 5775960"/>
              <a:gd name="connsiteY2" fmla="*/ 0 h 3632869"/>
              <a:gd name="connsiteX3" fmla="*/ 5745480 w 5775960"/>
              <a:gd name="connsiteY3" fmla="*/ 97599 h 3632869"/>
              <a:gd name="connsiteX4" fmla="*/ 5775960 w 5775960"/>
              <a:gd name="connsiteY4" fmla="*/ 3156141 h 3632869"/>
              <a:gd name="connsiteX5" fmla="*/ 5647881 w 5775960"/>
              <a:gd name="connsiteY5" fmla="*/ 3398520 h 3632869"/>
              <a:gd name="connsiteX6" fmla="*/ 82359 w 5775960"/>
              <a:gd name="connsiteY6" fmla="*/ 3398520 h 3632869"/>
              <a:gd name="connsiteX7" fmla="*/ 0 w 5775960"/>
              <a:gd name="connsiteY7" fmla="*/ 3255201 h 3632869"/>
              <a:gd name="connsiteX8" fmla="*/ 0 w 5775960"/>
              <a:gd name="connsiteY8" fmla="*/ 97599 h 3632869"/>
              <a:gd name="connsiteX0" fmla="*/ 0 w 5775960"/>
              <a:gd name="connsiteY0" fmla="*/ 97599 h 3605669"/>
              <a:gd name="connsiteX1" fmla="*/ 97599 w 5775960"/>
              <a:gd name="connsiteY1" fmla="*/ 0 h 3605669"/>
              <a:gd name="connsiteX2" fmla="*/ 5647881 w 5775960"/>
              <a:gd name="connsiteY2" fmla="*/ 0 h 3605669"/>
              <a:gd name="connsiteX3" fmla="*/ 5745480 w 5775960"/>
              <a:gd name="connsiteY3" fmla="*/ 97599 h 3605669"/>
              <a:gd name="connsiteX4" fmla="*/ 5775960 w 5775960"/>
              <a:gd name="connsiteY4" fmla="*/ 3156141 h 3605669"/>
              <a:gd name="connsiteX5" fmla="*/ 5647881 w 5775960"/>
              <a:gd name="connsiteY5" fmla="*/ 3398520 h 3605669"/>
              <a:gd name="connsiteX6" fmla="*/ 82359 w 5775960"/>
              <a:gd name="connsiteY6" fmla="*/ 3398520 h 3605669"/>
              <a:gd name="connsiteX7" fmla="*/ 0 w 5775960"/>
              <a:gd name="connsiteY7" fmla="*/ 3255201 h 3605669"/>
              <a:gd name="connsiteX8" fmla="*/ 0 w 5775960"/>
              <a:gd name="connsiteY8" fmla="*/ 97599 h 3605669"/>
              <a:gd name="connsiteX0" fmla="*/ 0 w 5775960"/>
              <a:gd name="connsiteY0" fmla="*/ 97599 h 3605669"/>
              <a:gd name="connsiteX1" fmla="*/ 97599 w 5775960"/>
              <a:gd name="connsiteY1" fmla="*/ 0 h 3605669"/>
              <a:gd name="connsiteX2" fmla="*/ 5647881 w 5775960"/>
              <a:gd name="connsiteY2" fmla="*/ 0 h 3605669"/>
              <a:gd name="connsiteX3" fmla="*/ 5745480 w 5775960"/>
              <a:gd name="connsiteY3" fmla="*/ 97599 h 3605669"/>
              <a:gd name="connsiteX4" fmla="*/ 5775960 w 5775960"/>
              <a:gd name="connsiteY4" fmla="*/ 3156141 h 3605669"/>
              <a:gd name="connsiteX5" fmla="*/ 5678361 w 5775960"/>
              <a:gd name="connsiteY5" fmla="*/ 3398520 h 3605669"/>
              <a:gd name="connsiteX6" fmla="*/ 82359 w 5775960"/>
              <a:gd name="connsiteY6" fmla="*/ 3398520 h 3605669"/>
              <a:gd name="connsiteX7" fmla="*/ 0 w 5775960"/>
              <a:gd name="connsiteY7" fmla="*/ 3255201 h 3605669"/>
              <a:gd name="connsiteX8" fmla="*/ 0 w 5775960"/>
              <a:gd name="connsiteY8" fmla="*/ 97599 h 3605669"/>
              <a:gd name="connsiteX0" fmla="*/ 0 w 5775960"/>
              <a:gd name="connsiteY0" fmla="*/ 306217 h 3814287"/>
              <a:gd name="connsiteX1" fmla="*/ 97599 w 5775960"/>
              <a:gd name="connsiteY1" fmla="*/ 208618 h 3814287"/>
              <a:gd name="connsiteX2" fmla="*/ 5647881 w 5775960"/>
              <a:gd name="connsiteY2" fmla="*/ 208618 h 3814287"/>
              <a:gd name="connsiteX3" fmla="*/ 5745480 w 5775960"/>
              <a:gd name="connsiteY3" fmla="*/ 306217 h 3814287"/>
              <a:gd name="connsiteX4" fmla="*/ 5775960 w 5775960"/>
              <a:gd name="connsiteY4" fmla="*/ 3364759 h 3814287"/>
              <a:gd name="connsiteX5" fmla="*/ 5678361 w 5775960"/>
              <a:gd name="connsiteY5" fmla="*/ 3607138 h 3814287"/>
              <a:gd name="connsiteX6" fmla="*/ 82359 w 5775960"/>
              <a:gd name="connsiteY6" fmla="*/ 3607138 h 3814287"/>
              <a:gd name="connsiteX7" fmla="*/ 0 w 5775960"/>
              <a:gd name="connsiteY7" fmla="*/ 3463819 h 3814287"/>
              <a:gd name="connsiteX8" fmla="*/ 0 w 5775960"/>
              <a:gd name="connsiteY8" fmla="*/ 306217 h 3814287"/>
              <a:gd name="connsiteX0" fmla="*/ 0 w 5775960"/>
              <a:gd name="connsiteY0" fmla="*/ 447360 h 3955430"/>
              <a:gd name="connsiteX1" fmla="*/ 97599 w 5775960"/>
              <a:gd name="connsiteY1" fmla="*/ 349761 h 3955430"/>
              <a:gd name="connsiteX2" fmla="*/ 5647881 w 5775960"/>
              <a:gd name="connsiteY2" fmla="*/ 349761 h 3955430"/>
              <a:gd name="connsiteX3" fmla="*/ 5745480 w 5775960"/>
              <a:gd name="connsiteY3" fmla="*/ 447360 h 3955430"/>
              <a:gd name="connsiteX4" fmla="*/ 5775960 w 5775960"/>
              <a:gd name="connsiteY4" fmla="*/ 3505902 h 3955430"/>
              <a:gd name="connsiteX5" fmla="*/ 5678361 w 5775960"/>
              <a:gd name="connsiteY5" fmla="*/ 3748281 h 3955430"/>
              <a:gd name="connsiteX6" fmla="*/ 82359 w 5775960"/>
              <a:gd name="connsiteY6" fmla="*/ 3748281 h 3955430"/>
              <a:gd name="connsiteX7" fmla="*/ 0 w 5775960"/>
              <a:gd name="connsiteY7" fmla="*/ 3604962 h 3955430"/>
              <a:gd name="connsiteX8" fmla="*/ 0 w 5775960"/>
              <a:gd name="connsiteY8" fmla="*/ 447360 h 3955430"/>
              <a:gd name="connsiteX0" fmla="*/ 0 w 5775960"/>
              <a:gd name="connsiteY0" fmla="*/ 447360 h 3959956"/>
              <a:gd name="connsiteX1" fmla="*/ 97599 w 5775960"/>
              <a:gd name="connsiteY1" fmla="*/ 349761 h 3959956"/>
              <a:gd name="connsiteX2" fmla="*/ 5647881 w 5775960"/>
              <a:gd name="connsiteY2" fmla="*/ 349761 h 3959956"/>
              <a:gd name="connsiteX3" fmla="*/ 5745480 w 5775960"/>
              <a:gd name="connsiteY3" fmla="*/ 447360 h 3959956"/>
              <a:gd name="connsiteX4" fmla="*/ 5775960 w 5775960"/>
              <a:gd name="connsiteY4" fmla="*/ 3505902 h 3959956"/>
              <a:gd name="connsiteX5" fmla="*/ 5698681 w 5775960"/>
              <a:gd name="connsiteY5" fmla="*/ 3758441 h 3959956"/>
              <a:gd name="connsiteX6" fmla="*/ 82359 w 5775960"/>
              <a:gd name="connsiteY6" fmla="*/ 3748281 h 3959956"/>
              <a:gd name="connsiteX7" fmla="*/ 0 w 5775960"/>
              <a:gd name="connsiteY7" fmla="*/ 3604962 h 3959956"/>
              <a:gd name="connsiteX8" fmla="*/ 0 w 5775960"/>
              <a:gd name="connsiteY8" fmla="*/ 447360 h 3959956"/>
              <a:gd name="connsiteX0" fmla="*/ 0 w 5775960"/>
              <a:gd name="connsiteY0" fmla="*/ 447360 h 3903487"/>
              <a:gd name="connsiteX1" fmla="*/ 97599 w 5775960"/>
              <a:gd name="connsiteY1" fmla="*/ 349761 h 3903487"/>
              <a:gd name="connsiteX2" fmla="*/ 5647881 w 5775960"/>
              <a:gd name="connsiteY2" fmla="*/ 349761 h 3903487"/>
              <a:gd name="connsiteX3" fmla="*/ 5745480 w 5775960"/>
              <a:gd name="connsiteY3" fmla="*/ 447360 h 3903487"/>
              <a:gd name="connsiteX4" fmla="*/ 5775960 w 5775960"/>
              <a:gd name="connsiteY4" fmla="*/ 3505902 h 3903487"/>
              <a:gd name="connsiteX5" fmla="*/ 5698681 w 5775960"/>
              <a:gd name="connsiteY5" fmla="*/ 3758441 h 3903487"/>
              <a:gd name="connsiteX6" fmla="*/ 82359 w 5775960"/>
              <a:gd name="connsiteY6" fmla="*/ 3748281 h 3903487"/>
              <a:gd name="connsiteX7" fmla="*/ 0 w 5775960"/>
              <a:gd name="connsiteY7" fmla="*/ 3604962 h 3903487"/>
              <a:gd name="connsiteX8" fmla="*/ 0 w 5775960"/>
              <a:gd name="connsiteY8" fmla="*/ 447360 h 3903487"/>
              <a:gd name="connsiteX0" fmla="*/ 0 w 5775960"/>
              <a:gd name="connsiteY0" fmla="*/ 447360 h 3860344"/>
              <a:gd name="connsiteX1" fmla="*/ 97599 w 5775960"/>
              <a:gd name="connsiteY1" fmla="*/ 349761 h 3860344"/>
              <a:gd name="connsiteX2" fmla="*/ 5647881 w 5775960"/>
              <a:gd name="connsiteY2" fmla="*/ 349761 h 3860344"/>
              <a:gd name="connsiteX3" fmla="*/ 5745480 w 5775960"/>
              <a:gd name="connsiteY3" fmla="*/ 447360 h 3860344"/>
              <a:gd name="connsiteX4" fmla="*/ 5775960 w 5775960"/>
              <a:gd name="connsiteY4" fmla="*/ 3505902 h 3860344"/>
              <a:gd name="connsiteX5" fmla="*/ 5698681 w 5775960"/>
              <a:gd name="connsiteY5" fmla="*/ 3758441 h 3860344"/>
              <a:gd name="connsiteX6" fmla="*/ 82359 w 5775960"/>
              <a:gd name="connsiteY6" fmla="*/ 3748281 h 3860344"/>
              <a:gd name="connsiteX7" fmla="*/ 0 w 5775960"/>
              <a:gd name="connsiteY7" fmla="*/ 3604962 h 3860344"/>
              <a:gd name="connsiteX8" fmla="*/ 0 w 5775960"/>
              <a:gd name="connsiteY8" fmla="*/ 447360 h 3860344"/>
              <a:gd name="connsiteX0" fmla="*/ 0 w 5775960"/>
              <a:gd name="connsiteY0" fmla="*/ 447360 h 3855798"/>
              <a:gd name="connsiteX1" fmla="*/ 97599 w 5775960"/>
              <a:gd name="connsiteY1" fmla="*/ 349761 h 3855798"/>
              <a:gd name="connsiteX2" fmla="*/ 5647881 w 5775960"/>
              <a:gd name="connsiteY2" fmla="*/ 349761 h 3855798"/>
              <a:gd name="connsiteX3" fmla="*/ 5745480 w 5775960"/>
              <a:gd name="connsiteY3" fmla="*/ 447360 h 3855798"/>
              <a:gd name="connsiteX4" fmla="*/ 5775960 w 5775960"/>
              <a:gd name="connsiteY4" fmla="*/ 3505902 h 3855798"/>
              <a:gd name="connsiteX5" fmla="*/ 5607241 w 5775960"/>
              <a:gd name="connsiteY5" fmla="*/ 3748281 h 3855798"/>
              <a:gd name="connsiteX6" fmla="*/ 82359 w 5775960"/>
              <a:gd name="connsiteY6" fmla="*/ 3748281 h 3855798"/>
              <a:gd name="connsiteX7" fmla="*/ 0 w 5775960"/>
              <a:gd name="connsiteY7" fmla="*/ 3604962 h 3855798"/>
              <a:gd name="connsiteX8" fmla="*/ 0 w 5775960"/>
              <a:gd name="connsiteY8" fmla="*/ 447360 h 3855798"/>
              <a:gd name="connsiteX0" fmla="*/ 0 w 5775960"/>
              <a:gd name="connsiteY0" fmla="*/ 447360 h 3889660"/>
              <a:gd name="connsiteX1" fmla="*/ 97599 w 5775960"/>
              <a:gd name="connsiteY1" fmla="*/ 349761 h 3889660"/>
              <a:gd name="connsiteX2" fmla="*/ 5647881 w 5775960"/>
              <a:gd name="connsiteY2" fmla="*/ 349761 h 3889660"/>
              <a:gd name="connsiteX3" fmla="*/ 5745480 w 5775960"/>
              <a:gd name="connsiteY3" fmla="*/ 447360 h 3889660"/>
              <a:gd name="connsiteX4" fmla="*/ 5775960 w 5775960"/>
              <a:gd name="connsiteY4" fmla="*/ 3505902 h 3889660"/>
              <a:gd name="connsiteX5" fmla="*/ 5607241 w 5775960"/>
              <a:gd name="connsiteY5" fmla="*/ 3748281 h 3889660"/>
              <a:gd name="connsiteX6" fmla="*/ 82359 w 5775960"/>
              <a:gd name="connsiteY6" fmla="*/ 3748281 h 3889660"/>
              <a:gd name="connsiteX7" fmla="*/ 0 w 5775960"/>
              <a:gd name="connsiteY7" fmla="*/ 3604962 h 3889660"/>
              <a:gd name="connsiteX8" fmla="*/ 0 w 5775960"/>
              <a:gd name="connsiteY8" fmla="*/ 447360 h 3889660"/>
              <a:gd name="connsiteX0" fmla="*/ 0 w 5775960"/>
              <a:gd name="connsiteY0" fmla="*/ 447360 h 3895248"/>
              <a:gd name="connsiteX1" fmla="*/ 97599 w 5775960"/>
              <a:gd name="connsiteY1" fmla="*/ 349761 h 3895248"/>
              <a:gd name="connsiteX2" fmla="*/ 5647881 w 5775960"/>
              <a:gd name="connsiteY2" fmla="*/ 349761 h 3895248"/>
              <a:gd name="connsiteX3" fmla="*/ 5745480 w 5775960"/>
              <a:gd name="connsiteY3" fmla="*/ 447360 h 3895248"/>
              <a:gd name="connsiteX4" fmla="*/ 5775960 w 5775960"/>
              <a:gd name="connsiteY4" fmla="*/ 3505902 h 3895248"/>
              <a:gd name="connsiteX5" fmla="*/ 5673281 w 5775960"/>
              <a:gd name="connsiteY5" fmla="*/ 3758441 h 3895248"/>
              <a:gd name="connsiteX6" fmla="*/ 82359 w 5775960"/>
              <a:gd name="connsiteY6" fmla="*/ 3748281 h 3895248"/>
              <a:gd name="connsiteX7" fmla="*/ 0 w 5775960"/>
              <a:gd name="connsiteY7" fmla="*/ 3604962 h 3895248"/>
              <a:gd name="connsiteX8" fmla="*/ 0 w 5775960"/>
              <a:gd name="connsiteY8" fmla="*/ 447360 h 3895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5960" h="3895248">
                <a:moveTo>
                  <a:pt x="0" y="447360"/>
                </a:moveTo>
                <a:cubicBezTo>
                  <a:pt x="0" y="393458"/>
                  <a:pt x="43697" y="349761"/>
                  <a:pt x="97599" y="349761"/>
                </a:cubicBezTo>
                <a:cubicBezTo>
                  <a:pt x="2008653" y="-119631"/>
                  <a:pt x="3858747" y="-113535"/>
                  <a:pt x="5647881" y="349761"/>
                </a:cubicBezTo>
                <a:cubicBezTo>
                  <a:pt x="5701783" y="349761"/>
                  <a:pt x="5745480" y="393458"/>
                  <a:pt x="5745480" y="447360"/>
                </a:cubicBezTo>
                <a:lnTo>
                  <a:pt x="5775960" y="3505902"/>
                </a:lnTo>
                <a:cubicBezTo>
                  <a:pt x="5775960" y="3559804"/>
                  <a:pt x="5726892" y="3752851"/>
                  <a:pt x="5673281" y="3758441"/>
                </a:cubicBezTo>
                <a:cubicBezTo>
                  <a:pt x="3675867" y="3966721"/>
                  <a:pt x="1962933" y="3915921"/>
                  <a:pt x="82359" y="3748281"/>
                </a:cubicBezTo>
                <a:cubicBezTo>
                  <a:pt x="28457" y="3748281"/>
                  <a:pt x="0" y="3658864"/>
                  <a:pt x="0" y="3604962"/>
                </a:cubicBezTo>
                <a:lnTo>
                  <a:pt x="0" y="447360"/>
                </a:lnTo>
                <a:close/>
              </a:path>
            </a:pathLst>
          </a:custGeom>
          <a:gradFill flip="none" rotWithShape="1">
            <a:gsLst>
              <a:gs pos="49000">
                <a:srgbClr val="1F2327"/>
              </a:gs>
              <a:gs pos="89000">
                <a:srgbClr val="35353B"/>
              </a:gs>
              <a:gs pos="73000">
                <a:srgbClr val="3B3B42"/>
              </a:gs>
            </a:gsLst>
            <a:lin ang="9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DC2098-8C7D-87BF-4EDD-4909A91FA8B7}"/>
              </a:ext>
            </a:extLst>
          </p:cNvPr>
          <p:cNvSpPr/>
          <p:nvPr/>
        </p:nvSpPr>
        <p:spPr>
          <a:xfrm>
            <a:off x="7339472" y="7331422"/>
            <a:ext cx="2567707" cy="169163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06AE3D-2E06-0417-A42E-744275D43BDC}"/>
              </a:ext>
            </a:extLst>
          </p:cNvPr>
          <p:cNvSpPr/>
          <p:nvPr/>
        </p:nvSpPr>
        <p:spPr>
          <a:xfrm>
            <a:off x="5689470" y="7342055"/>
            <a:ext cx="1137000" cy="169163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7D7925-1B70-7B5B-532E-350D7A7B9B07}"/>
              </a:ext>
            </a:extLst>
          </p:cNvPr>
          <p:cNvSpPr/>
          <p:nvPr/>
        </p:nvSpPr>
        <p:spPr>
          <a:xfrm>
            <a:off x="4438892" y="7352715"/>
            <a:ext cx="908252" cy="168156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0310D7-70EF-0E5E-1842-F5740F8DD240}"/>
              </a:ext>
            </a:extLst>
          </p:cNvPr>
          <p:cNvSpPr/>
          <p:nvPr/>
        </p:nvSpPr>
        <p:spPr>
          <a:xfrm>
            <a:off x="7398553" y="6686502"/>
            <a:ext cx="2147672" cy="544931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F8D52F-22DE-F144-AC2C-A1477FEB2CE8}"/>
              </a:ext>
            </a:extLst>
          </p:cNvPr>
          <p:cNvSpPr/>
          <p:nvPr/>
        </p:nvSpPr>
        <p:spPr>
          <a:xfrm>
            <a:off x="4453786" y="6703443"/>
            <a:ext cx="843502" cy="544931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034661-B8F8-B070-F7FF-CD8D498E592E}"/>
              </a:ext>
            </a:extLst>
          </p:cNvPr>
          <p:cNvCxnSpPr/>
          <p:nvPr/>
        </p:nvCxnSpPr>
        <p:spPr>
          <a:xfrm flipV="1">
            <a:off x="5517090" y="6573520"/>
            <a:ext cx="0" cy="4819556"/>
          </a:xfrm>
          <a:prstGeom prst="line">
            <a:avLst/>
          </a:prstGeom>
          <a:ln w="254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638DA8-B9A5-33D2-3D83-B8E466FDF8D2}"/>
              </a:ext>
            </a:extLst>
          </p:cNvPr>
          <p:cNvCxnSpPr/>
          <p:nvPr/>
        </p:nvCxnSpPr>
        <p:spPr>
          <a:xfrm flipV="1">
            <a:off x="7071360" y="6573520"/>
            <a:ext cx="0" cy="4819556"/>
          </a:xfrm>
          <a:prstGeom prst="line">
            <a:avLst/>
          </a:prstGeom>
          <a:ln w="254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8126D2-C006-8219-A2A1-31D34A74D435}"/>
              </a:ext>
            </a:extLst>
          </p:cNvPr>
          <p:cNvCxnSpPr>
            <a:cxnSpLocks/>
          </p:cNvCxnSpPr>
          <p:nvPr/>
        </p:nvCxnSpPr>
        <p:spPr>
          <a:xfrm>
            <a:off x="5501640" y="6573520"/>
            <a:ext cx="1583055" cy="0"/>
          </a:xfrm>
          <a:prstGeom prst="line">
            <a:avLst/>
          </a:prstGeom>
          <a:ln w="635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6A405743-4F39-51A2-5409-5ECCB2E9698D}"/>
              </a:ext>
            </a:extLst>
          </p:cNvPr>
          <p:cNvSpPr/>
          <p:nvPr/>
        </p:nvSpPr>
        <p:spPr>
          <a:xfrm>
            <a:off x="11653278" y="5683055"/>
            <a:ext cx="6274894" cy="62670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DDB838A2-DED2-9729-1C88-2BE49CC7E3CB}"/>
              </a:ext>
            </a:extLst>
          </p:cNvPr>
          <p:cNvSpPr/>
          <p:nvPr/>
        </p:nvSpPr>
        <p:spPr>
          <a:xfrm>
            <a:off x="11655315" y="7293563"/>
            <a:ext cx="6274894" cy="213841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6DFFAE51-7232-A99E-B123-47EDA1415DDD}"/>
              </a:ext>
            </a:extLst>
          </p:cNvPr>
          <p:cNvSpPr/>
          <p:nvPr/>
        </p:nvSpPr>
        <p:spPr>
          <a:xfrm>
            <a:off x="9125293" y="10096817"/>
            <a:ext cx="827605" cy="171903"/>
          </a:xfrm>
          <a:custGeom>
            <a:avLst/>
            <a:gdLst>
              <a:gd name="connsiteX0" fmla="*/ 0 w 822490"/>
              <a:gd name="connsiteY0" fmla="*/ 194615 h 194615"/>
              <a:gd name="connsiteX1" fmla="*/ 822490 w 822490"/>
              <a:gd name="connsiteY1" fmla="*/ 0 h 194615"/>
              <a:gd name="connsiteX2" fmla="*/ 822490 w 822490"/>
              <a:gd name="connsiteY2" fmla="*/ 194615 h 194615"/>
              <a:gd name="connsiteX3" fmla="*/ 0 w 822490"/>
              <a:gd name="connsiteY3" fmla="*/ 194615 h 194615"/>
              <a:gd name="connsiteX0" fmla="*/ 0 w 822490"/>
              <a:gd name="connsiteY0" fmla="*/ 194615 h 194615"/>
              <a:gd name="connsiteX1" fmla="*/ 822490 w 822490"/>
              <a:gd name="connsiteY1" fmla="*/ 0 h 194615"/>
              <a:gd name="connsiteX2" fmla="*/ 822490 w 822490"/>
              <a:gd name="connsiteY2" fmla="*/ 194615 h 194615"/>
              <a:gd name="connsiteX3" fmla="*/ 0 w 822490"/>
              <a:gd name="connsiteY3" fmla="*/ 194615 h 194615"/>
              <a:gd name="connsiteX0" fmla="*/ 0 w 822490"/>
              <a:gd name="connsiteY0" fmla="*/ 208904 h 208904"/>
              <a:gd name="connsiteX1" fmla="*/ 822490 w 822490"/>
              <a:gd name="connsiteY1" fmla="*/ 14289 h 208904"/>
              <a:gd name="connsiteX2" fmla="*/ 822490 w 822490"/>
              <a:gd name="connsiteY2" fmla="*/ 208904 h 208904"/>
              <a:gd name="connsiteX3" fmla="*/ 0 w 822490"/>
              <a:gd name="connsiteY3" fmla="*/ 208904 h 208904"/>
              <a:gd name="connsiteX0" fmla="*/ 0 w 822490"/>
              <a:gd name="connsiteY0" fmla="*/ 211152 h 211152"/>
              <a:gd name="connsiteX1" fmla="*/ 792010 w 822490"/>
              <a:gd name="connsiteY1" fmla="*/ 13997 h 211152"/>
              <a:gd name="connsiteX2" fmla="*/ 822490 w 822490"/>
              <a:gd name="connsiteY2" fmla="*/ 211152 h 211152"/>
              <a:gd name="connsiteX3" fmla="*/ 0 w 822490"/>
              <a:gd name="connsiteY3" fmla="*/ 211152 h 211152"/>
              <a:gd name="connsiteX0" fmla="*/ 0 w 822490"/>
              <a:gd name="connsiteY0" fmla="*/ 197209 h 197209"/>
              <a:gd name="connsiteX1" fmla="*/ 792010 w 822490"/>
              <a:gd name="connsiteY1" fmla="*/ 54 h 197209"/>
              <a:gd name="connsiteX2" fmla="*/ 822490 w 822490"/>
              <a:gd name="connsiteY2" fmla="*/ 197209 h 197209"/>
              <a:gd name="connsiteX3" fmla="*/ 0 w 822490"/>
              <a:gd name="connsiteY3" fmla="*/ 197209 h 197209"/>
              <a:gd name="connsiteX0" fmla="*/ 0 w 802170"/>
              <a:gd name="connsiteY0" fmla="*/ 197209 h 197209"/>
              <a:gd name="connsiteX1" fmla="*/ 792010 w 802170"/>
              <a:gd name="connsiteY1" fmla="*/ 54 h 197209"/>
              <a:gd name="connsiteX2" fmla="*/ 802170 w 802170"/>
              <a:gd name="connsiteY2" fmla="*/ 194669 h 197209"/>
              <a:gd name="connsiteX3" fmla="*/ 0 w 802170"/>
              <a:gd name="connsiteY3" fmla="*/ 197209 h 197209"/>
              <a:gd name="connsiteX0" fmla="*/ 0 w 802170"/>
              <a:gd name="connsiteY0" fmla="*/ 204813 h 204813"/>
              <a:gd name="connsiteX1" fmla="*/ 801535 w 802170"/>
              <a:gd name="connsiteY1" fmla="*/ 38 h 204813"/>
              <a:gd name="connsiteX2" fmla="*/ 802170 w 802170"/>
              <a:gd name="connsiteY2" fmla="*/ 202273 h 204813"/>
              <a:gd name="connsiteX3" fmla="*/ 0 w 802170"/>
              <a:gd name="connsiteY3" fmla="*/ 204813 h 204813"/>
              <a:gd name="connsiteX0" fmla="*/ 0 w 802170"/>
              <a:gd name="connsiteY0" fmla="*/ 204775 h 204775"/>
              <a:gd name="connsiteX1" fmla="*/ 801535 w 802170"/>
              <a:gd name="connsiteY1" fmla="*/ 0 h 204775"/>
              <a:gd name="connsiteX2" fmla="*/ 802170 w 802170"/>
              <a:gd name="connsiteY2" fmla="*/ 202235 h 204775"/>
              <a:gd name="connsiteX3" fmla="*/ 0 w 802170"/>
              <a:gd name="connsiteY3" fmla="*/ 204775 h 204775"/>
              <a:gd name="connsiteX0" fmla="*/ 0 w 814447"/>
              <a:gd name="connsiteY0" fmla="*/ 204825 h 204825"/>
              <a:gd name="connsiteX1" fmla="*/ 801535 w 814447"/>
              <a:gd name="connsiteY1" fmla="*/ 50 h 204825"/>
              <a:gd name="connsiteX2" fmla="*/ 802170 w 814447"/>
              <a:gd name="connsiteY2" fmla="*/ 202285 h 204825"/>
              <a:gd name="connsiteX3" fmla="*/ 0 w 814447"/>
              <a:gd name="connsiteY3" fmla="*/ 204825 h 204825"/>
              <a:gd name="connsiteX0" fmla="*/ 0 w 823284"/>
              <a:gd name="connsiteY0" fmla="*/ 204812 h 204812"/>
              <a:gd name="connsiteX1" fmla="*/ 801535 w 823284"/>
              <a:gd name="connsiteY1" fmla="*/ 37 h 204812"/>
              <a:gd name="connsiteX2" fmla="*/ 802170 w 823284"/>
              <a:gd name="connsiteY2" fmla="*/ 202272 h 204812"/>
              <a:gd name="connsiteX3" fmla="*/ 0 w 823284"/>
              <a:gd name="connsiteY3" fmla="*/ 204812 h 204812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17528"/>
              <a:gd name="connsiteX1" fmla="*/ 801535 w 823284"/>
              <a:gd name="connsiteY1" fmla="*/ 37 h 217528"/>
              <a:gd name="connsiteX2" fmla="*/ 802170 w 823284"/>
              <a:gd name="connsiteY2" fmla="*/ 202272 h 217528"/>
              <a:gd name="connsiteX3" fmla="*/ 0 w 823284"/>
              <a:gd name="connsiteY3" fmla="*/ 204812 h 217528"/>
              <a:gd name="connsiteX0" fmla="*/ 0 w 976479"/>
              <a:gd name="connsiteY0" fmla="*/ 254217 h 259033"/>
              <a:gd name="connsiteX1" fmla="*/ 954730 w 976479"/>
              <a:gd name="connsiteY1" fmla="*/ 37 h 259033"/>
              <a:gd name="connsiteX2" fmla="*/ 955365 w 976479"/>
              <a:gd name="connsiteY2" fmla="*/ 202272 h 259033"/>
              <a:gd name="connsiteX3" fmla="*/ 0 w 976479"/>
              <a:gd name="connsiteY3" fmla="*/ 254217 h 259033"/>
              <a:gd name="connsiteX0" fmla="*/ 0 w 965906"/>
              <a:gd name="connsiteY0" fmla="*/ 284403 h 289219"/>
              <a:gd name="connsiteX1" fmla="*/ 920207 w 965906"/>
              <a:gd name="connsiteY1" fmla="*/ 31 h 289219"/>
              <a:gd name="connsiteX2" fmla="*/ 955365 w 965906"/>
              <a:gd name="connsiteY2" fmla="*/ 232458 h 289219"/>
              <a:gd name="connsiteX3" fmla="*/ 0 w 965906"/>
              <a:gd name="connsiteY3" fmla="*/ 284403 h 289219"/>
              <a:gd name="connsiteX0" fmla="*/ 0 w 973232"/>
              <a:gd name="connsiteY0" fmla="*/ 284403 h 290265"/>
              <a:gd name="connsiteX1" fmla="*/ 920207 w 973232"/>
              <a:gd name="connsiteY1" fmla="*/ 31 h 290265"/>
              <a:gd name="connsiteX2" fmla="*/ 963995 w 973232"/>
              <a:gd name="connsiteY2" fmla="*/ 246182 h 290265"/>
              <a:gd name="connsiteX3" fmla="*/ 0 w 973232"/>
              <a:gd name="connsiteY3" fmla="*/ 284403 h 290265"/>
              <a:gd name="connsiteX0" fmla="*/ 0 w 973845"/>
              <a:gd name="connsiteY0" fmla="*/ 284402 h 290264"/>
              <a:gd name="connsiteX1" fmla="*/ 924523 w 973845"/>
              <a:gd name="connsiteY1" fmla="*/ 31 h 290264"/>
              <a:gd name="connsiteX2" fmla="*/ 963995 w 973845"/>
              <a:gd name="connsiteY2" fmla="*/ 246181 h 290264"/>
              <a:gd name="connsiteX3" fmla="*/ 0 w 973845"/>
              <a:gd name="connsiteY3" fmla="*/ 284402 h 290264"/>
              <a:gd name="connsiteX0" fmla="*/ 0 w 943273"/>
              <a:gd name="connsiteY0" fmla="*/ 284401 h 291479"/>
              <a:gd name="connsiteX1" fmla="*/ 924523 w 943273"/>
              <a:gd name="connsiteY1" fmla="*/ 30 h 291479"/>
              <a:gd name="connsiteX2" fmla="*/ 918684 w 943273"/>
              <a:gd name="connsiteY2" fmla="*/ 257159 h 291479"/>
              <a:gd name="connsiteX3" fmla="*/ 0 w 943273"/>
              <a:gd name="connsiteY3" fmla="*/ 284401 h 291479"/>
              <a:gd name="connsiteX0" fmla="*/ 0 w 949817"/>
              <a:gd name="connsiteY0" fmla="*/ 284401 h 290816"/>
              <a:gd name="connsiteX1" fmla="*/ 924523 w 949817"/>
              <a:gd name="connsiteY1" fmla="*/ 30 h 290816"/>
              <a:gd name="connsiteX2" fmla="*/ 931631 w 949817"/>
              <a:gd name="connsiteY2" fmla="*/ 251669 h 290816"/>
              <a:gd name="connsiteX3" fmla="*/ 0 w 949817"/>
              <a:gd name="connsiteY3" fmla="*/ 284401 h 290816"/>
              <a:gd name="connsiteX0" fmla="*/ 0 w 949817"/>
              <a:gd name="connsiteY0" fmla="*/ 284401 h 289465"/>
              <a:gd name="connsiteX1" fmla="*/ 924523 w 949817"/>
              <a:gd name="connsiteY1" fmla="*/ 30 h 289465"/>
              <a:gd name="connsiteX2" fmla="*/ 931631 w 949817"/>
              <a:gd name="connsiteY2" fmla="*/ 251669 h 289465"/>
              <a:gd name="connsiteX3" fmla="*/ 0 w 949817"/>
              <a:gd name="connsiteY3" fmla="*/ 284401 h 289465"/>
              <a:gd name="connsiteX0" fmla="*/ 0 w 949817"/>
              <a:gd name="connsiteY0" fmla="*/ 284401 h 284401"/>
              <a:gd name="connsiteX1" fmla="*/ 924523 w 949817"/>
              <a:gd name="connsiteY1" fmla="*/ 30 h 284401"/>
              <a:gd name="connsiteX2" fmla="*/ 931631 w 949817"/>
              <a:gd name="connsiteY2" fmla="*/ 251669 h 284401"/>
              <a:gd name="connsiteX3" fmla="*/ 0 w 949817"/>
              <a:gd name="connsiteY3" fmla="*/ 284401 h 284401"/>
              <a:gd name="connsiteX0" fmla="*/ 0 w 949817"/>
              <a:gd name="connsiteY0" fmla="*/ 284401 h 284401"/>
              <a:gd name="connsiteX1" fmla="*/ 924523 w 949817"/>
              <a:gd name="connsiteY1" fmla="*/ 30 h 284401"/>
              <a:gd name="connsiteX2" fmla="*/ 931631 w 949817"/>
              <a:gd name="connsiteY2" fmla="*/ 251669 h 284401"/>
              <a:gd name="connsiteX3" fmla="*/ 0 w 949817"/>
              <a:gd name="connsiteY3" fmla="*/ 284401 h 284401"/>
              <a:gd name="connsiteX0" fmla="*/ 0 w 947190"/>
              <a:gd name="connsiteY0" fmla="*/ 284371 h 284371"/>
              <a:gd name="connsiteX1" fmla="*/ 924523 w 947190"/>
              <a:gd name="connsiteY1" fmla="*/ 0 h 284371"/>
              <a:gd name="connsiteX2" fmla="*/ 931631 w 947190"/>
              <a:gd name="connsiteY2" fmla="*/ 251639 h 284371"/>
              <a:gd name="connsiteX3" fmla="*/ 0 w 947190"/>
              <a:gd name="connsiteY3" fmla="*/ 284371 h 284371"/>
              <a:gd name="connsiteX0" fmla="*/ 0 w 937377"/>
              <a:gd name="connsiteY0" fmla="*/ 284371 h 284371"/>
              <a:gd name="connsiteX1" fmla="*/ 924523 w 937377"/>
              <a:gd name="connsiteY1" fmla="*/ 0 h 284371"/>
              <a:gd name="connsiteX2" fmla="*/ 931631 w 937377"/>
              <a:gd name="connsiteY2" fmla="*/ 251639 h 284371"/>
              <a:gd name="connsiteX3" fmla="*/ 0 w 937377"/>
              <a:gd name="connsiteY3" fmla="*/ 284371 h 284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377" h="284371">
                <a:moveTo>
                  <a:pt x="0" y="284371"/>
                </a:moveTo>
                <a:cubicBezTo>
                  <a:pt x="235428" y="144569"/>
                  <a:pt x="662425" y="19787"/>
                  <a:pt x="924523" y="0"/>
                </a:cubicBezTo>
                <a:cubicBezTo>
                  <a:pt x="944679" y="46333"/>
                  <a:pt x="936260" y="147829"/>
                  <a:pt x="931631" y="251639"/>
                </a:cubicBezTo>
                <a:cubicBezTo>
                  <a:pt x="662336" y="249353"/>
                  <a:pt x="223070" y="281682"/>
                  <a:pt x="0" y="284371"/>
                </a:cubicBezTo>
                <a:close/>
              </a:path>
            </a:pathLst>
          </a:custGeom>
          <a:gradFill>
            <a:gsLst>
              <a:gs pos="0">
                <a:srgbClr val="A40E1D"/>
              </a:gs>
              <a:gs pos="100000">
                <a:srgbClr val="F20929"/>
              </a:gs>
            </a:gsLst>
            <a:lin ang="0" scaled="0"/>
          </a:gradFill>
          <a:ln>
            <a:noFill/>
          </a:ln>
          <a:effectLst>
            <a:glow>
              <a:srgbClr val="F20929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Isosceles Triangle 1">
            <a:extLst>
              <a:ext uri="{FF2B5EF4-FFF2-40B4-BE49-F238E27FC236}">
                <a16:creationId xmlns:a16="http://schemas.microsoft.com/office/drawing/2014/main" id="{AEB9443E-FC9D-7E31-482A-878144341CD6}"/>
              </a:ext>
            </a:extLst>
          </p:cNvPr>
          <p:cNvSpPr/>
          <p:nvPr/>
        </p:nvSpPr>
        <p:spPr>
          <a:xfrm flipH="1">
            <a:off x="4326886" y="10075293"/>
            <a:ext cx="821097" cy="167013"/>
          </a:xfrm>
          <a:custGeom>
            <a:avLst/>
            <a:gdLst>
              <a:gd name="connsiteX0" fmla="*/ 0 w 822490"/>
              <a:gd name="connsiteY0" fmla="*/ 194615 h 194615"/>
              <a:gd name="connsiteX1" fmla="*/ 822490 w 822490"/>
              <a:gd name="connsiteY1" fmla="*/ 0 h 194615"/>
              <a:gd name="connsiteX2" fmla="*/ 822490 w 822490"/>
              <a:gd name="connsiteY2" fmla="*/ 194615 h 194615"/>
              <a:gd name="connsiteX3" fmla="*/ 0 w 822490"/>
              <a:gd name="connsiteY3" fmla="*/ 194615 h 194615"/>
              <a:gd name="connsiteX0" fmla="*/ 0 w 822490"/>
              <a:gd name="connsiteY0" fmla="*/ 194615 h 194615"/>
              <a:gd name="connsiteX1" fmla="*/ 822490 w 822490"/>
              <a:gd name="connsiteY1" fmla="*/ 0 h 194615"/>
              <a:gd name="connsiteX2" fmla="*/ 822490 w 822490"/>
              <a:gd name="connsiteY2" fmla="*/ 194615 h 194615"/>
              <a:gd name="connsiteX3" fmla="*/ 0 w 822490"/>
              <a:gd name="connsiteY3" fmla="*/ 194615 h 194615"/>
              <a:gd name="connsiteX0" fmla="*/ 0 w 822490"/>
              <a:gd name="connsiteY0" fmla="*/ 208904 h 208904"/>
              <a:gd name="connsiteX1" fmla="*/ 822490 w 822490"/>
              <a:gd name="connsiteY1" fmla="*/ 14289 h 208904"/>
              <a:gd name="connsiteX2" fmla="*/ 822490 w 822490"/>
              <a:gd name="connsiteY2" fmla="*/ 208904 h 208904"/>
              <a:gd name="connsiteX3" fmla="*/ 0 w 822490"/>
              <a:gd name="connsiteY3" fmla="*/ 208904 h 208904"/>
              <a:gd name="connsiteX0" fmla="*/ 0 w 822490"/>
              <a:gd name="connsiteY0" fmla="*/ 211152 h 211152"/>
              <a:gd name="connsiteX1" fmla="*/ 792010 w 822490"/>
              <a:gd name="connsiteY1" fmla="*/ 13997 h 211152"/>
              <a:gd name="connsiteX2" fmla="*/ 822490 w 822490"/>
              <a:gd name="connsiteY2" fmla="*/ 211152 h 211152"/>
              <a:gd name="connsiteX3" fmla="*/ 0 w 822490"/>
              <a:gd name="connsiteY3" fmla="*/ 211152 h 211152"/>
              <a:gd name="connsiteX0" fmla="*/ 0 w 822490"/>
              <a:gd name="connsiteY0" fmla="*/ 197209 h 197209"/>
              <a:gd name="connsiteX1" fmla="*/ 792010 w 822490"/>
              <a:gd name="connsiteY1" fmla="*/ 54 h 197209"/>
              <a:gd name="connsiteX2" fmla="*/ 822490 w 822490"/>
              <a:gd name="connsiteY2" fmla="*/ 197209 h 197209"/>
              <a:gd name="connsiteX3" fmla="*/ 0 w 822490"/>
              <a:gd name="connsiteY3" fmla="*/ 197209 h 197209"/>
              <a:gd name="connsiteX0" fmla="*/ 0 w 802170"/>
              <a:gd name="connsiteY0" fmla="*/ 197209 h 197209"/>
              <a:gd name="connsiteX1" fmla="*/ 792010 w 802170"/>
              <a:gd name="connsiteY1" fmla="*/ 54 h 197209"/>
              <a:gd name="connsiteX2" fmla="*/ 802170 w 802170"/>
              <a:gd name="connsiteY2" fmla="*/ 194669 h 197209"/>
              <a:gd name="connsiteX3" fmla="*/ 0 w 802170"/>
              <a:gd name="connsiteY3" fmla="*/ 197209 h 197209"/>
              <a:gd name="connsiteX0" fmla="*/ 0 w 802170"/>
              <a:gd name="connsiteY0" fmla="*/ 204813 h 204813"/>
              <a:gd name="connsiteX1" fmla="*/ 801535 w 802170"/>
              <a:gd name="connsiteY1" fmla="*/ 38 h 204813"/>
              <a:gd name="connsiteX2" fmla="*/ 802170 w 802170"/>
              <a:gd name="connsiteY2" fmla="*/ 202273 h 204813"/>
              <a:gd name="connsiteX3" fmla="*/ 0 w 802170"/>
              <a:gd name="connsiteY3" fmla="*/ 204813 h 204813"/>
              <a:gd name="connsiteX0" fmla="*/ 0 w 802170"/>
              <a:gd name="connsiteY0" fmla="*/ 204775 h 204775"/>
              <a:gd name="connsiteX1" fmla="*/ 801535 w 802170"/>
              <a:gd name="connsiteY1" fmla="*/ 0 h 204775"/>
              <a:gd name="connsiteX2" fmla="*/ 802170 w 802170"/>
              <a:gd name="connsiteY2" fmla="*/ 202235 h 204775"/>
              <a:gd name="connsiteX3" fmla="*/ 0 w 802170"/>
              <a:gd name="connsiteY3" fmla="*/ 204775 h 204775"/>
              <a:gd name="connsiteX0" fmla="*/ 0 w 814447"/>
              <a:gd name="connsiteY0" fmla="*/ 204825 h 204825"/>
              <a:gd name="connsiteX1" fmla="*/ 801535 w 814447"/>
              <a:gd name="connsiteY1" fmla="*/ 50 h 204825"/>
              <a:gd name="connsiteX2" fmla="*/ 802170 w 814447"/>
              <a:gd name="connsiteY2" fmla="*/ 202285 h 204825"/>
              <a:gd name="connsiteX3" fmla="*/ 0 w 814447"/>
              <a:gd name="connsiteY3" fmla="*/ 204825 h 204825"/>
              <a:gd name="connsiteX0" fmla="*/ 0 w 823284"/>
              <a:gd name="connsiteY0" fmla="*/ 204812 h 204812"/>
              <a:gd name="connsiteX1" fmla="*/ 801535 w 823284"/>
              <a:gd name="connsiteY1" fmla="*/ 37 h 204812"/>
              <a:gd name="connsiteX2" fmla="*/ 802170 w 823284"/>
              <a:gd name="connsiteY2" fmla="*/ 202272 h 204812"/>
              <a:gd name="connsiteX3" fmla="*/ 0 w 823284"/>
              <a:gd name="connsiteY3" fmla="*/ 204812 h 204812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17528"/>
              <a:gd name="connsiteX1" fmla="*/ 801535 w 823284"/>
              <a:gd name="connsiteY1" fmla="*/ 37 h 217528"/>
              <a:gd name="connsiteX2" fmla="*/ 802170 w 823284"/>
              <a:gd name="connsiteY2" fmla="*/ 202272 h 217528"/>
              <a:gd name="connsiteX3" fmla="*/ 0 w 823284"/>
              <a:gd name="connsiteY3" fmla="*/ 204812 h 217528"/>
              <a:gd name="connsiteX0" fmla="*/ 0 w 976479"/>
              <a:gd name="connsiteY0" fmla="*/ 254217 h 259033"/>
              <a:gd name="connsiteX1" fmla="*/ 954730 w 976479"/>
              <a:gd name="connsiteY1" fmla="*/ 37 h 259033"/>
              <a:gd name="connsiteX2" fmla="*/ 955365 w 976479"/>
              <a:gd name="connsiteY2" fmla="*/ 202272 h 259033"/>
              <a:gd name="connsiteX3" fmla="*/ 0 w 976479"/>
              <a:gd name="connsiteY3" fmla="*/ 254217 h 259033"/>
              <a:gd name="connsiteX0" fmla="*/ 0 w 965906"/>
              <a:gd name="connsiteY0" fmla="*/ 284403 h 289219"/>
              <a:gd name="connsiteX1" fmla="*/ 920207 w 965906"/>
              <a:gd name="connsiteY1" fmla="*/ 31 h 289219"/>
              <a:gd name="connsiteX2" fmla="*/ 955365 w 965906"/>
              <a:gd name="connsiteY2" fmla="*/ 232458 h 289219"/>
              <a:gd name="connsiteX3" fmla="*/ 0 w 965906"/>
              <a:gd name="connsiteY3" fmla="*/ 284403 h 289219"/>
              <a:gd name="connsiteX0" fmla="*/ 0 w 973232"/>
              <a:gd name="connsiteY0" fmla="*/ 284403 h 290265"/>
              <a:gd name="connsiteX1" fmla="*/ 920207 w 973232"/>
              <a:gd name="connsiteY1" fmla="*/ 31 h 290265"/>
              <a:gd name="connsiteX2" fmla="*/ 963995 w 973232"/>
              <a:gd name="connsiteY2" fmla="*/ 246182 h 290265"/>
              <a:gd name="connsiteX3" fmla="*/ 0 w 973232"/>
              <a:gd name="connsiteY3" fmla="*/ 284403 h 290265"/>
              <a:gd name="connsiteX0" fmla="*/ 0 w 973845"/>
              <a:gd name="connsiteY0" fmla="*/ 284402 h 290264"/>
              <a:gd name="connsiteX1" fmla="*/ 924523 w 973845"/>
              <a:gd name="connsiteY1" fmla="*/ 31 h 290264"/>
              <a:gd name="connsiteX2" fmla="*/ 963995 w 973845"/>
              <a:gd name="connsiteY2" fmla="*/ 246181 h 290264"/>
              <a:gd name="connsiteX3" fmla="*/ 0 w 973845"/>
              <a:gd name="connsiteY3" fmla="*/ 284402 h 290264"/>
              <a:gd name="connsiteX0" fmla="*/ 0 w 943273"/>
              <a:gd name="connsiteY0" fmla="*/ 284401 h 291479"/>
              <a:gd name="connsiteX1" fmla="*/ 924523 w 943273"/>
              <a:gd name="connsiteY1" fmla="*/ 30 h 291479"/>
              <a:gd name="connsiteX2" fmla="*/ 918684 w 943273"/>
              <a:gd name="connsiteY2" fmla="*/ 257159 h 291479"/>
              <a:gd name="connsiteX3" fmla="*/ 0 w 943273"/>
              <a:gd name="connsiteY3" fmla="*/ 284401 h 291479"/>
              <a:gd name="connsiteX0" fmla="*/ 0 w 949817"/>
              <a:gd name="connsiteY0" fmla="*/ 284401 h 290816"/>
              <a:gd name="connsiteX1" fmla="*/ 924523 w 949817"/>
              <a:gd name="connsiteY1" fmla="*/ 30 h 290816"/>
              <a:gd name="connsiteX2" fmla="*/ 931631 w 949817"/>
              <a:gd name="connsiteY2" fmla="*/ 251669 h 290816"/>
              <a:gd name="connsiteX3" fmla="*/ 0 w 949817"/>
              <a:gd name="connsiteY3" fmla="*/ 284401 h 290816"/>
              <a:gd name="connsiteX0" fmla="*/ 0 w 949817"/>
              <a:gd name="connsiteY0" fmla="*/ 284401 h 289465"/>
              <a:gd name="connsiteX1" fmla="*/ 924523 w 949817"/>
              <a:gd name="connsiteY1" fmla="*/ 30 h 289465"/>
              <a:gd name="connsiteX2" fmla="*/ 931631 w 949817"/>
              <a:gd name="connsiteY2" fmla="*/ 251669 h 289465"/>
              <a:gd name="connsiteX3" fmla="*/ 0 w 949817"/>
              <a:gd name="connsiteY3" fmla="*/ 284401 h 289465"/>
              <a:gd name="connsiteX0" fmla="*/ 0 w 949817"/>
              <a:gd name="connsiteY0" fmla="*/ 284401 h 284401"/>
              <a:gd name="connsiteX1" fmla="*/ 924523 w 949817"/>
              <a:gd name="connsiteY1" fmla="*/ 30 h 284401"/>
              <a:gd name="connsiteX2" fmla="*/ 931631 w 949817"/>
              <a:gd name="connsiteY2" fmla="*/ 251669 h 284401"/>
              <a:gd name="connsiteX3" fmla="*/ 0 w 949817"/>
              <a:gd name="connsiteY3" fmla="*/ 284401 h 284401"/>
              <a:gd name="connsiteX0" fmla="*/ 0 w 949817"/>
              <a:gd name="connsiteY0" fmla="*/ 284401 h 284401"/>
              <a:gd name="connsiteX1" fmla="*/ 924523 w 949817"/>
              <a:gd name="connsiteY1" fmla="*/ 30 h 284401"/>
              <a:gd name="connsiteX2" fmla="*/ 931631 w 949817"/>
              <a:gd name="connsiteY2" fmla="*/ 251669 h 284401"/>
              <a:gd name="connsiteX3" fmla="*/ 0 w 949817"/>
              <a:gd name="connsiteY3" fmla="*/ 284401 h 284401"/>
              <a:gd name="connsiteX0" fmla="*/ 0 w 947190"/>
              <a:gd name="connsiteY0" fmla="*/ 284371 h 284371"/>
              <a:gd name="connsiteX1" fmla="*/ 924523 w 947190"/>
              <a:gd name="connsiteY1" fmla="*/ 0 h 284371"/>
              <a:gd name="connsiteX2" fmla="*/ 931631 w 947190"/>
              <a:gd name="connsiteY2" fmla="*/ 251639 h 284371"/>
              <a:gd name="connsiteX3" fmla="*/ 0 w 947190"/>
              <a:gd name="connsiteY3" fmla="*/ 284371 h 284371"/>
              <a:gd name="connsiteX0" fmla="*/ 0 w 937377"/>
              <a:gd name="connsiteY0" fmla="*/ 284371 h 284371"/>
              <a:gd name="connsiteX1" fmla="*/ 924523 w 937377"/>
              <a:gd name="connsiteY1" fmla="*/ 0 h 284371"/>
              <a:gd name="connsiteX2" fmla="*/ 931631 w 937377"/>
              <a:gd name="connsiteY2" fmla="*/ 251639 h 284371"/>
              <a:gd name="connsiteX3" fmla="*/ 0 w 937377"/>
              <a:gd name="connsiteY3" fmla="*/ 284371 h 284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377" h="284371">
                <a:moveTo>
                  <a:pt x="0" y="284371"/>
                </a:moveTo>
                <a:cubicBezTo>
                  <a:pt x="235428" y="144569"/>
                  <a:pt x="662425" y="19787"/>
                  <a:pt x="924523" y="0"/>
                </a:cubicBezTo>
                <a:cubicBezTo>
                  <a:pt x="944679" y="46333"/>
                  <a:pt x="936260" y="147829"/>
                  <a:pt x="931631" y="251639"/>
                </a:cubicBezTo>
                <a:cubicBezTo>
                  <a:pt x="662336" y="249353"/>
                  <a:pt x="223070" y="281682"/>
                  <a:pt x="0" y="284371"/>
                </a:cubicBezTo>
                <a:close/>
              </a:path>
            </a:pathLst>
          </a:custGeom>
          <a:gradFill>
            <a:gsLst>
              <a:gs pos="0">
                <a:srgbClr val="A40E1D"/>
              </a:gs>
              <a:gs pos="100000">
                <a:srgbClr val="F20929"/>
              </a:gs>
            </a:gsLst>
            <a:lin ang="0" scaled="0"/>
          </a:gradFill>
          <a:ln>
            <a:noFill/>
          </a:ln>
          <a:effectLst>
            <a:glow>
              <a:srgbClr val="F20929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75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662CF-08C7-0600-1797-C5E85D0D3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E0C8F2-EAAF-63F5-B076-A5392297F74D}"/>
              </a:ext>
            </a:extLst>
          </p:cNvPr>
          <p:cNvSpPr/>
          <p:nvPr/>
        </p:nvSpPr>
        <p:spPr>
          <a:xfrm>
            <a:off x="3993931" y="5591178"/>
            <a:ext cx="6300952" cy="6300952"/>
          </a:xfrm>
          <a:prstGeom prst="rect">
            <a:avLst/>
          </a:prstGeom>
          <a:gradFill>
            <a:gsLst>
              <a:gs pos="0">
                <a:srgbClr val="BC2D26"/>
              </a:gs>
              <a:gs pos="100000">
                <a:srgbClr val="BF2C24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Hexagon 3">
            <a:extLst>
              <a:ext uri="{FF2B5EF4-FFF2-40B4-BE49-F238E27FC236}">
                <a16:creationId xmlns:a16="http://schemas.microsoft.com/office/drawing/2014/main" id="{9C949443-3A40-8D77-8158-D8E5043D4BAE}"/>
              </a:ext>
            </a:extLst>
          </p:cNvPr>
          <p:cNvSpPr/>
          <p:nvPr/>
        </p:nvSpPr>
        <p:spPr>
          <a:xfrm flipH="1">
            <a:off x="8698312" y="9889768"/>
            <a:ext cx="1590945" cy="725144"/>
          </a:xfrm>
          <a:custGeom>
            <a:avLst/>
            <a:gdLst>
              <a:gd name="connsiteX0" fmla="*/ 0 w 1266955"/>
              <a:gd name="connsiteY0" fmla="*/ 286360 h 572719"/>
              <a:gd name="connsiteX1" fmla="*/ 143180 w 1266955"/>
              <a:gd name="connsiteY1" fmla="*/ 0 h 572719"/>
              <a:gd name="connsiteX2" fmla="*/ 1123775 w 1266955"/>
              <a:gd name="connsiteY2" fmla="*/ 0 h 572719"/>
              <a:gd name="connsiteX3" fmla="*/ 1266955 w 1266955"/>
              <a:gd name="connsiteY3" fmla="*/ 286360 h 572719"/>
              <a:gd name="connsiteX4" fmla="*/ 1123775 w 1266955"/>
              <a:gd name="connsiteY4" fmla="*/ 572719 h 572719"/>
              <a:gd name="connsiteX5" fmla="*/ 143180 w 1266955"/>
              <a:gd name="connsiteY5" fmla="*/ 572719 h 572719"/>
              <a:gd name="connsiteX6" fmla="*/ 0 w 1266955"/>
              <a:gd name="connsiteY6" fmla="*/ 286360 h 57271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1123775 w 1545415"/>
              <a:gd name="connsiteY2" fmla="*/ 0 h 628599"/>
              <a:gd name="connsiteX3" fmla="*/ 1266955 w 1545415"/>
              <a:gd name="connsiteY3" fmla="*/ 28636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1123775 w 1545415"/>
              <a:gd name="connsiteY2" fmla="*/ 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603075 w 1545415"/>
              <a:gd name="connsiteY2" fmla="*/ 38354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407495 w 1545415"/>
              <a:gd name="connsiteY2" fmla="*/ 5080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304140 h 646379"/>
              <a:gd name="connsiteX1" fmla="*/ 178740 w 1545415"/>
              <a:gd name="connsiteY1" fmla="*/ 0 h 646379"/>
              <a:gd name="connsiteX2" fmla="*/ 407495 w 1545415"/>
              <a:gd name="connsiteY2" fmla="*/ 68580 h 646379"/>
              <a:gd name="connsiteX3" fmla="*/ 1373635 w 1545415"/>
              <a:gd name="connsiteY3" fmla="*/ 347320 h 646379"/>
              <a:gd name="connsiteX4" fmla="*/ 1545415 w 1545415"/>
              <a:gd name="connsiteY4" fmla="*/ 646379 h 646379"/>
              <a:gd name="connsiteX5" fmla="*/ 143180 w 1545415"/>
              <a:gd name="connsiteY5" fmla="*/ 590499 h 646379"/>
              <a:gd name="connsiteX6" fmla="*/ 0 w 1545415"/>
              <a:gd name="connsiteY6" fmla="*/ 304140 h 646379"/>
              <a:gd name="connsiteX0" fmla="*/ 0 w 1545415"/>
              <a:gd name="connsiteY0" fmla="*/ 316840 h 659079"/>
              <a:gd name="connsiteX1" fmla="*/ 234620 w 1545415"/>
              <a:gd name="connsiteY1" fmla="*/ 0 h 659079"/>
              <a:gd name="connsiteX2" fmla="*/ 407495 w 1545415"/>
              <a:gd name="connsiteY2" fmla="*/ 81280 h 659079"/>
              <a:gd name="connsiteX3" fmla="*/ 1373635 w 1545415"/>
              <a:gd name="connsiteY3" fmla="*/ 360020 h 659079"/>
              <a:gd name="connsiteX4" fmla="*/ 1545415 w 1545415"/>
              <a:gd name="connsiteY4" fmla="*/ 659079 h 659079"/>
              <a:gd name="connsiteX5" fmla="*/ 143180 w 1545415"/>
              <a:gd name="connsiteY5" fmla="*/ 603199 h 659079"/>
              <a:gd name="connsiteX6" fmla="*/ 0 w 1545415"/>
              <a:gd name="connsiteY6" fmla="*/ 316840 h 659079"/>
              <a:gd name="connsiteX0" fmla="*/ 0 w 1545415"/>
              <a:gd name="connsiteY0" fmla="*/ 288900 h 631139"/>
              <a:gd name="connsiteX1" fmla="*/ 265100 w 1545415"/>
              <a:gd name="connsiteY1" fmla="*/ 0 h 631139"/>
              <a:gd name="connsiteX2" fmla="*/ 407495 w 1545415"/>
              <a:gd name="connsiteY2" fmla="*/ 53340 h 631139"/>
              <a:gd name="connsiteX3" fmla="*/ 1373635 w 1545415"/>
              <a:gd name="connsiteY3" fmla="*/ 332080 h 631139"/>
              <a:gd name="connsiteX4" fmla="*/ 1545415 w 1545415"/>
              <a:gd name="connsiteY4" fmla="*/ 631139 h 631139"/>
              <a:gd name="connsiteX5" fmla="*/ 143180 w 1545415"/>
              <a:gd name="connsiteY5" fmla="*/ 575259 h 631139"/>
              <a:gd name="connsiteX6" fmla="*/ 0 w 1545415"/>
              <a:gd name="connsiteY6" fmla="*/ 288900 h 6311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39040 w 1441275"/>
              <a:gd name="connsiteY5" fmla="*/ 705459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50800"/>
              <a:gd name="connsiteY0" fmla="*/ 0 h 761339"/>
              <a:gd name="connsiteX1" fmla="*/ 160960 w 1450800"/>
              <a:gd name="connsiteY1" fmla="*/ 13020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60960 w 1450800"/>
              <a:gd name="connsiteY1" fmla="*/ 13020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20500 w 1450800"/>
              <a:gd name="connsiteY2" fmla="*/ 147345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20500 w 1450800"/>
              <a:gd name="connsiteY2" fmla="*/ 147345 h 761339"/>
              <a:gd name="connsiteX3" fmla="*/ 1242825 w 1450800"/>
              <a:gd name="connsiteY3" fmla="*/ 39370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94615"/>
              <a:gd name="connsiteY0" fmla="*/ 0 h 763244"/>
              <a:gd name="connsiteX1" fmla="*/ 183820 w 1494615"/>
              <a:gd name="connsiteY1" fmla="*/ 11877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63244"/>
              <a:gd name="connsiteX1" fmla="*/ 162865 w 1494615"/>
              <a:gd name="connsiteY1" fmla="*/ 11115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63244"/>
              <a:gd name="connsiteX1" fmla="*/ 162865 w 1494615"/>
              <a:gd name="connsiteY1" fmla="*/ 11115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25144"/>
              <a:gd name="connsiteX1" fmla="*/ 162865 w 1494615"/>
              <a:gd name="connsiteY1" fmla="*/ 73050 h 725144"/>
              <a:gd name="connsiteX2" fmla="*/ 320500 w 1494615"/>
              <a:gd name="connsiteY2" fmla="*/ 109245 h 725144"/>
              <a:gd name="connsiteX3" fmla="*/ 1242825 w 1494615"/>
              <a:gd name="connsiteY3" fmla="*/ 355600 h 725144"/>
              <a:gd name="connsiteX4" fmla="*/ 1494615 w 1494615"/>
              <a:gd name="connsiteY4" fmla="*/ 725144 h 725144"/>
              <a:gd name="connsiteX5" fmla="*/ 940 w 1494615"/>
              <a:gd name="connsiteY5" fmla="*/ 665454 h 725144"/>
              <a:gd name="connsiteX6" fmla="*/ 0 w 1494615"/>
              <a:gd name="connsiteY6" fmla="*/ 0 h 725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4615" h="725144">
                <a:moveTo>
                  <a:pt x="0" y="0"/>
                </a:moveTo>
                <a:cubicBezTo>
                  <a:pt x="53653" y="43400"/>
                  <a:pt x="101592" y="39175"/>
                  <a:pt x="162865" y="73050"/>
                </a:cubicBezTo>
                <a:lnTo>
                  <a:pt x="320500" y="109245"/>
                </a:lnTo>
                <a:cubicBezTo>
                  <a:pt x="676837" y="167868"/>
                  <a:pt x="949353" y="213157"/>
                  <a:pt x="1242825" y="355600"/>
                </a:cubicBezTo>
                <a:cubicBezTo>
                  <a:pt x="1358505" y="469256"/>
                  <a:pt x="1409415" y="613393"/>
                  <a:pt x="1494615" y="725144"/>
                </a:cubicBezTo>
                <a:lnTo>
                  <a:pt x="940" y="665454"/>
                </a:lnTo>
                <a:cubicBezTo>
                  <a:pt x="627" y="430936"/>
                  <a:pt x="313" y="234518"/>
                  <a:pt x="0" y="0"/>
                </a:cubicBezTo>
                <a:close/>
              </a:path>
            </a:pathLst>
          </a:custGeom>
          <a:solidFill>
            <a:srgbClr val="1F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E71C4707-22D2-E969-987C-5BD75C4824C3}"/>
              </a:ext>
            </a:extLst>
          </p:cNvPr>
          <p:cNvSpPr/>
          <p:nvPr/>
        </p:nvSpPr>
        <p:spPr>
          <a:xfrm>
            <a:off x="3992595" y="9884232"/>
            <a:ext cx="1494615" cy="714476"/>
          </a:xfrm>
          <a:custGeom>
            <a:avLst/>
            <a:gdLst>
              <a:gd name="connsiteX0" fmla="*/ 0 w 1266955"/>
              <a:gd name="connsiteY0" fmla="*/ 286360 h 572719"/>
              <a:gd name="connsiteX1" fmla="*/ 143180 w 1266955"/>
              <a:gd name="connsiteY1" fmla="*/ 0 h 572719"/>
              <a:gd name="connsiteX2" fmla="*/ 1123775 w 1266955"/>
              <a:gd name="connsiteY2" fmla="*/ 0 h 572719"/>
              <a:gd name="connsiteX3" fmla="*/ 1266955 w 1266955"/>
              <a:gd name="connsiteY3" fmla="*/ 286360 h 572719"/>
              <a:gd name="connsiteX4" fmla="*/ 1123775 w 1266955"/>
              <a:gd name="connsiteY4" fmla="*/ 572719 h 572719"/>
              <a:gd name="connsiteX5" fmla="*/ 143180 w 1266955"/>
              <a:gd name="connsiteY5" fmla="*/ 572719 h 572719"/>
              <a:gd name="connsiteX6" fmla="*/ 0 w 1266955"/>
              <a:gd name="connsiteY6" fmla="*/ 286360 h 57271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1123775 w 1545415"/>
              <a:gd name="connsiteY2" fmla="*/ 0 h 628599"/>
              <a:gd name="connsiteX3" fmla="*/ 1266955 w 1545415"/>
              <a:gd name="connsiteY3" fmla="*/ 28636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1123775 w 1545415"/>
              <a:gd name="connsiteY2" fmla="*/ 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603075 w 1545415"/>
              <a:gd name="connsiteY2" fmla="*/ 38354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407495 w 1545415"/>
              <a:gd name="connsiteY2" fmla="*/ 5080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304140 h 646379"/>
              <a:gd name="connsiteX1" fmla="*/ 178740 w 1545415"/>
              <a:gd name="connsiteY1" fmla="*/ 0 h 646379"/>
              <a:gd name="connsiteX2" fmla="*/ 407495 w 1545415"/>
              <a:gd name="connsiteY2" fmla="*/ 68580 h 646379"/>
              <a:gd name="connsiteX3" fmla="*/ 1373635 w 1545415"/>
              <a:gd name="connsiteY3" fmla="*/ 347320 h 646379"/>
              <a:gd name="connsiteX4" fmla="*/ 1545415 w 1545415"/>
              <a:gd name="connsiteY4" fmla="*/ 646379 h 646379"/>
              <a:gd name="connsiteX5" fmla="*/ 143180 w 1545415"/>
              <a:gd name="connsiteY5" fmla="*/ 590499 h 646379"/>
              <a:gd name="connsiteX6" fmla="*/ 0 w 1545415"/>
              <a:gd name="connsiteY6" fmla="*/ 304140 h 646379"/>
              <a:gd name="connsiteX0" fmla="*/ 0 w 1545415"/>
              <a:gd name="connsiteY0" fmla="*/ 316840 h 659079"/>
              <a:gd name="connsiteX1" fmla="*/ 234620 w 1545415"/>
              <a:gd name="connsiteY1" fmla="*/ 0 h 659079"/>
              <a:gd name="connsiteX2" fmla="*/ 407495 w 1545415"/>
              <a:gd name="connsiteY2" fmla="*/ 81280 h 659079"/>
              <a:gd name="connsiteX3" fmla="*/ 1373635 w 1545415"/>
              <a:gd name="connsiteY3" fmla="*/ 360020 h 659079"/>
              <a:gd name="connsiteX4" fmla="*/ 1545415 w 1545415"/>
              <a:gd name="connsiteY4" fmla="*/ 659079 h 659079"/>
              <a:gd name="connsiteX5" fmla="*/ 143180 w 1545415"/>
              <a:gd name="connsiteY5" fmla="*/ 603199 h 659079"/>
              <a:gd name="connsiteX6" fmla="*/ 0 w 1545415"/>
              <a:gd name="connsiteY6" fmla="*/ 316840 h 659079"/>
              <a:gd name="connsiteX0" fmla="*/ 0 w 1545415"/>
              <a:gd name="connsiteY0" fmla="*/ 288900 h 631139"/>
              <a:gd name="connsiteX1" fmla="*/ 265100 w 1545415"/>
              <a:gd name="connsiteY1" fmla="*/ 0 h 631139"/>
              <a:gd name="connsiteX2" fmla="*/ 407495 w 1545415"/>
              <a:gd name="connsiteY2" fmla="*/ 53340 h 631139"/>
              <a:gd name="connsiteX3" fmla="*/ 1373635 w 1545415"/>
              <a:gd name="connsiteY3" fmla="*/ 332080 h 631139"/>
              <a:gd name="connsiteX4" fmla="*/ 1545415 w 1545415"/>
              <a:gd name="connsiteY4" fmla="*/ 631139 h 631139"/>
              <a:gd name="connsiteX5" fmla="*/ 143180 w 1545415"/>
              <a:gd name="connsiteY5" fmla="*/ 575259 h 631139"/>
              <a:gd name="connsiteX6" fmla="*/ 0 w 1545415"/>
              <a:gd name="connsiteY6" fmla="*/ 288900 h 6311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39040 w 1441275"/>
              <a:gd name="connsiteY5" fmla="*/ 705459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50800"/>
              <a:gd name="connsiteY0" fmla="*/ 0 h 761339"/>
              <a:gd name="connsiteX1" fmla="*/ 160960 w 1450800"/>
              <a:gd name="connsiteY1" fmla="*/ 13020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60960 w 1450800"/>
              <a:gd name="connsiteY1" fmla="*/ 13020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20500 w 1450800"/>
              <a:gd name="connsiteY2" fmla="*/ 147345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20500 w 1450800"/>
              <a:gd name="connsiteY2" fmla="*/ 147345 h 761339"/>
              <a:gd name="connsiteX3" fmla="*/ 1242825 w 1450800"/>
              <a:gd name="connsiteY3" fmla="*/ 39370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94615"/>
              <a:gd name="connsiteY0" fmla="*/ 0 h 763244"/>
              <a:gd name="connsiteX1" fmla="*/ 183820 w 1494615"/>
              <a:gd name="connsiteY1" fmla="*/ 11877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63244"/>
              <a:gd name="connsiteX1" fmla="*/ 162865 w 1494615"/>
              <a:gd name="connsiteY1" fmla="*/ 11115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63244"/>
              <a:gd name="connsiteX1" fmla="*/ 162865 w 1494615"/>
              <a:gd name="connsiteY1" fmla="*/ 11115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14476"/>
              <a:gd name="connsiteX1" fmla="*/ 162865 w 1494615"/>
              <a:gd name="connsiteY1" fmla="*/ 62382 h 714476"/>
              <a:gd name="connsiteX2" fmla="*/ 320500 w 1494615"/>
              <a:gd name="connsiteY2" fmla="*/ 98577 h 714476"/>
              <a:gd name="connsiteX3" fmla="*/ 1242825 w 1494615"/>
              <a:gd name="connsiteY3" fmla="*/ 344932 h 714476"/>
              <a:gd name="connsiteX4" fmla="*/ 1494615 w 1494615"/>
              <a:gd name="connsiteY4" fmla="*/ 714476 h 714476"/>
              <a:gd name="connsiteX5" fmla="*/ 940 w 1494615"/>
              <a:gd name="connsiteY5" fmla="*/ 654786 h 714476"/>
              <a:gd name="connsiteX6" fmla="*/ 0 w 1494615"/>
              <a:gd name="connsiteY6" fmla="*/ 0 h 714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4615" h="714476">
                <a:moveTo>
                  <a:pt x="0" y="0"/>
                </a:moveTo>
                <a:cubicBezTo>
                  <a:pt x="53653" y="43400"/>
                  <a:pt x="101592" y="28507"/>
                  <a:pt x="162865" y="62382"/>
                </a:cubicBezTo>
                <a:lnTo>
                  <a:pt x="320500" y="98577"/>
                </a:lnTo>
                <a:cubicBezTo>
                  <a:pt x="676837" y="157200"/>
                  <a:pt x="949353" y="202489"/>
                  <a:pt x="1242825" y="344932"/>
                </a:cubicBezTo>
                <a:cubicBezTo>
                  <a:pt x="1358505" y="458588"/>
                  <a:pt x="1409415" y="602725"/>
                  <a:pt x="1494615" y="714476"/>
                </a:cubicBezTo>
                <a:lnTo>
                  <a:pt x="940" y="654786"/>
                </a:lnTo>
                <a:cubicBezTo>
                  <a:pt x="627" y="420268"/>
                  <a:pt x="313" y="234518"/>
                  <a:pt x="0" y="0"/>
                </a:cubicBezTo>
                <a:close/>
              </a:path>
            </a:pathLst>
          </a:custGeom>
          <a:solidFill>
            <a:srgbClr val="1F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A73818-E430-4ED3-B577-708E2E4012FE}"/>
              </a:ext>
            </a:extLst>
          </p:cNvPr>
          <p:cNvSpPr/>
          <p:nvPr/>
        </p:nvSpPr>
        <p:spPr>
          <a:xfrm>
            <a:off x="3988116" y="5585082"/>
            <a:ext cx="6306765" cy="963088"/>
          </a:xfrm>
          <a:prstGeom prst="rect">
            <a:avLst/>
          </a:prstGeom>
          <a:solidFill>
            <a:srgbClr val="424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B7D2FF49-E17C-4A63-86F8-FE8F62D5D14D}"/>
              </a:ext>
            </a:extLst>
          </p:cNvPr>
          <p:cNvSpPr/>
          <p:nvPr/>
        </p:nvSpPr>
        <p:spPr>
          <a:xfrm>
            <a:off x="4018718" y="9402541"/>
            <a:ext cx="6270355" cy="609600"/>
          </a:xfrm>
          <a:custGeom>
            <a:avLst/>
            <a:gdLst>
              <a:gd name="connsiteX0" fmla="*/ 0 w 5718048"/>
              <a:gd name="connsiteY0" fmla="*/ 146304 h 292608"/>
              <a:gd name="connsiteX1" fmla="*/ 2859024 w 5718048"/>
              <a:gd name="connsiteY1" fmla="*/ 0 h 292608"/>
              <a:gd name="connsiteX2" fmla="*/ 5718048 w 5718048"/>
              <a:gd name="connsiteY2" fmla="*/ 146304 h 292608"/>
              <a:gd name="connsiteX3" fmla="*/ 2859024 w 5718048"/>
              <a:gd name="connsiteY3" fmla="*/ 292608 h 292608"/>
              <a:gd name="connsiteX4" fmla="*/ 0 w 5718048"/>
              <a:gd name="connsiteY4" fmla="*/ 146304 h 292608"/>
              <a:gd name="connsiteX0" fmla="*/ 30 w 5718078"/>
              <a:gd name="connsiteY0" fmla="*/ 146304 h 426720"/>
              <a:gd name="connsiteX1" fmla="*/ 2859054 w 5718078"/>
              <a:gd name="connsiteY1" fmla="*/ 0 h 426720"/>
              <a:gd name="connsiteX2" fmla="*/ 5718078 w 5718078"/>
              <a:gd name="connsiteY2" fmla="*/ 146304 h 426720"/>
              <a:gd name="connsiteX3" fmla="*/ 2816382 w 5718078"/>
              <a:gd name="connsiteY3" fmla="*/ 426720 h 426720"/>
              <a:gd name="connsiteX4" fmla="*/ 30 w 5718078"/>
              <a:gd name="connsiteY4" fmla="*/ 146304 h 426720"/>
              <a:gd name="connsiteX0" fmla="*/ 16 w 5718064"/>
              <a:gd name="connsiteY0" fmla="*/ 329184 h 609600"/>
              <a:gd name="connsiteX1" fmla="*/ 2846848 w 5718064"/>
              <a:gd name="connsiteY1" fmla="*/ 0 h 609600"/>
              <a:gd name="connsiteX2" fmla="*/ 5718064 w 5718064"/>
              <a:gd name="connsiteY2" fmla="*/ 329184 h 609600"/>
              <a:gd name="connsiteX3" fmla="*/ 2816368 w 5718064"/>
              <a:gd name="connsiteY3" fmla="*/ 609600 h 609600"/>
              <a:gd name="connsiteX4" fmla="*/ 16 w 5718064"/>
              <a:gd name="connsiteY4" fmla="*/ 329184 h 609600"/>
              <a:gd name="connsiteX0" fmla="*/ 451 w 5718499"/>
              <a:gd name="connsiteY0" fmla="*/ 329184 h 609600"/>
              <a:gd name="connsiteX1" fmla="*/ 2847283 w 5718499"/>
              <a:gd name="connsiteY1" fmla="*/ 0 h 609600"/>
              <a:gd name="connsiteX2" fmla="*/ 5718499 w 5718499"/>
              <a:gd name="connsiteY2" fmla="*/ 329184 h 609600"/>
              <a:gd name="connsiteX3" fmla="*/ 2816803 w 5718499"/>
              <a:gd name="connsiteY3" fmla="*/ 609600 h 609600"/>
              <a:gd name="connsiteX4" fmla="*/ 451 w 5718499"/>
              <a:gd name="connsiteY4" fmla="*/ 329184 h 609600"/>
              <a:gd name="connsiteX0" fmla="*/ 311 w 5690214"/>
              <a:gd name="connsiteY0" fmla="*/ 326644 h 609600"/>
              <a:gd name="connsiteX1" fmla="*/ 2818998 w 5690214"/>
              <a:gd name="connsiteY1" fmla="*/ 0 h 609600"/>
              <a:gd name="connsiteX2" fmla="*/ 5690214 w 5690214"/>
              <a:gd name="connsiteY2" fmla="*/ 329184 h 609600"/>
              <a:gd name="connsiteX3" fmla="*/ 2788518 w 5690214"/>
              <a:gd name="connsiteY3" fmla="*/ 609600 h 609600"/>
              <a:gd name="connsiteX4" fmla="*/ 311 w 5690214"/>
              <a:gd name="connsiteY4" fmla="*/ 326644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90214" h="609600">
                <a:moveTo>
                  <a:pt x="311" y="326644"/>
                </a:moveTo>
                <a:cubicBezTo>
                  <a:pt x="-27871" y="209804"/>
                  <a:pt x="1870681" y="-423"/>
                  <a:pt x="2818998" y="0"/>
                </a:cubicBezTo>
                <a:cubicBezTo>
                  <a:pt x="3767315" y="423"/>
                  <a:pt x="5690214" y="248383"/>
                  <a:pt x="5690214" y="329184"/>
                </a:cubicBezTo>
                <a:cubicBezTo>
                  <a:pt x="5690214" y="409985"/>
                  <a:pt x="3736835" y="610023"/>
                  <a:pt x="2788518" y="609600"/>
                </a:cubicBezTo>
                <a:cubicBezTo>
                  <a:pt x="1840201" y="609177"/>
                  <a:pt x="24164" y="425535"/>
                  <a:pt x="311" y="326644"/>
                </a:cubicBezTo>
                <a:close/>
              </a:path>
            </a:pathLst>
          </a:custGeom>
          <a:solidFill>
            <a:srgbClr val="2615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8243C5-24B6-6A2D-B9FA-1FC744E14C57}"/>
              </a:ext>
            </a:extLst>
          </p:cNvPr>
          <p:cNvSpPr/>
          <p:nvPr/>
        </p:nvSpPr>
        <p:spPr>
          <a:xfrm>
            <a:off x="3988117" y="5984241"/>
            <a:ext cx="6306765" cy="3922104"/>
          </a:xfrm>
          <a:custGeom>
            <a:avLst/>
            <a:gdLst>
              <a:gd name="connsiteX0" fmla="*/ 0 w 6306765"/>
              <a:gd name="connsiteY0" fmla="*/ 0 h 3368040"/>
              <a:gd name="connsiteX1" fmla="*/ 6306765 w 6306765"/>
              <a:gd name="connsiteY1" fmla="*/ 0 h 3368040"/>
              <a:gd name="connsiteX2" fmla="*/ 6306765 w 6306765"/>
              <a:gd name="connsiteY2" fmla="*/ 3368040 h 3368040"/>
              <a:gd name="connsiteX3" fmla="*/ 0 w 6306765"/>
              <a:gd name="connsiteY3" fmla="*/ 3368040 h 3368040"/>
              <a:gd name="connsiteX4" fmla="*/ 0 w 6306765"/>
              <a:gd name="connsiteY4" fmla="*/ 0 h 3368040"/>
              <a:gd name="connsiteX0" fmla="*/ 0 w 6306765"/>
              <a:gd name="connsiteY0" fmla="*/ 0 h 3476413"/>
              <a:gd name="connsiteX1" fmla="*/ 6306765 w 6306765"/>
              <a:gd name="connsiteY1" fmla="*/ 0 h 3476413"/>
              <a:gd name="connsiteX2" fmla="*/ 6306765 w 6306765"/>
              <a:gd name="connsiteY2" fmla="*/ 3368040 h 3476413"/>
              <a:gd name="connsiteX3" fmla="*/ 0 w 6306765"/>
              <a:gd name="connsiteY3" fmla="*/ 3368040 h 3476413"/>
              <a:gd name="connsiteX4" fmla="*/ 0 w 6306765"/>
              <a:gd name="connsiteY4" fmla="*/ 0 h 3476413"/>
              <a:gd name="connsiteX0" fmla="*/ 0 w 6306765"/>
              <a:gd name="connsiteY0" fmla="*/ 0 h 3536024"/>
              <a:gd name="connsiteX1" fmla="*/ 6306765 w 6306765"/>
              <a:gd name="connsiteY1" fmla="*/ 0 h 3536024"/>
              <a:gd name="connsiteX2" fmla="*/ 6306765 w 6306765"/>
              <a:gd name="connsiteY2" fmla="*/ 3368040 h 3536024"/>
              <a:gd name="connsiteX3" fmla="*/ 0 w 6306765"/>
              <a:gd name="connsiteY3" fmla="*/ 3368040 h 3536024"/>
              <a:gd name="connsiteX4" fmla="*/ 0 w 6306765"/>
              <a:gd name="connsiteY4" fmla="*/ 0 h 3536024"/>
              <a:gd name="connsiteX0" fmla="*/ 0 w 6306765"/>
              <a:gd name="connsiteY0" fmla="*/ 349994 h 3886018"/>
              <a:gd name="connsiteX1" fmla="*/ 6306765 w 6306765"/>
              <a:gd name="connsiteY1" fmla="*/ 349994 h 3886018"/>
              <a:gd name="connsiteX2" fmla="*/ 6306765 w 6306765"/>
              <a:gd name="connsiteY2" fmla="*/ 3718034 h 3886018"/>
              <a:gd name="connsiteX3" fmla="*/ 0 w 6306765"/>
              <a:gd name="connsiteY3" fmla="*/ 3718034 h 3886018"/>
              <a:gd name="connsiteX4" fmla="*/ 0 w 6306765"/>
              <a:gd name="connsiteY4" fmla="*/ 349994 h 3886018"/>
              <a:gd name="connsiteX0" fmla="*/ 0 w 6306765"/>
              <a:gd name="connsiteY0" fmla="*/ 555044 h 4091068"/>
              <a:gd name="connsiteX1" fmla="*/ 6306765 w 6306765"/>
              <a:gd name="connsiteY1" fmla="*/ 555044 h 4091068"/>
              <a:gd name="connsiteX2" fmla="*/ 6306765 w 6306765"/>
              <a:gd name="connsiteY2" fmla="*/ 3923084 h 4091068"/>
              <a:gd name="connsiteX3" fmla="*/ 0 w 6306765"/>
              <a:gd name="connsiteY3" fmla="*/ 3923084 h 4091068"/>
              <a:gd name="connsiteX4" fmla="*/ 0 w 6306765"/>
              <a:gd name="connsiteY4" fmla="*/ 555044 h 4091068"/>
              <a:gd name="connsiteX0" fmla="*/ 0 w 6306765"/>
              <a:gd name="connsiteY0" fmla="*/ 645992 h 4182016"/>
              <a:gd name="connsiteX1" fmla="*/ 6306765 w 6306765"/>
              <a:gd name="connsiteY1" fmla="*/ 645992 h 4182016"/>
              <a:gd name="connsiteX2" fmla="*/ 6306765 w 6306765"/>
              <a:gd name="connsiteY2" fmla="*/ 4014032 h 4182016"/>
              <a:gd name="connsiteX3" fmla="*/ 0 w 6306765"/>
              <a:gd name="connsiteY3" fmla="*/ 4014032 h 4182016"/>
              <a:gd name="connsiteX4" fmla="*/ 0 w 6306765"/>
              <a:gd name="connsiteY4" fmla="*/ 645992 h 4182016"/>
              <a:gd name="connsiteX0" fmla="*/ 0 w 6306765"/>
              <a:gd name="connsiteY0" fmla="*/ 516737 h 4052761"/>
              <a:gd name="connsiteX1" fmla="*/ 6306765 w 6306765"/>
              <a:gd name="connsiteY1" fmla="*/ 516737 h 4052761"/>
              <a:gd name="connsiteX2" fmla="*/ 6306765 w 6306765"/>
              <a:gd name="connsiteY2" fmla="*/ 3884777 h 4052761"/>
              <a:gd name="connsiteX3" fmla="*/ 0 w 6306765"/>
              <a:gd name="connsiteY3" fmla="*/ 3884777 h 4052761"/>
              <a:gd name="connsiteX4" fmla="*/ 0 w 6306765"/>
              <a:gd name="connsiteY4" fmla="*/ 516737 h 4052761"/>
              <a:gd name="connsiteX0" fmla="*/ 0 w 6306765"/>
              <a:gd name="connsiteY0" fmla="*/ 394708 h 3930732"/>
              <a:gd name="connsiteX1" fmla="*/ 6306765 w 6306765"/>
              <a:gd name="connsiteY1" fmla="*/ 394708 h 3930732"/>
              <a:gd name="connsiteX2" fmla="*/ 6306765 w 6306765"/>
              <a:gd name="connsiteY2" fmla="*/ 3762748 h 3930732"/>
              <a:gd name="connsiteX3" fmla="*/ 0 w 6306765"/>
              <a:gd name="connsiteY3" fmla="*/ 3762748 h 3930732"/>
              <a:gd name="connsiteX4" fmla="*/ 0 w 6306765"/>
              <a:gd name="connsiteY4" fmla="*/ 394708 h 3930732"/>
              <a:gd name="connsiteX0" fmla="*/ 0 w 6306765"/>
              <a:gd name="connsiteY0" fmla="*/ 470255 h 4006279"/>
              <a:gd name="connsiteX1" fmla="*/ 6306765 w 6306765"/>
              <a:gd name="connsiteY1" fmla="*/ 470255 h 4006279"/>
              <a:gd name="connsiteX2" fmla="*/ 6306765 w 6306765"/>
              <a:gd name="connsiteY2" fmla="*/ 3838295 h 4006279"/>
              <a:gd name="connsiteX3" fmla="*/ 0 w 6306765"/>
              <a:gd name="connsiteY3" fmla="*/ 3838295 h 4006279"/>
              <a:gd name="connsiteX4" fmla="*/ 0 w 6306765"/>
              <a:gd name="connsiteY4" fmla="*/ 470255 h 4006279"/>
              <a:gd name="connsiteX0" fmla="*/ 0 w 6306765"/>
              <a:gd name="connsiteY0" fmla="*/ 362361 h 3898385"/>
              <a:gd name="connsiteX1" fmla="*/ 6306765 w 6306765"/>
              <a:gd name="connsiteY1" fmla="*/ 362361 h 3898385"/>
              <a:gd name="connsiteX2" fmla="*/ 6306765 w 6306765"/>
              <a:gd name="connsiteY2" fmla="*/ 3730401 h 3898385"/>
              <a:gd name="connsiteX3" fmla="*/ 0 w 6306765"/>
              <a:gd name="connsiteY3" fmla="*/ 3730401 h 3898385"/>
              <a:gd name="connsiteX4" fmla="*/ 0 w 6306765"/>
              <a:gd name="connsiteY4" fmla="*/ 362361 h 3898385"/>
              <a:gd name="connsiteX0" fmla="*/ 0 w 6306765"/>
              <a:gd name="connsiteY0" fmla="*/ 276457 h 3812481"/>
              <a:gd name="connsiteX1" fmla="*/ 6306765 w 6306765"/>
              <a:gd name="connsiteY1" fmla="*/ 276457 h 3812481"/>
              <a:gd name="connsiteX2" fmla="*/ 6306765 w 6306765"/>
              <a:gd name="connsiteY2" fmla="*/ 3644497 h 3812481"/>
              <a:gd name="connsiteX3" fmla="*/ 0 w 6306765"/>
              <a:gd name="connsiteY3" fmla="*/ 3644497 h 3812481"/>
              <a:gd name="connsiteX4" fmla="*/ 0 w 6306765"/>
              <a:gd name="connsiteY4" fmla="*/ 276457 h 3812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6765" h="3812481">
                <a:moveTo>
                  <a:pt x="0" y="276457"/>
                </a:moveTo>
                <a:cubicBezTo>
                  <a:pt x="2120543" y="-16218"/>
                  <a:pt x="4027726" y="-161039"/>
                  <a:pt x="6306765" y="276457"/>
                </a:cubicBezTo>
                <a:lnTo>
                  <a:pt x="6306765" y="3644497"/>
                </a:lnTo>
                <a:cubicBezTo>
                  <a:pt x="4163870" y="3888337"/>
                  <a:pt x="2117495" y="3847697"/>
                  <a:pt x="0" y="3644497"/>
                </a:cubicBezTo>
                <a:lnTo>
                  <a:pt x="0" y="276457"/>
                </a:lnTo>
                <a:close/>
              </a:path>
            </a:pathLst>
          </a:custGeom>
          <a:gradFill>
            <a:gsLst>
              <a:gs pos="49000">
                <a:srgbClr val="1F2327"/>
              </a:gs>
              <a:gs pos="89000">
                <a:srgbClr val="35353B"/>
              </a:gs>
              <a:gs pos="73000">
                <a:srgbClr val="3B3B42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1026" name="Picture 2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27FBB54C-4CEE-1498-D184-60D17EBA9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1814" y="-350771"/>
            <a:ext cx="114300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新製品】東武70090型・70000系 « ＧＭ通信">
            <a:extLst>
              <a:ext uri="{FF2B5EF4-FFF2-40B4-BE49-F238E27FC236}">
                <a16:creationId xmlns:a16="http://schemas.microsoft.com/office/drawing/2014/main" id="{9CD8D08C-3CE4-5FD2-E080-C29521130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5492" y="630304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CA9D67-94D1-626B-34AE-19A1570F380D}"/>
              </a:ext>
            </a:extLst>
          </p:cNvPr>
          <p:cNvSpPr/>
          <p:nvPr/>
        </p:nvSpPr>
        <p:spPr>
          <a:xfrm>
            <a:off x="3993931" y="11393076"/>
            <a:ext cx="6300952" cy="499054"/>
          </a:xfrm>
          <a:prstGeom prst="rect">
            <a:avLst/>
          </a:prstGeom>
          <a:gradFill>
            <a:gsLst>
              <a:gs pos="0">
                <a:srgbClr val="9DA39D"/>
              </a:gs>
              <a:gs pos="44000">
                <a:srgbClr val="7A797D"/>
              </a:gs>
              <a:gs pos="100000">
                <a:srgbClr val="9DA39D"/>
              </a:gs>
            </a:gsLst>
            <a:lin ang="90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EB8651-BA88-C2D8-25E5-B7DCD8920827}"/>
              </a:ext>
            </a:extLst>
          </p:cNvPr>
          <p:cNvSpPr/>
          <p:nvPr/>
        </p:nvSpPr>
        <p:spPr>
          <a:xfrm>
            <a:off x="3993931" y="11531409"/>
            <a:ext cx="6300952" cy="360721"/>
          </a:xfrm>
          <a:custGeom>
            <a:avLst/>
            <a:gdLst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0952" h="319352">
                <a:moveTo>
                  <a:pt x="0" y="0"/>
                </a:moveTo>
                <a:cubicBezTo>
                  <a:pt x="2111892" y="57873"/>
                  <a:pt x="4177486" y="92598"/>
                  <a:pt x="6300952" y="0"/>
                </a:cubicBezTo>
                <a:lnTo>
                  <a:pt x="6300952" y="319352"/>
                </a:lnTo>
                <a:lnTo>
                  <a:pt x="0" y="3193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2000">
                <a:srgbClr val="888984"/>
              </a:gs>
              <a:gs pos="0">
                <a:srgbClr val="7A797D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65DF6DE-31CC-7945-3C0F-9EF008CB92D7}"/>
              </a:ext>
            </a:extLst>
          </p:cNvPr>
          <p:cNvSpPr/>
          <p:nvPr/>
        </p:nvSpPr>
        <p:spPr>
          <a:xfrm>
            <a:off x="3988118" y="10527826"/>
            <a:ext cx="6306765" cy="865250"/>
          </a:xfrm>
          <a:custGeom>
            <a:avLst/>
            <a:gdLst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6440" h="578929">
                <a:moveTo>
                  <a:pt x="0" y="0"/>
                </a:moveTo>
                <a:cubicBezTo>
                  <a:pt x="1960880" y="67852"/>
                  <a:pt x="3865880" y="99241"/>
                  <a:pt x="5806440" y="0"/>
                </a:cubicBezTo>
                <a:lnTo>
                  <a:pt x="5806440" y="578929"/>
                </a:lnTo>
                <a:lnTo>
                  <a:pt x="0" y="578929"/>
                </a:lnTo>
                <a:lnTo>
                  <a:pt x="0" y="0"/>
                </a:lnTo>
                <a:close/>
              </a:path>
            </a:pathLst>
          </a:custGeom>
          <a:solidFill>
            <a:srgbClr val="1F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2DC11F-1BAF-09D4-BEED-116812675C67}"/>
              </a:ext>
            </a:extLst>
          </p:cNvPr>
          <p:cNvSpPr/>
          <p:nvPr/>
        </p:nvSpPr>
        <p:spPr>
          <a:xfrm>
            <a:off x="3993928" y="10624291"/>
            <a:ext cx="6295145" cy="713681"/>
          </a:xfrm>
          <a:custGeom>
            <a:avLst/>
            <a:gdLst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6440" h="578929">
                <a:moveTo>
                  <a:pt x="0" y="0"/>
                </a:moveTo>
                <a:cubicBezTo>
                  <a:pt x="1960880" y="118190"/>
                  <a:pt x="3891280" y="84832"/>
                  <a:pt x="5806440" y="0"/>
                </a:cubicBezTo>
                <a:lnTo>
                  <a:pt x="5806440" y="578929"/>
                </a:lnTo>
                <a:lnTo>
                  <a:pt x="0" y="57892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A696E"/>
              </a:gs>
              <a:gs pos="34000">
                <a:srgbClr val="636266"/>
              </a:gs>
              <a:gs pos="53000">
                <a:srgbClr val="656468"/>
              </a:gs>
              <a:gs pos="100000">
                <a:srgbClr val="6A696E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1FE7C38-3999-3067-F4FB-6A097B8C3FA6}"/>
              </a:ext>
            </a:extLst>
          </p:cNvPr>
          <p:cNvSpPr/>
          <p:nvPr/>
        </p:nvSpPr>
        <p:spPr>
          <a:xfrm>
            <a:off x="6542255" y="4074265"/>
            <a:ext cx="5718064" cy="609600"/>
          </a:xfrm>
          <a:custGeom>
            <a:avLst/>
            <a:gdLst>
              <a:gd name="connsiteX0" fmla="*/ 0 w 5718048"/>
              <a:gd name="connsiteY0" fmla="*/ 146304 h 292608"/>
              <a:gd name="connsiteX1" fmla="*/ 2859024 w 5718048"/>
              <a:gd name="connsiteY1" fmla="*/ 0 h 292608"/>
              <a:gd name="connsiteX2" fmla="*/ 5718048 w 5718048"/>
              <a:gd name="connsiteY2" fmla="*/ 146304 h 292608"/>
              <a:gd name="connsiteX3" fmla="*/ 2859024 w 5718048"/>
              <a:gd name="connsiteY3" fmla="*/ 292608 h 292608"/>
              <a:gd name="connsiteX4" fmla="*/ 0 w 5718048"/>
              <a:gd name="connsiteY4" fmla="*/ 146304 h 292608"/>
              <a:gd name="connsiteX0" fmla="*/ 30 w 5718078"/>
              <a:gd name="connsiteY0" fmla="*/ 146304 h 426720"/>
              <a:gd name="connsiteX1" fmla="*/ 2859054 w 5718078"/>
              <a:gd name="connsiteY1" fmla="*/ 0 h 426720"/>
              <a:gd name="connsiteX2" fmla="*/ 5718078 w 5718078"/>
              <a:gd name="connsiteY2" fmla="*/ 146304 h 426720"/>
              <a:gd name="connsiteX3" fmla="*/ 2816382 w 5718078"/>
              <a:gd name="connsiteY3" fmla="*/ 426720 h 426720"/>
              <a:gd name="connsiteX4" fmla="*/ 30 w 5718078"/>
              <a:gd name="connsiteY4" fmla="*/ 146304 h 426720"/>
              <a:gd name="connsiteX0" fmla="*/ 16 w 5718064"/>
              <a:gd name="connsiteY0" fmla="*/ 329184 h 609600"/>
              <a:gd name="connsiteX1" fmla="*/ 2846848 w 5718064"/>
              <a:gd name="connsiteY1" fmla="*/ 0 h 609600"/>
              <a:gd name="connsiteX2" fmla="*/ 5718064 w 5718064"/>
              <a:gd name="connsiteY2" fmla="*/ 329184 h 609600"/>
              <a:gd name="connsiteX3" fmla="*/ 2816368 w 5718064"/>
              <a:gd name="connsiteY3" fmla="*/ 609600 h 609600"/>
              <a:gd name="connsiteX4" fmla="*/ 16 w 5718064"/>
              <a:gd name="connsiteY4" fmla="*/ 329184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8064" h="609600">
                <a:moveTo>
                  <a:pt x="16" y="329184"/>
                </a:moveTo>
                <a:cubicBezTo>
                  <a:pt x="5096" y="227584"/>
                  <a:pt x="1267853" y="0"/>
                  <a:pt x="2846848" y="0"/>
                </a:cubicBezTo>
                <a:cubicBezTo>
                  <a:pt x="4425843" y="0"/>
                  <a:pt x="5718064" y="248383"/>
                  <a:pt x="5718064" y="329184"/>
                </a:cubicBezTo>
                <a:cubicBezTo>
                  <a:pt x="5718064" y="409985"/>
                  <a:pt x="4395363" y="609600"/>
                  <a:pt x="2816368" y="609600"/>
                </a:cubicBezTo>
                <a:cubicBezTo>
                  <a:pt x="1237373" y="609600"/>
                  <a:pt x="-5064" y="430784"/>
                  <a:pt x="16" y="32918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CE94218-EAFF-527C-2C44-ED7090F8A6FC}"/>
              </a:ext>
            </a:extLst>
          </p:cNvPr>
          <p:cNvSpPr/>
          <p:nvPr/>
        </p:nvSpPr>
        <p:spPr>
          <a:xfrm>
            <a:off x="4241187" y="10015180"/>
            <a:ext cx="1102973" cy="563393"/>
          </a:xfrm>
          <a:custGeom>
            <a:avLst/>
            <a:gdLst>
              <a:gd name="connsiteX0" fmla="*/ 0 w 1067413"/>
              <a:gd name="connsiteY0" fmla="*/ 63466 h 510053"/>
              <a:gd name="connsiteX1" fmla="*/ 63466 w 1067413"/>
              <a:gd name="connsiteY1" fmla="*/ 0 h 510053"/>
              <a:gd name="connsiteX2" fmla="*/ 1003947 w 1067413"/>
              <a:gd name="connsiteY2" fmla="*/ 0 h 510053"/>
              <a:gd name="connsiteX3" fmla="*/ 1067413 w 1067413"/>
              <a:gd name="connsiteY3" fmla="*/ 63466 h 510053"/>
              <a:gd name="connsiteX4" fmla="*/ 1067413 w 1067413"/>
              <a:gd name="connsiteY4" fmla="*/ 446587 h 510053"/>
              <a:gd name="connsiteX5" fmla="*/ 1003947 w 1067413"/>
              <a:gd name="connsiteY5" fmla="*/ 510053 h 510053"/>
              <a:gd name="connsiteX6" fmla="*/ 63466 w 1067413"/>
              <a:gd name="connsiteY6" fmla="*/ 510053 h 510053"/>
              <a:gd name="connsiteX7" fmla="*/ 0 w 1067413"/>
              <a:gd name="connsiteY7" fmla="*/ 446587 h 510053"/>
              <a:gd name="connsiteX8" fmla="*/ 0 w 1067413"/>
              <a:gd name="connsiteY8" fmla="*/ 63466 h 51005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942987 w 1067413"/>
              <a:gd name="connsiteY2" fmla="*/ 3200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9812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72493"/>
              <a:gd name="connsiteY0" fmla="*/ 93946 h 540533"/>
              <a:gd name="connsiteX1" fmla="*/ 129506 w 1072493"/>
              <a:gd name="connsiteY1" fmla="*/ 0 h 540533"/>
              <a:gd name="connsiteX2" fmla="*/ 777887 w 1072493"/>
              <a:gd name="connsiteY2" fmla="*/ 142240 h 540533"/>
              <a:gd name="connsiteX3" fmla="*/ 1072493 w 1072493"/>
              <a:gd name="connsiteY3" fmla="*/ 421606 h 540533"/>
              <a:gd name="connsiteX4" fmla="*/ 1067413 w 1072493"/>
              <a:gd name="connsiteY4" fmla="*/ 477067 h 540533"/>
              <a:gd name="connsiteX5" fmla="*/ 1003947 w 1072493"/>
              <a:gd name="connsiteY5" fmla="*/ 540533 h 540533"/>
              <a:gd name="connsiteX6" fmla="*/ 63466 w 1072493"/>
              <a:gd name="connsiteY6" fmla="*/ 540533 h 540533"/>
              <a:gd name="connsiteX7" fmla="*/ 0 w 1072493"/>
              <a:gd name="connsiteY7" fmla="*/ 477067 h 540533"/>
              <a:gd name="connsiteX8" fmla="*/ 0 w 107249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102973"/>
              <a:gd name="connsiteY0" fmla="*/ 93946 h 540533"/>
              <a:gd name="connsiteX1" fmla="*/ 129506 w 1102973"/>
              <a:gd name="connsiteY1" fmla="*/ 0 h 540533"/>
              <a:gd name="connsiteX2" fmla="*/ 777887 w 1102973"/>
              <a:gd name="connsiteY2" fmla="*/ 142240 h 540533"/>
              <a:gd name="connsiteX3" fmla="*/ 1054713 w 1102973"/>
              <a:gd name="connsiteY3" fmla="*/ 317466 h 540533"/>
              <a:gd name="connsiteX4" fmla="*/ 1102973 w 1102973"/>
              <a:gd name="connsiteY4" fmla="*/ 499927 h 540533"/>
              <a:gd name="connsiteX5" fmla="*/ 1003947 w 1102973"/>
              <a:gd name="connsiteY5" fmla="*/ 540533 h 540533"/>
              <a:gd name="connsiteX6" fmla="*/ 63466 w 1102973"/>
              <a:gd name="connsiteY6" fmla="*/ 540533 h 540533"/>
              <a:gd name="connsiteX7" fmla="*/ 0 w 1102973"/>
              <a:gd name="connsiteY7" fmla="*/ 477067 h 540533"/>
              <a:gd name="connsiteX8" fmla="*/ 0 w 1102973"/>
              <a:gd name="connsiteY8" fmla="*/ 93946 h 54053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2973" h="563393">
                <a:moveTo>
                  <a:pt x="0" y="93946"/>
                </a:moveTo>
                <a:cubicBezTo>
                  <a:pt x="0" y="58895"/>
                  <a:pt x="56355" y="0"/>
                  <a:pt x="129506" y="0"/>
                </a:cubicBezTo>
                <a:cubicBezTo>
                  <a:pt x="493800" y="40640"/>
                  <a:pt x="484713" y="58420"/>
                  <a:pt x="777887" y="142240"/>
                </a:cubicBezTo>
                <a:cubicBezTo>
                  <a:pt x="924698" y="193040"/>
                  <a:pt x="1008993" y="228440"/>
                  <a:pt x="1054713" y="317466"/>
                </a:cubicBezTo>
                <a:cubicBezTo>
                  <a:pt x="1089850" y="416386"/>
                  <a:pt x="1100221" y="408627"/>
                  <a:pt x="1102973" y="499927"/>
                </a:cubicBezTo>
                <a:cubicBezTo>
                  <a:pt x="1102973" y="534978"/>
                  <a:pt x="1049158" y="563393"/>
                  <a:pt x="1014107" y="563393"/>
                </a:cubicBezTo>
                <a:lnTo>
                  <a:pt x="63466" y="540533"/>
                </a:lnTo>
                <a:cubicBezTo>
                  <a:pt x="28415" y="540533"/>
                  <a:pt x="0" y="512118"/>
                  <a:pt x="0" y="477067"/>
                </a:cubicBezTo>
                <a:lnTo>
                  <a:pt x="0" y="93946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3">
            <a:extLst>
              <a:ext uri="{FF2B5EF4-FFF2-40B4-BE49-F238E27FC236}">
                <a16:creationId xmlns:a16="http://schemas.microsoft.com/office/drawing/2014/main" id="{D5431E7F-0B90-8C1E-97D9-EA7D5ECC6FEA}"/>
              </a:ext>
            </a:extLst>
          </p:cNvPr>
          <p:cNvSpPr/>
          <p:nvPr/>
        </p:nvSpPr>
        <p:spPr>
          <a:xfrm flipH="1">
            <a:off x="8928056" y="10045423"/>
            <a:ext cx="1102974" cy="563393"/>
          </a:xfrm>
          <a:custGeom>
            <a:avLst/>
            <a:gdLst>
              <a:gd name="connsiteX0" fmla="*/ 0 w 1067413"/>
              <a:gd name="connsiteY0" fmla="*/ 63466 h 510053"/>
              <a:gd name="connsiteX1" fmla="*/ 63466 w 1067413"/>
              <a:gd name="connsiteY1" fmla="*/ 0 h 510053"/>
              <a:gd name="connsiteX2" fmla="*/ 1003947 w 1067413"/>
              <a:gd name="connsiteY2" fmla="*/ 0 h 510053"/>
              <a:gd name="connsiteX3" fmla="*/ 1067413 w 1067413"/>
              <a:gd name="connsiteY3" fmla="*/ 63466 h 510053"/>
              <a:gd name="connsiteX4" fmla="*/ 1067413 w 1067413"/>
              <a:gd name="connsiteY4" fmla="*/ 446587 h 510053"/>
              <a:gd name="connsiteX5" fmla="*/ 1003947 w 1067413"/>
              <a:gd name="connsiteY5" fmla="*/ 510053 h 510053"/>
              <a:gd name="connsiteX6" fmla="*/ 63466 w 1067413"/>
              <a:gd name="connsiteY6" fmla="*/ 510053 h 510053"/>
              <a:gd name="connsiteX7" fmla="*/ 0 w 1067413"/>
              <a:gd name="connsiteY7" fmla="*/ 446587 h 510053"/>
              <a:gd name="connsiteX8" fmla="*/ 0 w 1067413"/>
              <a:gd name="connsiteY8" fmla="*/ 63466 h 51005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942987 w 1067413"/>
              <a:gd name="connsiteY2" fmla="*/ 3200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9812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72493"/>
              <a:gd name="connsiteY0" fmla="*/ 93946 h 540533"/>
              <a:gd name="connsiteX1" fmla="*/ 129506 w 1072493"/>
              <a:gd name="connsiteY1" fmla="*/ 0 h 540533"/>
              <a:gd name="connsiteX2" fmla="*/ 777887 w 1072493"/>
              <a:gd name="connsiteY2" fmla="*/ 142240 h 540533"/>
              <a:gd name="connsiteX3" fmla="*/ 1072493 w 1072493"/>
              <a:gd name="connsiteY3" fmla="*/ 421606 h 540533"/>
              <a:gd name="connsiteX4" fmla="*/ 1067413 w 1072493"/>
              <a:gd name="connsiteY4" fmla="*/ 477067 h 540533"/>
              <a:gd name="connsiteX5" fmla="*/ 1003947 w 1072493"/>
              <a:gd name="connsiteY5" fmla="*/ 540533 h 540533"/>
              <a:gd name="connsiteX6" fmla="*/ 63466 w 1072493"/>
              <a:gd name="connsiteY6" fmla="*/ 540533 h 540533"/>
              <a:gd name="connsiteX7" fmla="*/ 0 w 1072493"/>
              <a:gd name="connsiteY7" fmla="*/ 477067 h 540533"/>
              <a:gd name="connsiteX8" fmla="*/ 0 w 107249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102973"/>
              <a:gd name="connsiteY0" fmla="*/ 93946 h 540533"/>
              <a:gd name="connsiteX1" fmla="*/ 129506 w 1102973"/>
              <a:gd name="connsiteY1" fmla="*/ 0 h 540533"/>
              <a:gd name="connsiteX2" fmla="*/ 777887 w 1102973"/>
              <a:gd name="connsiteY2" fmla="*/ 142240 h 540533"/>
              <a:gd name="connsiteX3" fmla="*/ 1054713 w 1102973"/>
              <a:gd name="connsiteY3" fmla="*/ 317466 h 540533"/>
              <a:gd name="connsiteX4" fmla="*/ 1102973 w 1102973"/>
              <a:gd name="connsiteY4" fmla="*/ 499927 h 540533"/>
              <a:gd name="connsiteX5" fmla="*/ 1003947 w 1102973"/>
              <a:gd name="connsiteY5" fmla="*/ 540533 h 540533"/>
              <a:gd name="connsiteX6" fmla="*/ 63466 w 1102973"/>
              <a:gd name="connsiteY6" fmla="*/ 540533 h 540533"/>
              <a:gd name="connsiteX7" fmla="*/ 0 w 1102973"/>
              <a:gd name="connsiteY7" fmla="*/ 477067 h 540533"/>
              <a:gd name="connsiteX8" fmla="*/ 0 w 1102973"/>
              <a:gd name="connsiteY8" fmla="*/ 93946 h 54053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2973" h="563393">
                <a:moveTo>
                  <a:pt x="0" y="93946"/>
                </a:moveTo>
                <a:cubicBezTo>
                  <a:pt x="0" y="58895"/>
                  <a:pt x="56355" y="0"/>
                  <a:pt x="129506" y="0"/>
                </a:cubicBezTo>
                <a:cubicBezTo>
                  <a:pt x="493800" y="40640"/>
                  <a:pt x="484713" y="58420"/>
                  <a:pt x="777887" y="142240"/>
                </a:cubicBezTo>
                <a:cubicBezTo>
                  <a:pt x="924698" y="193040"/>
                  <a:pt x="1008993" y="228440"/>
                  <a:pt x="1054713" y="317466"/>
                </a:cubicBezTo>
                <a:cubicBezTo>
                  <a:pt x="1089850" y="416386"/>
                  <a:pt x="1100221" y="408627"/>
                  <a:pt x="1102973" y="499927"/>
                </a:cubicBezTo>
                <a:cubicBezTo>
                  <a:pt x="1102973" y="534978"/>
                  <a:pt x="1049158" y="563393"/>
                  <a:pt x="1014107" y="563393"/>
                </a:cubicBezTo>
                <a:lnTo>
                  <a:pt x="63466" y="540533"/>
                </a:lnTo>
                <a:cubicBezTo>
                  <a:pt x="28415" y="540533"/>
                  <a:pt x="0" y="512118"/>
                  <a:pt x="0" y="477067"/>
                </a:cubicBezTo>
                <a:lnTo>
                  <a:pt x="0" y="93946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B02778-3925-2FB4-6414-A460AAF0FDD2}"/>
              </a:ext>
            </a:extLst>
          </p:cNvPr>
          <p:cNvSpPr/>
          <p:nvPr/>
        </p:nvSpPr>
        <p:spPr>
          <a:xfrm>
            <a:off x="4121823" y="3826057"/>
            <a:ext cx="6284968" cy="842730"/>
          </a:xfrm>
          <a:custGeom>
            <a:avLst/>
            <a:gdLst>
              <a:gd name="connsiteX0" fmla="*/ 0 w 5736328"/>
              <a:gd name="connsiteY0" fmla="*/ 0 h 836634"/>
              <a:gd name="connsiteX1" fmla="*/ 5736328 w 5736328"/>
              <a:gd name="connsiteY1" fmla="*/ 0 h 836634"/>
              <a:gd name="connsiteX2" fmla="*/ 5736328 w 5736328"/>
              <a:gd name="connsiteY2" fmla="*/ 836634 h 836634"/>
              <a:gd name="connsiteX3" fmla="*/ 0 w 5736328"/>
              <a:gd name="connsiteY3" fmla="*/ 836634 h 836634"/>
              <a:gd name="connsiteX4" fmla="*/ 0 w 5736328"/>
              <a:gd name="connsiteY4" fmla="*/ 0 h 836634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4968" h="842730">
                <a:moveTo>
                  <a:pt x="0" y="0"/>
                </a:moveTo>
                <a:lnTo>
                  <a:pt x="6284968" y="12192"/>
                </a:lnTo>
                <a:cubicBezTo>
                  <a:pt x="6258552" y="325614"/>
                  <a:pt x="6012680" y="212316"/>
                  <a:pt x="5986264" y="842730"/>
                </a:cubicBezTo>
                <a:lnTo>
                  <a:pt x="249936" y="842730"/>
                </a:lnTo>
                <a:cubicBezTo>
                  <a:pt x="62992" y="287500"/>
                  <a:pt x="10160" y="287006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CDC892-81F1-FD54-87AB-1E3E483BAA40}"/>
              </a:ext>
            </a:extLst>
          </p:cNvPr>
          <p:cNvSpPr/>
          <p:nvPr/>
        </p:nvSpPr>
        <p:spPr>
          <a:xfrm flipV="1">
            <a:off x="4241187" y="11341365"/>
            <a:ext cx="5806440" cy="517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39DF5-E777-31BA-E4A8-9FA5ED4C1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8548" y="5886769"/>
            <a:ext cx="6300952" cy="630095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C901DB5-A187-8F29-962A-FB49A4BB2F18}"/>
              </a:ext>
            </a:extLst>
          </p:cNvPr>
          <p:cNvSpPr/>
          <p:nvPr/>
        </p:nvSpPr>
        <p:spPr>
          <a:xfrm>
            <a:off x="5767727" y="11566876"/>
            <a:ext cx="2753360" cy="304332"/>
          </a:xfrm>
          <a:custGeom>
            <a:avLst/>
            <a:gdLst>
              <a:gd name="connsiteX0" fmla="*/ 0 w 2753360"/>
              <a:gd name="connsiteY0" fmla="*/ 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0 w 2753360"/>
              <a:gd name="connsiteY4" fmla="*/ 0 h 354625"/>
              <a:gd name="connsiteX0" fmla="*/ 396240 w 2753360"/>
              <a:gd name="connsiteY0" fmla="*/ 5334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396240 w 2753360"/>
              <a:gd name="connsiteY4" fmla="*/ 53340 h 354625"/>
              <a:gd name="connsiteX0" fmla="*/ 186690 w 2753360"/>
              <a:gd name="connsiteY0" fmla="*/ 3048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186690 w 2753360"/>
              <a:gd name="connsiteY4" fmla="*/ 30480 h 354625"/>
              <a:gd name="connsiteX0" fmla="*/ 186690 w 2753360"/>
              <a:gd name="connsiteY0" fmla="*/ 45720 h 369865"/>
              <a:gd name="connsiteX1" fmla="*/ 2437130 w 2753360"/>
              <a:gd name="connsiteY1" fmla="*/ 0 h 369865"/>
              <a:gd name="connsiteX2" fmla="*/ 2753360 w 2753360"/>
              <a:gd name="connsiteY2" fmla="*/ 369865 h 369865"/>
              <a:gd name="connsiteX3" fmla="*/ 0 w 2753360"/>
              <a:gd name="connsiteY3" fmla="*/ 369865 h 369865"/>
              <a:gd name="connsiteX4" fmla="*/ 186690 w 2753360"/>
              <a:gd name="connsiteY4" fmla="*/ 45720 h 369865"/>
              <a:gd name="connsiteX0" fmla="*/ 186690 w 2753360"/>
              <a:gd name="connsiteY0" fmla="*/ 15240 h 339385"/>
              <a:gd name="connsiteX1" fmla="*/ 2635250 w 2753360"/>
              <a:gd name="connsiteY1" fmla="*/ 0 h 339385"/>
              <a:gd name="connsiteX2" fmla="*/ 2753360 w 2753360"/>
              <a:gd name="connsiteY2" fmla="*/ 339385 h 339385"/>
              <a:gd name="connsiteX3" fmla="*/ 0 w 2753360"/>
              <a:gd name="connsiteY3" fmla="*/ 339385 h 339385"/>
              <a:gd name="connsiteX4" fmla="*/ 186690 w 2753360"/>
              <a:gd name="connsiteY4" fmla="*/ 15240 h 339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3360" h="339385">
                <a:moveTo>
                  <a:pt x="186690" y="15240"/>
                </a:moveTo>
                <a:lnTo>
                  <a:pt x="2635250" y="0"/>
                </a:lnTo>
                <a:lnTo>
                  <a:pt x="2753360" y="339385"/>
                </a:lnTo>
                <a:lnTo>
                  <a:pt x="0" y="339385"/>
                </a:lnTo>
                <a:lnTo>
                  <a:pt x="186690" y="1524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7000系のご紹介｜TOBU Kids/東武鉄道キッズサイト">
            <a:extLst>
              <a:ext uri="{FF2B5EF4-FFF2-40B4-BE49-F238E27FC236}">
                <a16:creationId xmlns:a16="http://schemas.microsoft.com/office/drawing/2014/main" id="{A17F2917-CDC4-411E-0096-84F32DAFB3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72" t="29291"/>
          <a:stretch/>
        </p:blipFill>
        <p:spPr bwMode="auto">
          <a:xfrm>
            <a:off x="10723625" y="2025596"/>
            <a:ext cx="4475877" cy="404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D9E4F1-1621-9C94-3459-7B7508D7E2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59" y="1940195"/>
            <a:ext cx="3342559" cy="343949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3DE83A95-4DDD-B104-843A-19402316C00C}"/>
              </a:ext>
            </a:extLst>
          </p:cNvPr>
          <p:cNvSpPr/>
          <p:nvPr/>
        </p:nvSpPr>
        <p:spPr>
          <a:xfrm>
            <a:off x="14893529" y="10443576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719429-52D4-DB3C-5CB7-B7C3F3C55798}"/>
              </a:ext>
            </a:extLst>
          </p:cNvPr>
          <p:cNvSpPr/>
          <p:nvPr/>
        </p:nvSpPr>
        <p:spPr>
          <a:xfrm>
            <a:off x="14960204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A8C50A-9DF4-387B-ADA4-6068FF5782A0}"/>
              </a:ext>
            </a:extLst>
          </p:cNvPr>
          <p:cNvSpPr/>
          <p:nvPr/>
        </p:nvSpPr>
        <p:spPr>
          <a:xfrm>
            <a:off x="15026879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743052B-F40F-43A8-5AC1-AB1A1D197E08}"/>
              </a:ext>
            </a:extLst>
          </p:cNvPr>
          <p:cNvSpPr/>
          <p:nvPr/>
        </p:nvSpPr>
        <p:spPr>
          <a:xfrm>
            <a:off x="15094966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2B03CE-EFFF-B314-1A44-954B73012B7F}"/>
              </a:ext>
            </a:extLst>
          </p:cNvPr>
          <p:cNvSpPr/>
          <p:nvPr/>
        </p:nvSpPr>
        <p:spPr>
          <a:xfrm>
            <a:off x="15163053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6DCED87-A4B1-5C2F-D092-BD835A928107}"/>
              </a:ext>
            </a:extLst>
          </p:cNvPr>
          <p:cNvSpPr/>
          <p:nvPr/>
        </p:nvSpPr>
        <p:spPr>
          <a:xfrm>
            <a:off x="14893529" y="10512156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627F6B4-8755-8B01-3B8B-66B2022674BB}"/>
              </a:ext>
            </a:extLst>
          </p:cNvPr>
          <p:cNvSpPr/>
          <p:nvPr/>
        </p:nvSpPr>
        <p:spPr>
          <a:xfrm>
            <a:off x="14960204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4DAFBCD-AAB6-8D73-CD3C-79528CD1F7CF}"/>
              </a:ext>
            </a:extLst>
          </p:cNvPr>
          <p:cNvSpPr/>
          <p:nvPr/>
        </p:nvSpPr>
        <p:spPr>
          <a:xfrm>
            <a:off x="15026879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6F70CC-EC4E-BE60-ACD4-3A3A6A36775C}"/>
              </a:ext>
            </a:extLst>
          </p:cNvPr>
          <p:cNvSpPr/>
          <p:nvPr/>
        </p:nvSpPr>
        <p:spPr>
          <a:xfrm>
            <a:off x="15094966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BED60E0-80A9-FEC2-6593-46B347072354}"/>
              </a:ext>
            </a:extLst>
          </p:cNvPr>
          <p:cNvSpPr/>
          <p:nvPr/>
        </p:nvSpPr>
        <p:spPr>
          <a:xfrm>
            <a:off x="15163053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B4157F7-13A3-4B6F-B4F6-948B06CA4AFC}"/>
              </a:ext>
            </a:extLst>
          </p:cNvPr>
          <p:cNvSpPr/>
          <p:nvPr/>
        </p:nvSpPr>
        <p:spPr>
          <a:xfrm>
            <a:off x="14893529" y="10578573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274E56-6354-611C-5F1A-0D5B25B4AA83}"/>
              </a:ext>
            </a:extLst>
          </p:cNvPr>
          <p:cNvSpPr/>
          <p:nvPr/>
        </p:nvSpPr>
        <p:spPr>
          <a:xfrm>
            <a:off x="14960204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585EA1E-4978-E320-EB53-504BE963C143}"/>
              </a:ext>
            </a:extLst>
          </p:cNvPr>
          <p:cNvSpPr/>
          <p:nvPr/>
        </p:nvSpPr>
        <p:spPr>
          <a:xfrm>
            <a:off x="15026879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144DDC2-30C4-4AE5-473A-9FC414B71217}"/>
              </a:ext>
            </a:extLst>
          </p:cNvPr>
          <p:cNvSpPr/>
          <p:nvPr/>
        </p:nvSpPr>
        <p:spPr>
          <a:xfrm>
            <a:off x="15094966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37A7453-2B8B-216F-FDB6-968508DDD61A}"/>
              </a:ext>
            </a:extLst>
          </p:cNvPr>
          <p:cNvSpPr/>
          <p:nvPr/>
        </p:nvSpPr>
        <p:spPr>
          <a:xfrm>
            <a:off x="15163053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90A23E9B-4094-FA10-9435-3793FBB868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0786" y="8364010"/>
            <a:ext cx="528742" cy="371548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AB014E48-C648-D0C4-09E9-B99E5A7F7A3E}"/>
              </a:ext>
            </a:extLst>
          </p:cNvPr>
          <p:cNvSpPr/>
          <p:nvPr/>
        </p:nvSpPr>
        <p:spPr>
          <a:xfrm>
            <a:off x="14461094" y="10456374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D6DE9F7-5967-4A3D-5DCB-4DEFF30FD4F7}"/>
              </a:ext>
            </a:extLst>
          </p:cNvPr>
          <p:cNvSpPr/>
          <p:nvPr/>
        </p:nvSpPr>
        <p:spPr>
          <a:xfrm>
            <a:off x="14527769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D944F56-AC3A-B6A4-8914-BEED319264AD}"/>
              </a:ext>
            </a:extLst>
          </p:cNvPr>
          <p:cNvSpPr/>
          <p:nvPr/>
        </p:nvSpPr>
        <p:spPr>
          <a:xfrm>
            <a:off x="14594444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855347E-8A2D-8D92-53C4-0EB7D5A2F8F3}"/>
              </a:ext>
            </a:extLst>
          </p:cNvPr>
          <p:cNvSpPr/>
          <p:nvPr/>
        </p:nvSpPr>
        <p:spPr>
          <a:xfrm>
            <a:off x="14662531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4BC2CED-D30A-0EF4-82EA-06BCC07ED3ED}"/>
              </a:ext>
            </a:extLst>
          </p:cNvPr>
          <p:cNvSpPr/>
          <p:nvPr/>
        </p:nvSpPr>
        <p:spPr>
          <a:xfrm>
            <a:off x="14461094" y="1052782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096F46E-4785-5BE3-EE12-012295167BCA}"/>
              </a:ext>
            </a:extLst>
          </p:cNvPr>
          <p:cNvSpPr/>
          <p:nvPr/>
        </p:nvSpPr>
        <p:spPr>
          <a:xfrm>
            <a:off x="14527769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663B0A-6794-6F48-553D-09B27E28A615}"/>
              </a:ext>
            </a:extLst>
          </p:cNvPr>
          <p:cNvSpPr/>
          <p:nvPr/>
        </p:nvSpPr>
        <p:spPr>
          <a:xfrm>
            <a:off x="14594444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AECFBF7-3793-22B3-38AB-9E00A9CA427A}"/>
              </a:ext>
            </a:extLst>
          </p:cNvPr>
          <p:cNvSpPr/>
          <p:nvPr/>
        </p:nvSpPr>
        <p:spPr>
          <a:xfrm>
            <a:off x="14662531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3C2B613D-D622-E430-50CE-23CD1274E942}"/>
              </a:ext>
            </a:extLst>
          </p:cNvPr>
          <p:cNvSpPr/>
          <p:nvPr/>
        </p:nvSpPr>
        <p:spPr>
          <a:xfrm>
            <a:off x="4359993" y="10345119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37E600EE-7ED0-16C0-A1AA-73D00B6A5CD8}"/>
              </a:ext>
            </a:extLst>
          </p:cNvPr>
          <p:cNvSpPr/>
          <p:nvPr/>
        </p:nvSpPr>
        <p:spPr>
          <a:xfrm>
            <a:off x="4426668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71DA6DF9-EFFC-B5CF-0AAC-BC00FAA6C828}"/>
              </a:ext>
            </a:extLst>
          </p:cNvPr>
          <p:cNvSpPr/>
          <p:nvPr/>
        </p:nvSpPr>
        <p:spPr>
          <a:xfrm>
            <a:off x="4493343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Oval 1035">
            <a:extLst>
              <a:ext uri="{FF2B5EF4-FFF2-40B4-BE49-F238E27FC236}">
                <a16:creationId xmlns:a16="http://schemas.microsoft.com/office/drawing/2014/main" id="{A8544487-30EA-AB66-7A64-AA790F339D33}"/>
              </a:ext>
            </a:extLst>
          </p:cNvPr>
          <p:cNvSpPr/>
          <p:nvPr/>
        </p:nvSpPr>
        <p:spPr>
          <a:xfrm>
            <a:off x="4561430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8F22145B-FD61-490A-9375-C066A4DBEB7A}"/>
              </a:ext>
            </a:extLst>
          </p:cNvPr>
          <p:cNvSpPr/>
          <p:nvPr/>
        </p:nvSpPr>
        <p:spPr>
          <a:xfrm>
            <a:off x="4359993" y="104165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B750EBA1-3586-5017-34DE-40CCE0B8962D}"/>
              </a:ext>
            </a:extLst>
          </p:cNvPr>
          <p:cNvSpPr/>
          <p:nvPr/>
        </p:nvSpPr>
        <p:spPr>
          <a:xfrm>
            <a:off x="4426668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37F0949C-FC89-B22B-7A93-F678CBEB6F05}"/>
              </a:ext>
            </a:extLst>
          </p:cNvPr>
          <p:cNvSpPr/>
          <p:nvPr/>
        </p:nvSpPr>
        <p:spPr>
          <a:xfrm>
            <a:off x="4493343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Oval 1039">
            <a:extLst>
              <a:ext uri="{FF2B5EF4-FFF2-40B4-BE49-F238E27FC236}">
                <a16:creationId xmlns:a16="http://schemas.microsoft.com/office/drawing/2014/main" id="{1A469E67-21F6-FB13-A846-CDA873AB97B4}"/>
              </a:ext>
            </a:extLst>
          </p:cNvPr>
          <p:cNvSpPr/>
          <p:nvPr/>
        </p:nvSpPr>
        <p:spPr>
          <a:xfrm>
            <a:off x="4561430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9A0EF460-40EF-1EEA-2864-0BFDA33DCE0D}"/>
              </a:ext>
            </a:extLst>
          </p:cNvPr>
          <p:cNvSpPr/>
          <p:nvPr/>
        </p:nvSpPr>
        <p:spPr>
          <a:xfrm>
            <a:off x="9682882" y="1037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2" name="Oval 1041">
            <a:extLst>
              <a:ext uri="{FF2B5EF4-FFF2-40B4-BE49-F238E27FC236}">
                <a16:creationId xmlns:a16="http://schemas.microsoft.com/office/drawing/2014/main" id="{1C79B162-5B89-F147-6D11-20BEEC9482FE}"/>
              </a:ext>
            </a:extLst>
          </p:cNvPr>
          <p:cNvSpPr/>
          <p:nvPr/>
        </p:nvSpPr>
        <p:spPr>
          <a:xfrm>
            <a:off x="9749557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3" name="Oval 1042">
            <a:extLst>
              <a:ext uri="{FF2B5EF4-FFF2-40B4-BE49-F238E27FC236}">
                <a16:creationId xmlns:a16="http://schemas.microsoft.com/office/drawing/2014/main" id="{C15352CD-8636-2543-A6C4-43365FA2FBF4}"/>
              </a:ext>
            </a:extLst>
          </p:cNvPr>
          <p:cNvSpPr/>
          <p:nvPr/>
        </p:nvSpPr>
        <p:spPr>
          <a:xfrm>
            <a:off x="9816232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0A7CD37A-F1A7-CC31-3204-DFDFADBFD644}"/>
              </a:ext>
            </a:extLst>
          </p:cNvPr>
          <p:cNvSpPr/>
          <p:nvPr/>
        </p:nvSpPr>
        <p:spPr>
          <a:xfrm>
            <a:off x="9884319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Oval 1044">
            <a:extLst>
              <a:ext uri="{FF2B5EF4-FFF2-40B4-BE49-F238E27FC236}">
                <a16:creationId xmlns:a16="http://schemas.microsoft.com/office/drawing/2014/main" id="{5EE8CF11-E145-4C4C-E89C-C979ABE34179}"/>
              </a:ext>
            </a:extLst>
          </p:cNvPr>
          <p:cNvSpPr/>
          <p:nvPr/>
        </p:nvSpPr>
        <p:spPr>
          <a:xfrm>
            <a:off x="9682882" y="1044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6" name="Oval 1045">
            <a:extLst>
              <a:ext uri="{FF2B5EF4-FFF2-40B4-BE49-F238E27FC236}">
                <a16:creationId xmlns:a16="http://schemas.microsoft.com/office/drawing/2014/main" id="{E8B80F05-162F-6990-E742-F8C909D0ABF2}"/>
              </a:ext>
            </a:extLst>
          </p:cNvPr>
          <p:cNvSpPr/>
          <p:nvPr/>
        </p:nvSpPr>
        <p:spPr>
          <a:xfrm>
            <a:off x="9749557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DF41AF1B-48EE-574B-8324-197A5A7793B3}"/>
              </a:ext>
            </a:extLst>
          </p:cNvPr>
          <p:cNvSpPr/>
          <p:nvPr/>
        </p:nvSpPr>
        <p:spPr>
          <a:xfrm>
            <a:off x="9816232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Oval 1047">
            <a:extLst>
              <a:ext uri="{FF2B5EF4-FFF2-40B4-BE49-F238E27FC236}">
                <a16:creationId xmlns:a16="http://schemas.microsoft.com/office/drawing/2014/main" id="{D3116A69-A406-C904-A0C7-9619BA123C72}"/>
              </a:ext>
            </a:extLst>
          </p:cNvPr>
          <p:cNvSpPr/>
          <p:nvPr/>
        </p:nvSpPr>
        <p:spPr>
          <a:xfrm>
            <a:off x="9884319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9" name="Oval 1048">
            <a:extLst>
              <a:ext uri="{FF2B5EF4-FFF2-40B4-BE49-F238E27FC236}">
                <a16:creationId xmlns:a16="http://schemas.microsoft.com/office/drawing/2014/main" id="{C244CBE7-B220-1661-E113-636D654F351D}"/>
              </a:ext>
            </a:extLst>
          </p:cNvPr>
          <p:cNvSpPr/>
          <p:nvPr/>
        </p:nvSpPr>
        <p:spPr>
          <a:xfrm>
            <a:off x="12320160" y="985428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DA45BEBE-89EA-6BCD-F363-D245C7643622}"/>
              </a:ext>
            </a:extLst>
          </p:cNvPr>
          <p:cNvSpPr/>
          <p:nvPr/>
        </p:nvSpPr>
        <p:spPr>
          <a:xfrm>
            <a:off x="12386835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8CF7E6FA-285C-7155-B067-5BAA054A4DF5}"/>
              </a:ext>
            </a:extLst>
          </p:cNvPr>
          <p:cNvSpPr/>
          <p:nvPr/>
        </p:nvSpPr>
        <p:spPr>
          <a:xfrm>
            <a:off x="12453510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Oval 1051">
            <a:extLst>
              <a:ext uri="{FF2B5EF4-FFF2-40B4-BE49-F238E27FC236}">
                <a16:creationId xmlns:a16="http://schemas.microsoft.com/office/drawing/2014/main" id="{8AD19311-CA80-18FB-1EE9-9D4CE71FF09C}"/>
              </a:ext>
            </a:extLst>
          </p:cNvPr>
          <p:cNvSpPr/>
          <p:nvPr/>
        </p:nvSpPr>
        <p:spPr>
          <a:xfrm>
            <a:off x="12521597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3" name="Oval 1052">
            <a:extLst>
              <a:ext uri="{FF2B5EF4-FFF2-40B4-BE49-F238E27FC236}">
                <a16:creationId xmlns:a16="http://schemas.microsoft.com/office/drawing/2014/main" id="{61727CC3-7809-98AF-7BB8-927B11A3AE3C}"/>
              </a:ext>
            </a:extLst>
          </p:cNvPr>
          <p:cNvSpPr/>
          <p:nvPr/>
        </p:nvSpPr>
        <p:spPr>
          <a:xfrm>
            <a:off x="12589684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Oval 1053">
            <a:extLst>
              <a:ext uri="{FF2B5EF4-FFF2-40B4-BE49-F238E27FC236}">
                <a16:creationId xmlns:a16="http://schemas.microsoft.com/office/drawing/2014/main" id="{97FBE6DA-FAD1-2162-1072-EB7F0EA40556}"/>
              </a:ext>
            </a:extLst>
          </p:cNvPr>
          <p:cNvSpPr/>
          <p:nvPr/>
        </p:nvSpPr>
        <p:spPr>
          <a:xfrm>
            <a:off x="12320160" y="992286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5" name="Oval 1054">
            <a:extLst>
              <a:ext uri="{FF2B5EF4-FFF2-40B4-BE49-F238E27FC236}">
                <a16:creationId xmlns:a16="http://schemas.microsoft.com/office/drawing/2014/main" id="{9BBC846D-D484-C41A-30EB-48C7D6C11D5A}"/>
              </a:ext>
            </a:extLst>
          </p:cNvPr>
          <p:cNvSpPr/>
          <p:nvPr/>
        </p:nvSpPr>
        <p:spPr>
          <a:xfrm>
            <a:off x="12386835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6" name="Oval 1055">
            <a:extLst>
              <a:ext uri="{FF2B5EF4-FFF2-40B4-BE49-F238E27FC236}">
                <a16:creationId xmlns:a16="http://schemas.microsoft.com/office/drawing/2014/main" id="{939CF1F2-D6B2-5574-7DF0-A21FF2AC2F77}"/>
              </a:ext>
            </a:extLst>
          </p:cNvPr>
          <p:cNvSpPr/>
          <p:nvPr/>
        </p:nvSpPr>
        <p:spPr>
          <a:xfrm>
            <a:off x="12453510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Oval 1056">
            <a:extLst>
              <a:ext uri="{FF2B5EF4-FFF2-40B4-BE49-F238E27FC236}">
                <a16:creationId xmlns:a16="http://schemas.microsoft.com/office/drawing/2014/main" id="{6DB08008-D23C-445A-EE55-8A9D86962C1E}"/>
              </a:ext>
            </a:extLst>
          </p:cNvPr>
          <p:cNvSpPr/>
          <p:nvPr/>
        </p:nvSpPr>
        <p:spPr>
          <a:xfrm>
            <a:off x="12521597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8" name="Oval 1057">
            <a:extLst>
              <a:ext uri="{FF2B5EF4-FFF2-40B4-BE49-F238E27FC236}">
                <a16:creationId xmlns:a16="http://schemas.microsoft.com/office/drawing/2014/main" id="{46F59A53-2016-FC5E-DD75-0D135F39C611}"/>
              </a:ext>
            </a:extLst>
          </p:cNvPr>
          <p:cNvSpPr/>
          <p:nvPr/>
        </p:nvSpPr>
        <p:spPr>
          <a:xfrm>
            <a:off x="12589684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9" name="Oval 1058">
            <a:extLst>
              <a:ext uri="{FF2B5EF4-FFF2-40B4-BE49-F238E27FC236}">
                <a16:creationId xmlns:a16="http://schemas.microsoft.com/office/drawing/2014/main" id="{3EFE6B4D-FFA1-47FA-8A68-58A4C7107DD2}"/>
              </a:ext>
            </a:extLst>
          </p:cNvPr>
          <p:cNvSpPr/>
          <p:nvPr/>
        </p:nvSpPr>
        <p:spPr>
          <a:xfrm>
            <a:off x="12320160" y="998928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BCFE996C-C748-8AE1-7C2A-5F700A39033E}"/>
              </a:ext>
            </a:extLst>
          </p:cNvPr>
          <p:cNvSpPr/>
          <p:nvPr/>
        </p:nvSpPr>
        <p:spPr>
          <a:xfrm>
            <a:off x="12386835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1" name="Oval 1060">
            <a:extLst>
              <a:ext uri="{FF2B5EF4-FFF2-40B4-BE49-F238E27FC236}">
                <a16:creationId xmlns:a16="http://schemas.microsoft.com/office/drawing/2014/main" id="{E0292340-FC82-A2E1-C917-8762F47586CA}"/>
              </a:ext>
            </a:extLst>
          </p:cNvPr>
          <p:cNvSpPr/>
          <p:nvPr/>
        </p:nvSpPr>
        <p:spPr>
          <a:xfrm>
            <a:off x="12453510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2" name="Oval 1061">
            <a:extLst>
              <a:ext uri="{FF2B5EF4-FFF2-40B4-BE49-F238E27FC236}">
                <a16:creationId xmlns:a16="http://schemas.microsoft.com/office/drawing/2014/main" id="{CF32135B-EE6A-712E-A2FA-B31F1E43C808}"/>
              </a:ext>
            </a:extLst>
          </p:cNvPr>
          <p:cNvSpPr/>
          <p:nvPr/>
        </p:nvSpPr>
        <p:spPr>
          <a:xfrm>
            <a:off x="12521597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3" name="Oval 1062">
            <a:extLst>
              <a:ext uri="{FF2B5EF4-FFF2-40B4-BE49-F238E27FC236}">
                <a16:creationId xmlns:a16="http://schemas.microsoft.com/office/drawing/2014/main" id="{D9860648-B8BA-8383-103E-684FEFD825A7}"/>
              </a:ext>
            </a:extLst>
          </p:cNvPr>
          <p:cNvSpPr/>
          <p:nvPr/>
        </p:nvSpPr>
        <p:spPr>
          <a:xfrm>
            <a:off x="12589684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4" name="Oval 1063">
            <a:extLst>
              <a:ext uri="{FF2B5EF4-FFF2-40B4-BE49-F238E27FC236}">
                <a16:creationId xmlns:a16="http://schemas.microsoft.com/office/drawing/2014/main" id="{BF9FDF7E-DC1D-534D-63E2-8DEB8935E039}"/>
              </a:ext>
            </a:extLst>
          </p:cNvPr>
          <p:cNvSpPr/>
          <p:nvPr/>
        </p:nvSpPr>
        <p:spPr>
          <a:xfrm>
            <a:off x="11887725" y="986708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85204543-ADD3-428F-8D8A-2AE0785D7C0E}"/>
              </a:ext>
            </a:extLst>
          </p:cNvPr>
          <p:cNvSpPr/>
          <p:nvPr/>
        </p:nvSpPr>
        <p:spPr>
          <a:xfrm>
            <a:off x="11954400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6" name="Oval 1065">
            <a:extLst>
              <a:ext uri="{FF2B5EF4-FFF2-40B4-BE49-F238E27FC236}">
                <a16:creationId xmlns:a16="http://schemas.microsoft.com/office/drawing/2014/main" id="{5CBC92A3-B2C6-7817-B02C-14DB5B4624DE}"/>
              </a:ext>
            </a:extLst>
          </p:cNvPr>
          <p:cNvSpPr/>
          <p:nvPr/>
        </p:nvSpPr>
        <p:spPr>
          <a:xfrm>
            <a:off x="12021075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7" name="Oval 1066">
            <a:extLst>
              <a:ext uri="{FF2B5EF4-FFF2-40B4-BE49-F238E27FC236}">
                <a16:creationId xmlns:a16="http://schemas.microsoft.com/office/drawing/2014/main" id="{AC548510-70C8-4D0B-5ABF-767565F9BAC1}"/>
              </a:ext>
            </a:extLst>
          </p:cNvPr>
          <p:cNvSpPr/>
          <p:nvPr/>
        </p:nvSpPr>
        <p:spPr>
          <a:xfrm>
            <a:off x="12089162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8" name="Oval 1067">
            <a:extLst>
              <a:ext uri="{FF2B5EF4-FFF2-40B4-BE49-F238E27FC236}">
                <a16:creationId xmlns:a16="http://schemas.microsoft.com/office/drawing/2014/main" id="{6AFC1B4D-91F9-1B75-E288-14CE94BC1364}"/>
              </a:ext>
            </a:extLst>
          </p:cNvPr>
          <p:cNvSpPr/>
          <p:nvPr/>
        </p:nvSpPr>
        <p:spPr>
          <a:xfrm>
            <a:off x="11887725" y="993853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30BF5200-6F5C-76BF-D1BD-8418927F1456}"/>
              </a:ext>
            </a:extLst>
          </p:cNvPr>
          <p:cNvSpPr/>
          <p:nvPr/>
        </p:nvSpPr>
        <p:spPr>
          <a:xfrm>
            <a:off x="11954400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FC7EA53C-01FD-54E0-1CAA-5475182868F3}"/>
              </a:ext>
            </a:extLst>
          </p:cNvPr>
          <p:cNvSpPr/>
          <p:nvPr/>
        </p:nvSpPr>
        <p:spPr>
          <a:xfrm>
            <a:off x="12021075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1" name="Oval 1070">
            <a:extLst>
              <a:ext uri="{FF2B5EF4-FFF2-40B4-BE49-F238E27FC236}">
                <a16:creationId xmlns:a16="http://schemas.microsoft.com/office/drawing/2014/main" id="{5453F019-132C-B5A0-87E5-FB323B493B77}"/>
              </a:ext>
            </a:extLst>
          </p:cNvPr>
          <p:cNvSpPr/>
          <p:nvPr/>
        </p:nvSpPr>
        <p:spPr>
          <a:xfrm>
            <a:off x="12089162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2" name="Oval 1071">
            <a:extLst>
              <a:ext uri="{FF2B5EF4-FFF2-40B4-BE49-F238E27FC236}">
                <a16:creationId xmlns:a16="http://schemas.microsoft.com/office/drawing/2014/main" id="{E3CAFB7E-7F79-AA09-5FE0-DBF85B1D08A6}"/>
              </a:ext>
            </a:extLst>
          </p:cNvPr>
          <p:cNvSpPr/>
          <p:nvPr/>
        </p:nvSpPr>
        <p:spPr>
          <a:xfrm>
            <a:off x="9162415" y="10316539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3" name="Oval 1072">
            <a:extLst>
              <a:ext uri="{FF2B5EF4-FFF2-40B4-BE49-F238E27FC236}">
                <a16:creationId xmlns:a16="http://schemas.microsoft.com/office/drawing/2014/main" id="{2F73CEDC-E519-9ED6-F5A8-4AB2C74B6A39}"/>
              </a:ext>
            </a:extLst>
          </p:cNvPr>
          <p:cNvSpPr/>
          <p:nvPr/>
        </p:nvSpPr>
        <p:spPr>
          <a:xfrm>
            <a:off x="9229090" y="1031653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4" name="Oval 1073">
            <a:extLst>
              <a:ext uri="{FF2B5EF4-FFF2-40B4-BE49-F238E27FC236}">
                <a16:creationId xmlns:a16="http://schemas.microsoft.com/office/drawing/2014/main" id="{85C42392-212D-E854-7188-1D6782AF64FB}"/>
              </a:ext>
            </a:extLst>
          </p:cNvPr>
          <p:cNvSpPr/>
          <p:nvPr/>
        </p:nvSpPr>
        <p:spPr>
          <a:xfrm>
            <a:off x="9295765" y="1031653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5" name="Oval 1074">
            <a:extLst>
              <a:ext uri="{FF2B5EF4-FFF2-40B4-BE49-F238E27FC236}">
                <a16:creationId xmlns:a16="http://schemas.microsoft.com/office/drawing/2014/main" id="{42FA9396-7CC5-6CD8-EE0A-1BB6642E36E8}"/>
              </a:ext>
            </a:extLst>
          </p:cNvPr>
          <p:cNvSpPr/>
          <p:nvPr/>
        </p:nvSpPr>
        <p:spPr>
          <a:xfrm>
            <a:off x="9363852" y="1031653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6" name="Oval 1075">
            <a:extLst>
              <a:ext uri="{FF2B5EF4-FFF2-40B4-BE49-F238E27FC236}">
                <a16:creationId xmlns:a16="http://schemas.microsoft.com/office/drawing/2014/main" id="{CDF97C7C-ED1B-C194-F29E-2A91070CFF44}"/>
              </a:ext>
            </a:extLst>
          </p:cNvPr>
          <p:cNvSpPr/>
          <p:nvPr/>
        </p:nvSpPr>
        <p:spPr>
          <a:xfrm>
            <a:off x="9431939" y="1031653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7" name="Oval 1076">
            <a:extLst>
              <a:ext uri="{FF2B5EF4-FFF2-40B4-BE49-F238E27FC236}">
                <a16:creationId xmlns:a16="http://schemas.microsoft.com/office/drawing/2014/main" id="{A4DF5C91-1DEA-E92E-603F-A1F6F751CBF5}"/>
              </a:ext>
            </a:extLst>
          </p:cNvPr>
          <p:cNvSpPr/>
          <p:nvPr/>
        </p:nvSpPr>
        <p:spPr>
          <a:xfrm>
            <a:off x="9162415" y="10385119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8" name="Oval 1077">
            <a:extLst>
              <a:ext uri="{FF2B5EF4-FFF2-40B4-BE49-F238E27FC236}">
                <a16:creationId xmlns:a16="http://schemas.microsoft.com/office/drawing/2014/main" id="{8C895AFC-D6B5-3744-4463-FD5B96D87147}"/>
              </a:ext>
            </a:extLst>
          </p:cNvPr>
          <p:cNvSpPr/>
          <p:nvPr/>
        </p:nvSpPr>
        <p:spPr>
          <a:xfrm>
            <a:off x="9229090" y="1038511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DA84502C-4A47-A4F4-AFCF-79FF4028DB8F}"/>
              </a:ext>
            </a:extLst>
          </p:cNvPr>
          <p:cNvSpPr/>
          <p:nvPr/>
        </p:nvSpPr>
        <p:spPr>
          <a:xfrm>
            <a:off x="9295765" y="1038511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0" name="Oval 1079">
            <a:extLst>
              <a:ext uri="{FF2B5EF4-FFF2-40B4-BE49-F238E27FC236}">
                <a16:creationId xmlns:a16="http://schemas.microsoft.com/office/drawing/2014/main" id="{65BE857E-AE61-9732-E398-3F8555DB4D49}"/>
              </a:ext>
            </a:extLst>
          </p:cNvPr>
          <p:cNvSpPr/>
          <p:nvPr/>
        </p:nvSpPr>
        <p:spPr>
          <a:xfrm>
            <a:off x="9363852" y="1038511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0EB9F7AE-C9FC-C1D2-AC93-798242E1AB90}"/>
              </a:ext>
            </a:extLst>
          </p:cNvPr>
          <p:cNvSpPr/>
          <p:nvPr/>
        </p:nvSpPr>
        <p:spPr>
          <a:xfrm>
            <a:off x="9431939" y="1038511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42E2859F-4AC7-390A-094A-11517DEA891F}"/>
              </a:ext>
            </a:extLst>
          </p:cNvPr>
          <p:cNvSpPr/>
          <p:nvPr/>
        </p:nvSpPr>
        <p:spPr>
          <a:xfrm>
            <a:off x="9162415" y="10451536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3" name="Oval 1082">
            <a:extLst>
              <a:ext uri="{FF2B5EF4-FFF2-40B4-BE49-F238E27FC236}">
                <a16:creationId xmlns:a16="http://schemas.microsoft.com/office/drawing/2014/main" id="{554A948E-4C90-68D9-5671-8486B27541B8}"/>
              </a:ext>
            </a:extLst>
          </p:cNvPr>
          <p:cNvSpPr/>
          <p:nvPr/>
        </p:nvSpPr>
        <p:spPr>
          <a:xfrm>
            <a:off x="9229090" y="1045153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4" name="Oval 1083">
            <a:extLst>
              <a:ext uri="{FF2B5EF4-FFF2-40B4-BE49-F238E27FC236}">
                <a16:creationId xmlns:a16="http://schemas.microsoft.com/office/drawing/2014/main" id="{8441EBF8-B808-DB16-B0DA-19E4EBE068DF}"/>
              </a:ext>
            </a:extLst>
          </p:cNvPr>
          <p:cNvSpPr/>
          <p:nvPr/>
        </p:nvSpPr>
        <p:spPr>
          <a:xfrm>
            <a:off x="9295765" y="1045153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5" name="Oval 1084">
            <a:extLst>
              <a:ext uri="{FF2B5EF4-FFF2-40B4-BE49-F238E27FC236}">
                <a16:creationId xmlns:a16="http://schemas.microsoft.com/office/drawing/2014/main" id="{BB0FB343-849C-DA15-D62A-763C8778BF16}"/>
              </a:ext>
            </a:extLst>
          </p:cNvPr>
          <p:cNvSpPr/>
          <p:nvPr/>
        </p:nvSpPr>
        <p:spPr>
          <a:xfrm>
            <a:off x="9363852" y="1045153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6" name="Oval 1085">
            <a:extLst>
              <a:ext uri="{FF2B5EF4-FFF2-40B4-BE49-F238E27FC236}">
                <a16:creationId xmlns:a16="http://schemas.microsoft.com/office/drawing/2014/main" id="{3BAD3E38-390C-8235-95F9-E6FECE0DF154}"/>
              </a:ext>
            </a:extLst>
          </p:cNvPr>
          <p:cNvSpPr/>
          <p:nvPr/>
        </p:nvSpPr>
        <p:spPr>
          <a:xfrm>
            <a:off x="9431939" y="1045153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7" name="Oval 1086">
            <a:extLst>
              <a:ext uri="{FF2B5EF4-FFF2-40B4-BE49-F238E27FC236}">
                <a16:creationId xmlns:a16="http://schemas.microsoft.com/office/drawing/2014/main" id="{EDE55F18-9A52-CD78-9F36-3191C53C82EA}"/>
              </a:ext>
            </a:extLst>
          </p:cNvPr>
          <p:cNvSpPr/>
          <p:nvPr/>
        </p:nvSpPr>
        <p:spPr>
          <a:xfrm>
            <a:off x="4766042" y="1027565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8" name="Oval 1087">
            <a:extLst>
              <a:ext uri="{FF2B5EF4-FFF2-40B4-BE49-F238E27FC236}">
                <a16:creationId xmlns:a16="http://schemas.microsoft.com/office/drawing/2014/main" id="{1C65C3DF-5BAF-0445-D04F-9C0888183CF4}"/>
              </a:ext>
            </a:extLst>
          </p:cNvPr>
          <p:cNvSpPr/>
          <p:nvPr/>
        </p:nvSpPr>
        <p:spPr>
          <a:xfrm>
            <a:off x="4832717" y="1027565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9" name="Oval 1088">
            <a:extLst>
              <a:ext uri="{FF2B5EF4-FFF2-40B4-BE49-F238E27FC236}">
                <a16:creationId xmlns:a16="http://schemas.microsoft.com/office/drawing/2014/main" id="{4B716EE9-42D5-ED18-419B-FFB5F49DCAA7}"/>
              </a:ext>
            </a:extLst>
          </p:cNvPr>
          <p:cNvSpPr/>
          <p:nvPr/>
        </p:nvSpPr>
        <p:spPr>
          <a:xfrm>
            <a:off x="4899392" y="1027565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0" name="Oval 1089">
            <a:extLst>
              <a:ext uri="{FF2B5EF4-FFF2-40B4-BE49-F238E27FC236}">
                <a16:creationId xmlns:a16="http://schemas.microsoft.com/office/drawing/2014/main" id="{E464E0A6-5381-AE78-4374-477351182E2D}"/>
              </a:ext>
            </a:extLst>
          </p:cNvPr>
          <p:cNvSpPr/>
          <p:nvPr/>
        </p:nvSpPr>
        <p:spPr>
          <a:xfrm>
            <a:off x="4967479" y="1027565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1" name="Oval 1090">
            <a:extLst>
              <a:ext uri="{FF2B5EF4-FFF2-40B4-BE49-F238E27FC236}">
                <a16:creationId xmlns:a16="http://schemas.microsoft.com/office/drawing/2014/main" id="{CCEDDAF6-D355-AD02-7FDC-AAC09EA4243A}"/>
              </a:ext>
            </a:extLst>
          </p:cNvPr>
          <p:cNvSpPr/>
          <p:nvPr/>
        </p:nvSpPr>
        <p:spPr>
          <a:xfrm>
            <a:off x="5035566" y="1027565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2" name="Oval 1091">
            <a:extLst>
              <a:ext uri="{FF2B5EF4-FFF2-40B4-BE49-F238E27FC236}">
                <a16:creationId xmlns:a16="http://schemas.microsoft.com/office/drawing/2014/main" id="{0AF00C53-2EFE-2565-2AEC-4664E52A1CDB}"/>
              </a:ext>
            </a:extLst>
          </p:cNvPr>
          <p:cNvSpPr/>
          <p:nvPr/>
        </p:nvSpPr>
        <p:spPr>
          <a:xfrm>
            <a:off x="4766042" y="10344238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3" name="Oval 1092">
            <a:extLst>
              <a:ext uri="{FF2B5EF4-FFF2-40B4-BE49-F238E27FC236}">
                <a16:creationId xmlns:a16="http://schemas.microsoft.com/office/drawing/2014/main" id="{86CBE47D-C93F-B6ED-FFE3-22FBE7E195BC}"/>
              </a:ext>
            </a:extLst>
          </p:cNvPr>
          <p:cNvSpPr/>
          <p:nvPr/>
        </p:nvSpPr>
        <p:spPr>
          <a:xfrm>
            <a:off x="4832717" y="1034423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5B507A68-2F0A-6576-A148-2EC4366F0605}"/>
              </a:ext>
            </a:extLst>
          </p:cNvPr>
          <p:cNvSpPr/>
          <p:nvPr/>
        </p:nvSpPr>
        <p:spPr>
          <a:xfrm>
            <a:off x="4899392" y="1034423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9AFB5378-8853-007F-E02A-44DA155A503B}"/>
              </a:ext>
            </a:extLst>
          </p:cNvPr>
          <p:cNvSpPr/>
          <p:nvPr/>
        </p:nvSpPr>
        <p:spPr>
          <a:xfrm>
            <a:off x="4967479" y="1034423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6" name="Oval 1095">
            <a:extLst>
              <a:ext uri="{FF2B5EF4-FFF2-40B4-BE49-F238E27FC236}">
                <a16:creationId xmlns:a16="http://schemas.microsoft.com/office/drawing/2014/main" id="{8496765C-6913-2020-2ABE-B21FC303D671}"/>
              </a:ext>
            </a:extLst>
          </p:cNvPr>
          <p:cNvSpPr/>
          <p:nvPr/>
        </p:nvSpPr>
        <p:spPr>
          <a:xfrm>
            <a:off x="5035566" y="10344237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7" name="Oval 1096">
            <a:extLst>
              <a:ext uri="{FF2B5EF4-FFF2-40B4-BE49-F238E27FC236}">
                <a16:creationId xmlns:a16="http://schemas.microsoft.com/office/drawing/2014/main" id="{D705D753-89C2-7403-ABBC-4D44EFCDCAA7}"/>
              </a:ext>
            </a:extLst>
          </p:cNvPr>
          <p:cNvSpPr/>
          <p:nvPr/>
        </p:nvSpPr>
        <p:spPr>
          <a:xfrm>
            <a:off x="4766042" y="104106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8" name="Oval 1097">
            <a:extLst>
              <a:ext uri="{FF2B5EF4-FFF2-40B4-BE49-F238E27FC236}">
                <a16:creationId xmlns:a16="http://schemas.microsoft.com/office/drawing/2014/main" id="{EC7A8B14-C516-EF95-3338-521B04E66569}"/>
              </a:ext>
            </a:extLst>
          </p:cNvPr>
          <p:cNvSpPr/>
          <p:nvPr/>
        </p:nvSpPr>
        <p:spPr>
          <a:xfrm>
            <a:off x="4832717" y="1041065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9" name="Oval 1098">
            <a:extLst>
              <a:ext uri="{FF2B5EF4-FFF2-40B4-BE49-F238E27FC236}">
                <a16:creationId xmlns:a16="http://schemas.microsoft.com/office/drawing/2014/main" id="{34FDD965-F0F7-115B-118F-115FC030D70C}"/>
              </a:ext>
            </a:extLst>
          </p:cNvPr>
          <p:cNvSpPr/>
          <p:nvPr/>
        </p:nvSpPr>
        <p:spPr>
          <a:xfrm>
            <a:off x="4899392" y="1041065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0" name="Oval 1099">
            <a:extLst>
              <a:ext uri="{FF2B5EF4-FFF2-40B4-BE49-F238E27FC236}">
                <a16:creationId xmlns:a16="http://schemas.microsoft.com/office/drawing/2014/main" id="{C75A0886-CE86-BFC9-0A5B-331B5A21F885}"/>
              </a:ext>
            </a:extLst>
          </p:cNvPr>
          <p:cNvSpPr/>
          <p:nvPr/>
        </p:nvSpPr>
        <p:spPr>
          <a:xfrm>
            <a:off x="4967479" y="1041065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1" name="Oval 1100">
            <a:extLst>
              <a:ext uri="{FF2B5EF4-FFF2-40B4-BE49-F238E27FC236}">
                <a16:creationId xmlns:a16="http://schemas.microsoft.com/office/drawing/2014/main" id="{80F88DB9-AD9E-DEB4-F4B8-42E8796BD7AD}"/>
              </a:ext>
            </a:extLst>
          </p:cNvPr>
          <p:cNvSpPr/>
          <p:nvPr/>
        </p:nvSpPr>
        <p:spPr>
          <a:xfrm>
            <a:off x="5035566" y="1041065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C410DC-4157-D780-53ED-B67A2091EFF0}"/>
              </a:ext>
            </a:extLst>
          </p:cNvPr>
          <p:cNvSpPr/>
          <p:nvPr/>
        </p:nvSpPr>
        <p:spPr>
          <a:xfrm>
            <a:off x="7339472" y="7331422"/>
            <a:ext cx="2567707" cy="169163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E75CFC-9612-B49F-8A3A-3642F86E83AA}"/>
              </a:ext>
            </a:extLst>
          </p:cNvPr>
          <p:cNvSpPr/>
          <p:nvPr/>
        </p:nvSpPr>
        <p:spPr>
          <a:xfrm>
            <a:off x="5689470" y="7342055"/>
            <a:ext cx="1137000" cy="169163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25CE93-E680-B902-86A4-104B6A6E1565}"/>
              </a:ext>
            </a:extLst>
          </p:cNvPr>
          <p:cNvSpPr/>
          <p:nvPr/>
        </p:nvSpPr>
        <p:spPr>
          <a:xfrm>
            <a:off x="4438892" y="7352715"/>
            <a:ext cx="908252" cy="168156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4FC161-0FEB-2D83-B270-229EC424B475}"/>
              </a:ext>
            </a:extLst>
          </p:cNvPr>
          <p:cNvSpPr/>
          <p:nvPr/>
        </p:nvSpPr>
        <p:spPr>
          <a:xfrm>
            <a:off x="7398553" y="6686502"/>
            <a:ext cx="2147672" cy="544931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57E43B-52E5-E19D-5040-7687D478269F}"/>
              </a:ext>
            </a:extLst>
          </p:cNvPr>
          <p:cNvSpPr/>
          <p:nvPr/>
        </p:nvSpPr>
        <p:spPr>
          <a:xfrm>
            <a:off x="4453786" y="6703443"/>
            <a:ext cx="843502" cy="544931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845D43-B8D0-F12C-2924-8177FDDC0509}"/>
              </a:ext>
            </a:extLst>
          </p:cNvPr>
          <p:cNvCxnSpPr/>
          <p:nvPr/>
        </p:nvCxnSpPr>
        <p:spPr>
          <a:xfrm flipV="1">
            <a:off x="5517090" y="6573520"/>
            <a:ext cx="0" cy="4819556"/>
          </a:xfrm>
          <a:prstGeom prst="line">
            <a:avLst/>
          </a:prstGeom>
          <a:ln w="254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8DE963-9A6A-FD54-54BB-222812BB7E11}"/>
              </a:ext>
            </a:extLst>
          </p:cNvPr>
          <p:cNvCxnSpPr/>
          <p:nvPr/>
        </p:nvCxnSpPr>
        <p:spPr>
          <a:xfrm flipV="1">
            <a:off x="7071360" y="6573520"/>
            <a:ext cx="0" cy="4819556"/>
          </a:xfrm>
          <a:prstGeom prst="line">
            <a:avLst/>
          </a:prstGeom>
          <a:ln w="254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0F4451-1F59-FE2A-3A6C-1680A92A20DB}"/>
              </a:ext>
            </a:extLst>
          </p:cNvPr>
          <p:cNvCxnSpPr>
            <a:cxnSpLocks/>
          </p:cNvCxnSpPr>
          <p:nvPr/>
        </p:nvCxnSpPr>
        <p:spPr>
          <a:xfrm>
            <a:off x="5501640" y="6573520"/>
            <a:ext cx="1583055" cy="0"/>
          </a:xfrm>
          <a:prstGeom prst="line">
            <a:avLst/>
          </a:prstGeom>
          <a:ln w="635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6203FD56-0F4B-1DAF-564C-EC1BBE428CC7}"/>
              </a:ext>
            </a:extLst>
          </p:cNvPr>
          <p:cNvSpPr/>
          <p:nvPr/>
        </p:nvSpPr>
        <p:spPr>
          <a:xfrm rot="2463513">
            <a:off x="6757209" y="8342844"/>
            <a:ext cx="2187929" cy="1264788"/>
          </a:xfrm>
          <a:custGeom>
            <a:avLst/>
            <a:gdLst>
              <a:gd name="connsiteX0" fmla="*/ 635919 w 2082319"/>
              <a:gd name="connsiteY0" fmla="*/ 523593 h 1063970"/>
              <a:gd name="connsiteX1" fmla="*/ 639995 w 2082319"/>
              <a:gd name="connsiteY1" fmla="*/ 533787 h 1063970"/>
              <a:gd name="connsiteX2" fmla="*/ 637081 w 2082319"/>
              <a:gd name="connsiteY2" fmla="*/ 541077 h 1063970"/>
              <a:gd name="connsiteX3" fmla="*/ 638203 w 2082319"/>
              <a:gd name="connsiteY3" fmla="*/ 543029 h 1063970"/>
              <a:gd name="connsiteX4" fmla="*/ 638250 w 2082319"/>
              <a:gd name="connsiteY4" fmla="*/ 550045 h 1063970"/>
              <a:gd name="connsiteX5" fmla="*/ 1751242 w 2082319"/>
              <a:gd name="connsiteY5" fmla="*/ 502864 h 1063970"/>
              <a:gd name="connsiteX6" fmla="*/ 1728056 w 2082319"/>
              <a:gd name="connsiteY6" fmla="*/ 477295 h 1063970"/>
              <a:gd name="connsiteX7" fmla="*/ 0 w 2082319"/>
              <a:gd name="connsiteY7" fmla="*/ 32246 h 1063970"/>
              <a:gd name="connsiteX8" fmla="*/ 32410 w 2082319"/>
              <a:gd name="connsiteY8" fmla="*/ 0 h 1063970"/>
              <a:gd name="connsiteX9" fmla="*/ 460644 w 2082319"/>
              <a:gd name="connsiteY9" fmla="*/ 430395 h 1063970"/>
              <a:gd name="connsiteX10" fmla="*/ 485325 w 2082319"/>
              <a:gd name="connsiteY10" fmla="*/ 415280 h 1063970"/>
              <a:gd name="connsiteX11" fmla="*/ 522585 w 2082319"/>
              <a:gd name="connsiteY11" fmla="*/ 408447 h 1063970"/>
              <a:gd name="connsiteX12" fmla="*/ 559846 w 2082319"/>
              <a:gd name="connsiteY12" fmla="*/ 415280 h 1063970"/>
              <a:gd name="connsiteX13" fmla="*/ 569339 w 2082319"/>
              <a:gd name="connsiteY13" fmla="*/ 421094 h 1063970"/>
              <a:gd name="connsiteX14" fmla="*/ 580714 w 2082319"/>
              <a:gd name="connsiteY14" fmla="*/ 423358 h 1063970"/>
              <a:gd name="connsiteX15" fmla="*/ 609745 w 2082319"/>
              <a:gd name="connsiteY15" fmla="*/ 442772 h 1063970"/>
              <a:gd name="connsiteX16" fmla="*/ 625401 w 2082319"/>
              <a:gd name="connsiteY16" fmla="*/ 464093 h 1063970"/>
              <a:gd name="connsiteX17" fmla="*/ 630287 w 2082319"/>
              <a:gd name="connsiteY17" fmla="*/ 478071 h 1063970"/>
              <a:gd name="connsiteX18" fmla="*/ 1688097 w 2082319"/>
              <a:gd name="connsiteY18" fmla="*/ 433228 h 1063970"/>
              <a:gd name="connsiteX19" fmla="*/ 1674993 w 2082319"/>
              <a:gd name="connsiteY19" fmla="*/ 418778 h 1063970"/>
              <a:gd name="connsiteX20" fmla="*/ 1989596 w 2082319"/>
              <a:gd name="connsiteY20" fmla="*/ 423760 h 1063970"/>
              <a:gd name="connsiteX21" fmla="*/ 2000859 w 2082319"/>
              <a:gd name="connsiteY21" fmla="*/ 421923 h 1063970"/>
              <a:gd name="connsiteX22" fmla="*/ 2012336 w 2082319"/>
              <a:gd name="connsiteY22" fmla="*/ 424529 h 1063970"/>
              <a:gd name="connsiteX23" fmla="*/ 2076562 w 2082319"/>
              <a:gd name="connsiteY23" fmla="*/ 462744 h 1063970"/>
              <a:gd name="connsiteX24" fmla="*/ 2075249 w 2082319"/>
              <a:gd name="connsiteY24" fmla="*/ 493610 h 1063970"/>
              <a:gd name="connsiteX25" fmla="*/ 1920175 w 2082319"/>
              <a:gd name="connsiteY25" fmla="*/ 647906 h 1063970"/>
              <a:gd name="connsiteX26" fmla="*/ 1889303 w 2082319"/>
              <a:gd name="connsiteY26" fmla="*/ 649063 h 1063970"/>
              <a:gd name="connsiteX27" fmla="*/ 1830182 w 2082319"/>
              <a:gd name="connsiteY27" fmla="*/ 589644 h 1063970"/>
              <a:gd name="connsiteX28" fmla="*/ 1828637 w 2082319"/>
              <a:gd name="connsiteY28" fmla="*/ 585552 h 1063970"/>
              <a:gd name="connsiteX29" fmla="*/ 1827367 w 2082319"/>
              <a:gd name="connsiteY29" fmla="*/ 586815 h 1063970"/>
              <a:gd name="connsiteX30" fmla="*/ 1791201 w 2082319"/>
              <a:gd name="connsiteY30" fmla="*/ 546930 h 1063970"/>
              <a:gd name="connsiteX31" fmla="*/ 625751 w 2082319"/>
              <a:gd name="connsiteY31" fmla="*/ 596335 h 1063970"/>
              <a:gd name="connsiteX32" fmla="*/ 1058954 w 2082319"/>
              <a:gd name="connsiteY32" fmla="*/ 1031723 h 1063970"/>
              <a:gd name="connsiteX33" fmla="*/ 1026544 w 2082319"/>
              <a:gd name="connsiteY33" fmla="*/ 1063970 h 1063970"/>
              <a:gd name="connsiteX34" fmla="*/ 574443 w 2082319"/>
              <a:gd name="connsiteY34" fmla="*/ 609588 h 1063970"/>
              <a:gd name="connsiteX35" fmla="*/ 552648 w 2082319"/>
              <a:gd name="connsiteY35" fmla="*/ 611335 h 1063970"/>
              <a:gd name="connsiteX36" fmla="*/ 508858 w 2082319"/>
              <a:gd name="connsiteY36" fmla="*/ 602976 h 1063970"/>
              <a:gd name="connsiteX37" fmla="*/ 468422 w 2082319"/>
              <a:gd name="connsiteY37" fmla="*/ 584202 h 1063970"/>
              <a:gd name="connsiteX38" fmla="*/ 446693 w 2082319"/>
              <a:gd name="connsiteY38" fmla="*/ 565778 h 1063970"/>
              <a:gd name="connsiteX39" fmla="*/ 440499 w 2082319"/>
              <a:gd name="connsiteY39" fmla="*/ 561396 h 1063970"/>
              <a:gd name="connsiteX40" fmla="*/ 439002 w 2082319"/>
              <a:gd name="connsiteY40" fmla="*/ 559257 h 1063970"/>
              <a:gd name="connsiteX41" fmla="*/ 438607 w 2082319"/>
              <a:gd name="connsiteY41" fmla="*/ 558923 h 1063970"/>
              <a:gd name="connsiteX42" fmla="*/ 437872 w 2082319"/>
              <a:gd name="connsiteY42" fmla="*/ 557644 h 1063970"/>
              <a:gd name="connsiteX43" fmla="*/ 427309 w 2082319"/>
              <a:gd name="connsiteY43" fmla="*/ 542554 h 1063970"/>
              <a:gd name="connsiteX44" fmla="*/ 425448 w 2082319"/>
              <a:gd name="connsiteY44" fmla="*/ 536028 h 1063970"/>
              <a:gd name="connsiteX45" fmla="*/ 422207 w 2082319"/>
              <a:gd name="connsiteY45" fmla="*/ 530390 h 1063970"/>
              <a:gd name="connsiteX46" fmla="*/ 422167 w 2082319"/>
              <a:gd name="connsiteY46" fmla="*/ 524528 h 1063970"/>
              <a:gd name="connsiteX47" fmla="*/ 421058 w 2082319"/>
              <a:gd name="connsiteY47" fmla="*/ 520639 h 1063970"/>
              <a:gd name="connsiteX48" fmla="*/ 422099 w 2082319"/>
              <a:gd name="connsiteY48" fmla="*/ 514443 h 1063970"/>
              <a:gd name="connsiteX49" fmla="*/ 422014 w 2082319"/>
              <a:gd name="connsiteY49" fmla="*/ 501857 h 1063970"/>
              <a:gd name="connsiteX50" fmla="*/ 424873 w 2082319"/>
              <a:gd name="connsiteY50" fmla="*/ 497937 h 1063970"/>
              <a:gd name="connsiteX51" fmla="*/ 428916 w 2082319"/>
              <a:gd name="connsiteY51" fmla="*/ 473874 h 1063970"/>
              <a:gd name="connsiteX52" fmla="*/ 432900 w 2082319"/>
              <a:gd name="connsiteY52" fmla="*/ 468224 h 1063970"/>
              <a:gd name="connsiteX53" fmla="*/ 433062 w 2082319"/>
              <a:gd name="connsiteY53" fmla="*/ 467493 h 106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082319" h="1063970">
                <a:moveTo>
                  <a:pt x="635919" y="523593"/>
                </a:moveTo>
                <a:lnTo>
                  <a:pt x="639995" y="533787"/>
                </a:lnTo>
                <a:lnTo>
                  <a:pt x="637081" y="541077"/>
                </a:lnTo>
                <a:lnTo>
                  <a:pt x="638203" y="543029"/>
                </a:lnTo>
                <a:lnTo>
                  <a:pt x="638250" y="550045"/>
                </a:lnTo>
                <a:lnTo>
                  <a:pt x="1751242" y="502864"/>
                </a:lnTo>
                <a:lnTo>
                  <a:pt x="1728056" y="477295"/>
                </a:lnTo>
                <a:close/>
                <a:moveTo>
                  <a:pt x="0" y="32246"/>
                </a:moveTo>
                <a:lnTo>
                  <a:pt x="32410" y="0"/>
                </a:lnTo>
                <a:lnTo>
                  <a:pt x="460644" y="430395"/>
                </a:lnTo>
                <a:lnTo>
                  <a:pt x="485325" y="415280"/>
                </a:lnTo>
                <a:cubicBezTo>
                  <a:pt x="496777" y="410880"/>
                  <a:pt x="509368" y="408447"/>
                  <a:pt x="522585" y="408447"/>
                </a:cubicBezTo>
                <a:cubicBezTo>
                  <a:pt x="535802" y="408447"/>
                  <a:pt x="548393" y="410880"/>
                  <a:pt x="559846" y="415280"/>
                </a:cubicBezTo>
                <a:lnTo>
                  <a:pt x="569339" y="421094"/>
                </a:lnTo>
                <a:lnTo>
                  <a:pt x="580714" y="423358"/>
                </a:lnTo>
                <a:cubicBezTo>
                  <a:pt x="591280" y="427690"/>
                  <a:pt x="601178" y="434163"/>
                  <a:pt x="609745" y="442772"/>
                </a:cubicBezTo>
                <a:cubicBezTo>
                  <a:pt x="616169" y="449229"/>
                  <a:pt x="621388" y="456429"/>
                  <a:pt x="625401" y="464093"/>
                </a:cubicBezTo>
                <a:lnTo>
                  <a:pt x="630287" y="478071"/>
                </a:lnTo>
                <a:lnTo>
                  <a:pt x="1688097" y="433228"/>
                </a:lnTo>
                <a:lnTo>
                  <a:pt x="1674993" y="418778"/>
                </a:lnTo>
                <a:lnTo>
                  <a:pt x="1989596" y="423760"/>
                </a:lnTo>
                <a:lnTo>
                  <a:pt x="2000859" y="421923"/>
                </a:lnTo>
                <a:cubicBezTo>
                  <a:pt x="2006117" y="421739"/>
                  <a:pt x="2010296" y="422478"/>
                  <a:pt x="2012336" y="424529"/>
                </a:cubicBezTo>
                <a:lnTo>
                  <a:pt x="2076562" y="462744"/>
                </a:lnTo>
                <a:cubicBezTo>
                  <a:pt x="2084724" y="470948"/>
                  <a:pt x="2084137" y="484768"/>
                  <a:pt x="2075249" y="493610"/>
                </a:cubicBezTo>
                <a:lnTo>
                  <a:pt x="1920175" y="647906"/>
                </a:lnTo>
                <a:cubicBezTo>
                  <a:pt x="1911288" y="656749"/>
                  <a:pt x="1897465" y="657267"/>
                  <a:pt x="1889303" y="649063"/>
                </a:cubicBezTo>
                <a:lnTo>
                  <a:pt x="1830182" y="589644"/>
                </a:lnTo>
                <a:lnTo>
                  <a:pt x="1828637" y="585552"/>
                </a:lnTo>
                <a:lnTo>
                  <a:pt x="1827367" y="586815"/>
                </a:lnTo>
                <a:lnTo>
                  <a:pt x="1791201" y="546930"/>
                </a:lnTo>
                <a:lnTo>
                  <a:pt x="625751" y="596335"/>
                </a:lnTo>
                <a:lnTo>
                  <a:pt x="1058954" y="1031723"/>
                </a:lnTo>
                <a:lnTo>
                  <a:pt x="1026544" y="1063970"/>
                </a:lnTo>
                <a:lnTo>
                  <a:pt x="574443" y="609588"/>
                </a:lnTo>
                <a:lnTo>
                  <a:pt x="552648" y="611335"/>
                </a:lnTo>
                <a:cubicBezTo>
                  <a:pt x="538624" y="610518"/>
                  <a:pt x="523796" y="607788"/>
                  <a:pt x="508858" y="602976"/>
                </a:cubicBezTo>
                <a:cubicBezTo>
                  <a:pt x="493920" y="598164"/>
                  <a:pt x="480286" y="591725"/>
                  <a:pt x="468422" y="584202"/>
                </a:cubicBezTo>
                <a:lnTo>
                  <a:pt x="446693" y="565778"/>
                </a:lnTo>
                <a:lnTo>
                  <a:pt x="440499" y="561396"/>
                </a:lnTo>
                <a:lnTo>
                  <a:pt x="439002" y="559257"/>
                </a:lnTo>
                <a:lnTo>
                  <a:pt x="438607" y="558923"/>
                </a:lnTo>
                <a:lnTo>
                  <a:pt x="437872" y="557644"/>
                </a:lnTo>
                <a:lnTo>
                  <a:pt x="427309" y="542554"/>
                </a:lnTo>
                <a:lnTo>
                  <a:pt x="425448" y="536028"/>
                </a:lnTo>
                <a:lnTo>
                  <a:pt x="422207" y="530390"/>
                </a:lnTo>
                <a:lnTo>
                  <a:pt x="422167" y="524528"/>
                </a:lnTo>
                <a:lnTo>
                  <a:pt x="421058" y="520639"/>
                </a:lnTo>
                <a:lnTo>
                  <a:pt x="422099" y="514443"/>
                </a:lnTo>
                <a:lnTo>
                  <a:pt x="422014" y="501857"/>
                </a:lnTo>
                <a:lnTo>
                  <a:pt x="424873" y="497937"/>
                </a:lnTo>
                <a:lnTo>
                  <a:pt x="428916" y="473874"/>
                </a:lnTo>
                <a:lnTo>
                  <a:pt x="432900" y="468224"/>
                </a:lnTo>
                <a:lnTo>
                  <a:pt x="433062" y="467493"/>
                </a:lnTo>
                <a:close/>
              </a:path>
            </a:pathLst>
          </a:custGeom>
          <a:gradFill>
            <a:gsLst>
              <a:gs pos="59000">
                <a:schemeClr val="tx1">
                  <a:lumMod val="85000"/>
                  <a:lumOff val="15000"/>
                </a:schemeClr>
              </a:gs>
              <a:gs pos="100000">
                <a:srgbClr val="252A2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pic>
        <p:nvPicPr>
          <p:cNvPr id="1031" name="Picture 1030">
            <a:extLst>
              <a:ext uri="{FF2B5EF4-FFF2-40B4-BE49-F238E27FC236}">
                <a16:creationId xmlns:a16="http://schemas.microsoft.com/office/drawing/2014/main" id="{A4F687AD-D07B-DD66-9F24-D551613BD4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05463" y="6641573"/>
            <a:ext cx="573074" cy="4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281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42F7A-AD05-465E-68FC-BBFDED0C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141C68-5438-51E1-5705-924BCB31FB2B}"/>
              </a:ext>
            </a:extLst>
          </p:cNvPr>
          <p:cNvSpPr/>
          <p:nvPr/>
        </p:nvSpPr>
        <p:spPr>
          <a:xfrm>
            <a:off x="3993931" y="5591178"/>
            <a:ext cx="6300952" cy="6300952"/>
          </a:xfrm>
          <a:prstGeom prst="rect">
            <a:avLst/>
          </a:prstGeom>
          <a:gradFill>
            <a:gsLst>
              <a:gs pos="0">
                <a:srgbClr val="BC2D26"/>
              </a:gs>
              <a:gs pos="100000">
                <a:srgbClr val="BF2C24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Hexagon 3">
            <a:extLst>
              <a:ext uri="{FF2B5EF4-FFF2-40B4-BE49-F238E27FC236}">
                <a16:creationId xmlns:a16="http://schemas.microsoft.com/office/drawing/2014/main" id="{5264724F-B180-A64E-54B5-4FF8530CFE00}"/>
              </a:ext>
            </a:extLst>
          </p:cNvPr>
          <p:cNvSpPr/>
          <p:nvPr/>
        </p:nvSpPr>
        <p:spPr>
          <a:xfrm flipH="1">
            <a:off x="8698312" y="9889768"/>
            <a:ext cx="1590945" cy="725144"/>
          </a:xfrm>
          <a:custGeom>
            <a:avLst/>
            <a:gdLst>
              <a:gd name="connsiteX0" fmla="*/ 0 w 1266955"/>
              <a:gd name="connsiteY0" fmla="*/ 286360 h 572719"/>
              <a:gd name="connsiteX1" fmla="*/ 143180 w 1266955"/>
              <a:gd name="connsiteY1" fmla="*/ 0 h 572719"/>
              <a:gd name="connsiteX2" fmla="*/ 1123775 w 1266955"/>
              <a:gd name="connsiteY2" fmla="*/ 0 h 572719"/>
              <a:gd name="connsiteX3" fmla="*/ 1266955 w 1266955"/>
              <a:gd name="connsiteY3" fmla="*/ 286360 h 572719"/>
              <a:gd name="connsiteX4" fmla="*/ 1123775 w 1266955"/>
              <a:gd name="connsiteY4" fmla="*/ 572719 h 572719"/>
              <a:gd name="connsiteX5" fmla="*/ 143180 w 1266955"/>
              <a:gd name="connsiteY5" fmla="*/ 572719 h 572719"/>
              <a:gd name="connsiteX6" fmla="*/ 0 w 1266955"/>
              <a:gd name="connsiteY6" fmla="*/ 286360 h 57271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1123775 w 1545415"/>
              <a:gd name="connsiteY2" fmla="*/ 0 h 628599"/>
              <a:gd name="connsiteX3" fmla="*/ 1266955 w 1545415"/>
              <a:gd name="connsiteY3" fmla="*/ 28636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1123775 w 1545415"/>
              <a:gd name="connsiteY2" fmla="*/ 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603075 w 1545415"/>
              <a:gd name="connsiteY2" fmla="*/ 38354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407495 w 1545415"/>
              <a:gd name="connsiteY2" fmla="*/ 5080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304140 h 646379"/>
              <a:gd name="connsiteX1" fmla="*/ 178740 w 1545415"/>
              <a:gd name="connsiteY1" fmla="*/ 0 h 646379"/>
              <a:gd name="connsiteX2" fmla="*/ 407495 w 1545415"/>
              <a:gd name="connsiteY2" fmla="*/ 68580 h 646379"/>
              <a:gd name="connsiteX3" fmla="*/ 1373635 w 1545415"/>
              <a:gd name="connsiteY3" fmla="*/ 347320 h 646379"/>
              <a:gd name="connsiteX4" fmla="*/ 1545415 w 1545415"/>
              <a:gd name="connsiteY4" fmla="*/ 646379 h 646379"/>
              <a:gd name="connsiteX5" fmla="*/ 143180 w 1545415"/>
              <a:gd name="connsiteY5" fmla="*/ 590499 h 646379"/>
              <a:gd name="connsiteX6" fmla="*/ 0 w 1545415"/>
              <a:gd name="connsiteY6" fmla="*/ 304140 h 646379"/>
              <a:gd name="connsiteX0" fmla="*/ 0 w 1545415"/>
              <a:gd name="connsiteY0" fmla="*/ 316840 h 659079"/>
              <a:gd name="connsiteX1" fmla="*/ 234620 w 1545415"/>
              <a:gd name="connsiteY1" fmla="*/ 0 h 659079"/>
              <a:gd name="connsiteX2" fmla="*/ 407495 w 1545415"/>
              <a:gd name="connsiteY2" fmla="*/ 81280 h 659079"/>
              <a:gd name="connsiteX3" fmla="*/ 1373635 w 1545415"/>
              <a:gd name="connsiteY3" fmla="*/ 360020 h 659079"/>
              <a:gd name="connsiteX4" fmla="*/ 1545415 w 1545415"/>
              <a:gd name="connsiteY4" fmla="*/ 659079 h 659079"/>
              <a:gd name="connsiteX5" fmla="*/ 143180 w 1545415"/>
              <a:gd name="connsiteY5" fmla="*/ 603199 h 659079"/>
              <a:gd name="connsiteX6" fmla="*/ 0 w 1545415"/>
              <a:gd name="connsiteY6" fmla="*/ 316840 h 659079"/>
              <a:gd name="connsiteX0" fmla="*/ 0 w 1545415"/>
              <a:gd name="connsiteY0" fmla="*/ 288900 h 631139"/>
              <a:gd name="connsiteX1" fmla="*/ 265100 w 1545415"/>
              <a:gd name="connsiteY1" fmla="*/ 0 h 631139"/>
              <a:gd name="connsiteX2" fmla="*/ 407495 w 1545415"/>
              <a:gd name="connsiteY2" fmla="*/ 53340 h 631139"/>
              <a:gd name="connsiteX3" fmla="*/ 1373635 w 1545415"/>
              <a:gd name="connsiteY3" fmla="*/ 332080 h 631139"/>
              <a:gd name="connsiteX4" fmla="*/ 1545415 w 1545415"/>
              <a:gd name="connsiteY4" fmla="*/ 631139 h 631139"/>
              <a:gd name="connsiteX5" fmla="*/ 143180 w 1545415"/>
              <a:gd name="connsiteY5" fmla="*/ 575259 h 631139"/>
              <a:gd name="connsiteX6" fmla="*/ 0 w 1545415"/>
              <a:gd name="connsiteY6" fmla="*/ 288900 h 6311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39040 w 1441275"/>
              <a:gd name="connsiteY5" fmla="*/ 705459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50800"/>
              <a:gd name="connsiteY0" fmla="*/ 0 h 761339"/>
              <a:gd name="connsiteX1" fmla="*/ 160960 w 1450800"/>
              <a:gd name="connsiteY1" fmla="*/ 13020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60960 w 1450800"/>
              <a:gd name="connsiteY1" fmla="*/ 13020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20500 w 1450800"/>
              <a:gd name="connsiteY2" fmla="*/ 147345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20500 w 1450800"/>
              <a:gd name="connsiteY2" fmla="*/ 147345 h 761339"/>
              <a:gd name="connsiteX3" fmla="*/ 1242825 w 1450800"/>
              <a:gd name="connsiteY3" fmla="*/ 39370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94615"/>
              <a:gd name="connsiteY0" fmla="*/ 0 h 763244"/>
              <a:gd name="connsiteX1" fmla="*/ 183820 w 1494615"/>
              <a:gd name="connsiteY1" fmla="*/ 11877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63244"/>
              <a:gd name="connsiteX1" fmla="*/ 162865 w 1494615"/>
              <a:gd name="connsiteY1" fmla="*/ 11115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63244"/>
              <a:gd name="connsiteX1" fmla="*/ 162865 w 1494615"/>
              <a:gd name="connsiteY1" fmla="*/ 11115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25144"/>
              <a:gd name="connsiteX1" fmla="*/ 162865 w 1494615"/>
              <a:gd name="connsiteY1" fmla="*/ 73050 h 725144"/>
              <a:gd name="connsiteX2" fmla="*/ 320500 w 1494615"/>
              <a:gd name="connsiteY2" fmla="*/ 109245 h 725144"/>
              <a:gd name="connsiteX3" fmla="*/ 1242825 w 1494615"/>
              <a:gd name="connsiteY3" fmla="*/ 355600 h 725144"/>
              <a:gd name="connsiteX4" fmla="*/ 1494615 w 1494615"/>
              <a:gd name="connsiteY4" fmla="*/ 725144 h 725144"/>
              <a:gd name="connsiteX5" fmla="*/ 940 w 1494615"/>
              <a:gd name="connsiteY5" fmla="*/ 665454 h 725144"/>
              <a:gd name="connsiteX6" fmla="*/ 0 w 1494615"/>
              <a:gd name="connsiteY6" fmla="*/ 0 h 725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4615" h="725144">
                <a:moveTo>
                  <a:pt x="0" y="0"/>
                </a:moveTo>
                <a:cubicBezTo>
                  <a:pt x="53653" y="43400"/>
                  <a:pt x="101592" y="39175"/>
                  <a:pt x="162865" y="73050"/>
                </a:cubicBezTo>
                <a:lnTo>
                  <a:pt x="320500" y="109245"/>
                </a:lnTo>
                <a:cubicBezTo>
                  <a:pt x="676837" y="167868"/>
                  <a:pt x="949353" y="213157"/>
                  <a:pt x="1242825" y="355600"/>
                </a:cubicBezTo>
                <a:cubicBezTo>
                  <a:pt x="1358505" y="469256"/>
                  <a:pt x="1409415" y="613393"/>
                  <a:pt x="1494615" y="725144"/>
                </a:cubicBezTo>
                <a:lnTo>
                  <a:pt x="940" y="665454"/>
                </a:lnTo>
                <a:cubicBezTo>
                  <a:pt x="627" y="430936"/>
                  <a:pt x="313" y="234518"/>
                  <a:pt x="0" y="0"/>
                </a:cubicBezTo>
                <a:close/>
              </a:path>
            </a:pathLst>
          </a:custGeom>
          <a:solidFill>
            <a:srgbClr val="1F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E1DBFDC7-0AF5-6FD1-D39A-268B87F66C6E}"/>
              </a:ext>
            </a:extLst>
          </p:cNvPr>
          <p:cNvSpPr/>
          <p:nvPr/>
        </p:nvSpPr>
        <p:spPr>
          <a:xfrm>
            <a:off x="3992595" y="9884232"/>
            <a:ext cx="1494615" cy="714476"/>
          </a:xfrm>
          <a:custGeom>
            <a:avLst/>
            <a:gdLst>
              <a:gd name="connsiteX0" fmla="*/ 0 w 1266955"/>
              <a:gd name="connsiteY0" fmla="*/ 286360 h 572719"/>
              <a:gd name="connsiteX1" fmla="*/ 143180 w 1266955"/>
              <a:gd name="connsiteY1" fmla="*/ 0 h 572719"/>
              <a:gd name="connsiteX2" fmla="*/ 1123775 w 1266955"/>
              <a:gd name="connsiteY2" fmla="*/ 0 h 572719"/>
              <a:gd name="connsiteX3" fmla="*/ 1266955 w 1266955"/>
              <a:gd name="connsiteY3" fmla="*/ 286360 h 572719"/>
              <a:gd name="connsiteX4" fmla="*/ 1123775 w 1266955"/>
              <a:gd name="connsiteY4" fmla="*/ 572719 h 572719"/>
              <a:gd name="connsiteX5" fmla="*/ 143180 w 1266955"/>
              <a:gd name="connsiteY5" fmla="*/ 572719 h 572719"/>
              <a:gd name="connsiteX6" fmla="*/ 0 w 1266955"/>
              <a:gd name="connsiteY6" fmla="*/ 286360 h 57271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1123775 w 1545415"/>
              <a:gd name="connsiteY2" fmla="*/ 0 h 628599"/>
              <a:gd name="connsiteX3" fmla="*/ 1266955 w 1545415"/>
              <a:gd name="connsiteY3" fmla="*/ 28636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1123775 w 1545415"/>
              <a:gd name="connsiteY2" fmla="*/ 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603075 w 1545415"/>
              <a:gd name="connsiteY2" fmla="*/ 38354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286360 h 628599"/>
              <a:gd name="connsiteX1" fmla="*/ 143180 w 1545415"/>
              <a:gd name="connsiteY1" fmla="*/ 0 h 628599"/>
              <a:gd name="connsiteX2" fmla="*/ 407495 w 1545415"/>
              <a:gd name="connsiteY2" fmla="*/ 50800 h 628599"/>
              <a:gd name="connsiteX3" fmla="*/ 1373635 w 1545415"/>
              <a:gd name="connsiteY3" fmla="*/ 329540 h 628599"/>
              <a:gd name="connsiteX4" fmla="*/ 1545415 w 1545415"/>
              <a:gd name="connsiteY4" fmla="*/ 628599 h 628599"/>
              <a:gd name="connsiteX5" fmla="*/ 143180 w 1545415"/>
              <a:gd name="connsiteY5" fmla="*/ 572719 h 628599"/>
              <a:gd name="connsiteX6" fmla="*/ 0 w 1545415"/>
              <a:gd name="connsiteY6" fmla="*/ 286360 h 628599"/>
              <a:gd name="connsiteX0" fmla="*/ 0 w 1545415"/>
              <a:gd name="connsiteY0" fmla="*/ 304140 h 646379"/>
              <a:gd name="connsiteX1" fmla="*/ 178740 w 1545415"/>
              <a:gd name="connsiteY1" fmla="*/ 0 h 646379"/>
              <a:gd name="connsiteX2" fmla="*/ 407495 w 1545415"/>
              <a:gd name="connsiteY2" fmla="*/ 68580 h 646379"/>
              <a:gd name="connsiteX3" fmla="*/ 1373635 w 1545415"/>
              <a:gd name="connsiteY3" fmla="*/ 347320 h 646379"/>
              <a:gd name="connsiteX4" fmla="*/ 1545415 w 1545415"/>
              <a:gd name="connsiteY4" fmla="*/ 646379 h 646379"/>
              <a:gd name="connsiteX5" fmla="*/ 143180 w 1545415"/>
              <a:gd name="connsiteY5" fmla="*/ 590499 h 646379"/>
              <a:gd name="connsiteX6" fmla="*/ 0 w 1545415"/>
              <a:gd name="connsiteY6" fmla="*/ 304140 h 646379"/>
              <a:gd name="connsiteX0" fmla="*/ 0 w 1545415"/>
              <a:gd name="connsiteY0" fmla="*/ 316840 h 659079"/>
              <a:gd name="connsiteX1" fmla="*/ 234620 w 1545415"/>
              <a:gd name="connsiteY1" fmla="*/ 0 h 659079"/>
              <a:gd name="connsiteX2" fmla="*/ 407495 w 1545415"/>
              <a:gd name="connsiteY2" fmla="*/ 81280 h 659079"/>
              <a:gd name="connsiteX3" fmla="*/ 1373635 w 1545415"/>
              <a:gd name="connsiteY3" fmla="*/ 360020 h 659079"/>
              <a:gd name="connsiteX4" fmla="*/ 1545415 w 1545415"/>
              <a:gd name="connsiteY4" fmla="*/ 659079 h 659079"/>
              <a:gd name="connsiteX5" fmla="*/ 143180 w 1545415"/>
              <a:gd name="connsiteY5" fmla="*/ 603199 h 659079"/>
              <a:gd name="connsiteX6" fmla="*/ 0 w 1545415"/>
              <a:gd name="connsiteY6" fmla="*/ 316840 h 659079"/>
              <a:gd name="connsiteX0" fmla="*/ 0 w 1545415"/>
              <a:gd name="connsiteY0" fmla="*/ 288900 h 631139"/>
              <a:gd name="connsiteX1" fmla="*/ 265100 w 1545415"/>
              <a:gd name="connsiteY1" fmla="*/ 0 h 631139"/>
              <a:gd name="connsiteX2" fmla="*/ 407495 w 1545415"/>
              <a:gd name="connsiteY2" fmla="*/ 53340 h 631139"/>
              <a:gd name="connsiteX3" fmla="*/ 1373635 w 1545415"/>
              <a:gd name="connsiteY3" fmla="*/ 332080 h 631139"/>
              <a:gd name="connsiteX4" fmla="*/ 1545415 w 1545415"/>
              <a:gd name="connsiteY4" fmla="*/ 631139 h 631139"/>
              <a:gd name="connsiteX5" fmla="*/ 143180 w 1545415"/>
              <a:gd name="connsiteY5" fmla="*/ 575259 h 631139"/>
              <a:gd name="connsiteX6" fmla="*/ 0 w 1545415"/>
              <a:gd name="connsiteY6" fmla="*/ 288900 h 6311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39040 w 1441275"/>
              <a:gd name="connsiteY5" fmla="*/ 705459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03355 w 1441275"/>
              <a:gd name="connsiteY2" fmla="*/ 18354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69495 w 1441275"/>
              <a:gd name="connsiteY3" fmla="*/ 46228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41275"/>
              <a:gd name="connsiteY0" fmla="*/ 0 h 761339"/>
              <a:gd name="connsiteX1" fmla="*/ 160960 w 1441275"/>
              <a:gd name="connsiteY1" fmla="*/ 130200 h 761339"/>
              <a:gd name="connsiteX2" fmla="*/ 312880 w 1441275"/>
              <a:gd name="connsiteY2" fmla="*/ 164490 h 761339"/>
              <a:gd name="connsiteX3" fmla="*/ 1231395 w 1441275"/>
              <a:gd name="connsiteY3" fmla="*/ 420370 h 761339"/>
              <a:gd name="connsiteX4" fmla="*/ 1441275 w 1441275"/>
              <a:gd name="connsiteY4" fmla="*/ 761339 h 761339"/>
              <a:gd name="connsiteX5" fmla="*/ 940 w 1441275"/>
              <a:gd name="connsiteY5" fmla="*/ 703554 h 761339"/>
              <a:gd name="connsiteX6" fmla="*/ 0 w 1441275"/>
              <a:gd name="connsiteY6" fmla="*/ 0 h 761339"/>
              <a:gd name="connsiteX0" fmla="*/ 0 w 1450800"/>
              <a:gd name="connsiteY0" fmla="*/ 0 h 761339"/>
              <a:gd name="connsiteX1" fmla="*/ 160960 w 1450800"/>
              <a:gd name="connsiteY1" fmla="*/ 13020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60960 w 1450800"/>
              <a:gd name="connsiteY1" fmla="*/ 13020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12880 w 1450800"/>
              <a:gd name="connsiteY2" fmla="*/ 164490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20500 w 1450800"/>
              <a:gd name="connsiteY2" fmla="*/ 147345 h 761339"/>
              <a:gd name="connsiteX3" fmla="*/ 1231395 w 1450800"/>
              <a:gd name="connsiteY3" fmla="*/ 42037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50800"/>
              <a:gd name="connsiteY0" fmla="*/ 0 h 761339"/>
              <a:gd name="connsiteX1" fmla="*/ 183820 w 1450800"/>
              <a:gd name="connsiteY1" fmla="*/ 118770 h 761339"/>
              <a:gd name="connsiteX2" fmla="*/ 320500 w 1450800"/>
              <a:gd name="connsiteY2" fmla="*/ 147345 h 761339"/>
              <a:gd name="connsiteX3" fmla="*/ 1242825 w 1450800"/>
              <a:gd name="connsiteY3" fmla="*/ 393700 h 761339"/>
              <a:gd name="connsiteX4" fmla="*/ 1450800 w 1450800"/>
              <a:gd name="connsiteY4" fmla="*/ 761339 h 761339"/>
              <a:gd name="connsiteX5" fmla="*/ 940 w 1450800"/>
              <a:gd name="connsiteY5" fmla="*/ 703554 h 761339"/>
              <a:gd name="connsiteX6" fmla="*/ 0 w 1450800"/>
              <a:gd name="connsiteY6" fmla="*/ 0 h 761339"/>
              <a:gd name="connsiteX0" fmla="*/ 0 w 1494615"/>
              <a:gd name="connsiteY0" fmla="*/ 0 h 763244"/>
              <a:gd name="connsiteX1" fmla="*/ 183820 w 1494615"/>
              <a:gd name="connsiteY1" fmla="*/ 11877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63244"/>
              <a:gd name="connsiteX1" fmla="*/ 162865 w 1494615"/>
              <a:gd name="connsiteY1" fmla="*/ 11115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63244"/>
              <a:gd name="connsiteX1" fmla="*/ 162865 w 1494615"/>
              <a:gd name="connsiteY1" fmla="*/ 111150 h 763244"/>
              <a:gd name="connsiteX2" fmla="*/ 320500 w 1494615"/>
              <a:gd name="connsiteY2" fmla="*/ 147345 h 763244"/>
              <a:gd name="connsiteX3" fmla="*/ 1242825 w 1494615"/>
              <a:gd name="connsiteY3" fmla="*/ 393700 h 763244"/>
              <a:gd name="connsiteX4" fmla="*/ 1494615 w 1494615"/>
              <a:gd name="connsiteY4" fmla="*/ 763244 h 763244"/>
              <a:gd name="connsiteX5" fmla="*/ 940 w 1494615"/>
              <a:gd name="connsiteY5" fmla="*/ 703554 h 763244"/>
              <a:gd name="connsiteX6" fmla="*/ 0 w 1494615"/>
              <a:gd name="connsiteY6" fmla="*/ 0 h 763244"/>
              <a:gd name="connsiteX0" fmla="*/ 0 w 1494615"/>
              <a:gd name="connsiteY0" fmla="*/ 0 h 714476"/>
              <a:gd name="connsiteX1" fmla="*/ 162865 w 1494615"/>
              <a:gd name="connsiteY1" fmla="*/ 62382 h 714476"/>
              <a:gd name="connsiteX2" fmla="*/ 320500 w 1494615"/>
              <a:gd name="connsiteY2" fmla="*/ 98577 h 714476"/>
              <a:gd name="connsiteX3" fmla="*/ 1242825 w 1494615"/>
              <a:gd name="connsiteY3" fmla="*/ 344932 h 714476"/>
              <a:gd name="connsiteX4" fmla="*/ 1494615 w 1494615"/>
              <a:gd name="connsiteY4" fmla="*/ 714476 h 714476"/>
              <a:gd name="connsiteX5" fmla="*/ 940 w 1494615"/>
              <a:gd name="connsiteY5" fmla="*/ 654786 h 714476"/>
              <a:gd name="connsiteX6" fmla="*/ 0 w 1494615"/>
              <a:gd name="connsiteY6" fmla="*/ 0 h 714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4615" h="714476">
                <a:moveTo>
                  <a:pt x="0" y="0"/>
                </a:moveTo>
                <a:cubicBezTo>
                  <a:pt x="53653" y="43400"/>
                  <a:pt x="101592" y="28507"/>
                  <a:pt x="162865" y="62382"/>
                </a:cubicBezTo>
                <a:lnTo>
                  <a:pt x="320500" y="98577"/>
                </a:lnTo>
                <a:cubicBezTo>
                  <a:pt x="676837" y="157200"/>
                  <a:pt x="949353" y="202489"/>
                  <a:pt x="1242825" y="344932"/>
                </a:cubicBezTo>
                <a:cubicBezTo>
                  <a:pt x="1358505" y="458588"/>
                  <a:pt x="1409415" y="602725"/>
                  <a:pt x="1494615" y="714476"/>
                </a:cubicBezTo>
                <a:lnTo>
                  <a:pt x="940" y="654786"/>
                </a:lnTo>
                <a:cubicBezTo>
                  <a:pt x="627" y="420268"/>
                  <a:pt x="313" y="234518"/>
                  <a:pt x="0" y="0"/>
                </a:cubicBezTo>
                <a:close/>
              </a:path>
            </a:pathLst>
          </a:custGeom>
          <a:solidFill>
            <a:srgbClr val="1F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7AAFCC0-3C57-09C1-6106-49112F523165}"/>
              </a:ext>
            </a:extLst>
          </p:cNvPr>
          <p:cNvSpPr/>
          <p:nvPr/>
        </p:nvSpPr>
        <p:spPr>
          <a:xfrm>
            <a:off x="3988116" y="5585082"/>
            <a:ext cx="6306765" cy="963088"/>
          </a:xfrm>
          <a:prstGeom prst="rect">
            <a:avLst/>
          </a:prstGeom>
          <a:solidFill>
            <a:srgbClr val="424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87C17439-DD2F-6557-5ED8-05F57667F184}"/>
              </a:ext>
            </a:extLst>
          </p:cNvPr>
          <p:cNvSpPr/>
          <p:nvPr/>
        </p:nvSpPr>
        <p:spPr>
          <a:xfrm>
            <a:off x="4018718" y="9402541"/>
            <a:ext cx="6270355" cy="609600"/>
          </a:xfrm>
          <a:custGeom>
            <a:avLst/>
            <a:gdLst>
              <a:gd name="connsiteX0" fmla="*/ 0 w 5718048"/>
              <a:gd name="connsiteY0" fmla="*/ 146304 h 292608"/>
              <a:gd name="connsiteX1" fmla="*/ 2859024 w 5718048"/>
              <a:gd name="connsiteY1" fmla="*/ 0 h 292608"/>
              <a:gd name="connsiteX2" fmla="*/ 5718048 w 5718048"/>
              <a:gd name="connsiteY2" fmla="*/ 146304 h 292608"/>
              <a:gd name="connsiteX3" fmla="*/ 2859024 w 5718048"/>
              <a:gd name="connsiteY3" fmla="*/ 292608 h 292608"/>
              <a:gd name="connsiteX4" fmla="*/ 0 w 5718048"/>
              <a:gd name="connsiteY4" fmla="*/ 146304 h 292608"/>
              <a:gd name="connsiteX0" fmla="*/ 30 w 5718078"/>
              <a:gd name="connsiteY0" fmla="*/ 146304 h 426720"/>
              <a:gd name="connsiteX1" fmla="*/ 2859054 w 5718078"/>
              <a:gd name="connsiteY1" fmla="*/ 0 h 426720"/>
              <a:gd name="connsiteX2" fmla="*/ 5718078 w 5718078"/>
              <a:gd name="connsiteY2" fmla="*/ 146304 h 426720"/>
              <a:gd name="connsiteX3" fmla="*/ 2816382 w 5718078"/>
              <a:gd name="connsiteY3" fmla="*/ 426720 h 426720"/>
              <a:gd name="connsiteX4" fmla="*/ 30 w 5718078"/>
              <a:gd name="connsiteY4" fmla="*/ 146304 h 426720"/>
              <a:gd name="connsiteX0" fmla="*/ 16 w 5718064"/>
              <a:gd name="connsiteY0" fmla="*/ 329184 h 609600"/>
              <a:gd name="connsiteX1" fmla="*/ 2846848 w 5718064"/>
              <a:gd name="connsiteY1" fmla="*/ 0 h 609600"/>
              <a:gd name="connsiteX2" fmla="*/ 5718064 w 5718064"/>
              <a:gd name="connsiteY2" fmla="*/ 329184 h 609600"/>
              <a:gd name="connsiteX3" fmla="*/ 2816368 w 5718064"/>
              <a:gd name="connsiteY3" fmla="*/ 609600 h 609600"/>
              <a:gd name="connsiteX4" fmla="*/ 16 w 5718064"/>
              <a:gd name="connsiteY4" fmla="*/ 329184 h 609600"/>
              <a:gd name="connsiteX0" fmla="*/ 451 w 5718499"/>
              <a:gd name="connsiteY0" fmla="*/ 329184 h 609600"/>
              <a:gd name="connsiteX1" fmla="*/ 2847283 w 5718499"/>
              <a:gd name="connsiteY1" fmla="*/ 0 h 609600"/>
              <a:gd name="connsiteX2" fmla="*/ 5718499 w 5718499"/>
              <a:gd name="connsiteY2" fmla="*/ 329184 h 609600"/>
              <a:gd name="connsiteX3" fmla="*/ 2816803 w 5718499"/>
              <a:gd name="connsiteY3" fmla="*/ 609600 h 609600"/>
              <a:gd name="connsiteX4" fmla="*/ 451 w 5718499"/>
              <a:gd name="connsiteY4" fmla="*/ 329184 h 609600"/>
              <a:gd name="connsiteX0" fmla="*/ 311 w 5690214"/>
              <a:gd name="connsiteY0" fmla="*/ 326644 h 609600"/>
              <a:gd name="connsiteX1" fmla="*/ 2818998 w 5690214"/>
              <a:gd name="connsiteY1" fmla="*/ 0 h 609600"/>
              <a:gd name="connsiteX2" fmla="*/ 5690214 w 5690214"/>
              <a:gd name="connsiteY2" fmla="*/ 329184 h 609600"/>
              <a:gd name="connsiteX3" fmla="*/ 2788518 w 5690214"/>
              <a:gd name="connsiteY3" fmla="*/ 609600 h 609600"/>
              <a:gd name="connsiteX4" fmla="*/ 311 w 5690214"/>
              <a:gd name="connsiteY4" fmla="*/ 326644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90214" h="609600">
                <a:moveTo>
                  <a:pt x="311" y="326644"/>
                </a:moveTo>
                <a:cubicBezTo>
                  <a:pt x="-27871" y="209804"/>
                  <a:pt x="1870681" y="-423"/>
                  <a:pt x="2818998" y="0"/>
                </a:cubicBezTo>
                <a:cubicBezTo>
                  <a:pt x="3767315" y="423"/>
                  <a:pt x="5690214" y="248383"/>
                  <a:pt x="5690214" y="329184"/>
                </a:cubicBezTo>
                <a:cubicBezTo>
                  <a:pt x="5690214" y="409985"/>
                  <a:pt x="3736835" y="610023"/>
                  <a:pt x="2788518" y="609600"/>
                </a:cubicBezTo>
                <a:cubicBezTo>
                  <a:pt x="1840201" y="609177"/>
                  <a:pt x="24164" y="425535"/>
                  <a:pt x="311" y="326644"/>
                </a:cubicBezTo>
                <a:close/>
              </a:path>
            </a:pathLst>
          </a:custGeom>
          <a:solidFill>
            <a:srgbClr val="2615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C3B30E-B05A-0ACD-D04C-6F01E5857579}"/>
              </a:ext>
            </a:extLst>
          </p:cNvPr>
          <p:cNvSpPr/>
          <p:nvPr/>
        </p:nvSpPr>
        <p:spPr>
          <a:xfrm>
            <a:off x="3988117" y="5984241"/>
            <a:ext cx="6306765" cy="3922104"/>
          </a:xfrm>
          <a:custGeom>
            <a:avLst/>
            <a:gdLst>
              <a:gd name="connsiteX0" fmla="*/ 0 w 6306765"/>
              <a:gd name="connsiteY0" fmla="*/ 0 h 3368040"/>
              <a:gd name="connsiteX1" fmla="*/ 6306765 w 6306765"/>
              <a:gd name="connsiteY1" fmla="*/ 0 h 3368040"/>
              <a:gd name="connsiteX2" fmla="*/ 6306765 w 6306765"/>
              <a:gd name="connsiteY2" fmla="*/ 3368040 h 3368040"/>
              <a:gd name="connsiteX3" fmla="*/ 0 w 6306765"/>
              <a:gd name="connsiteY3" fmla="*/ 3368040 h 3368040"/>
              <a:gd name="connsiteX4" fmla="*/ 0 w 6306765"/>
              <a:gd name="connsiteY4" fmla="*/ 0 h 3368040"/>
              <a:gd name="connsiteX0" fmla="*/ 0 w 6306765"/>
              <a:gd name="connsiteY0" fmla="*/ 0 h 3476413"/>
              <a:gd name="connsiteX1" fmla="*/ 6306765 w 6306765"/>
              <a:gd name="connsiteY1" fmla="*/ 0 h 3476413"/>
              <a:gd name="connsiteX2" fmla="*/ 6306765 w 6306765"/>
              <a:gd name="connsiteY2" fmla="*/ 3368040 h 3476413"/>
              <a:gd name="connsiteX3" fmla="*/ 0 w 6306765"/>
              <a:gd name="connsiteY3" fmla="*/ 3368040 h 3476413"/>
              <a:gd name="connsiteX4" fmla="*/ 0 w 6306765"/>
              <a:gd name="connsiteY4" fmla="*/ 0 h 3476413"/>
              <a:gd name="connsiteX0" fmla="*/ 0 w 6306765"/>
              <a:gd name="connsiteY0" fmla="*/ 0 h 3536024"/>
              <a:gd name="connsiteX1" fmla="*/ 6306765 w 6306765"/>
              <a:gd name="connsiteY1" fmla="*/ 0 h 3536024"/>
              <a:gd name="connsiteX2" fmla="*/ 6306765 w 6306765"/>
              <a:gd name="connsiteY2" fmla="*/ 3368040 h 3536024"/>
              <a:gd name="connsiteX3" fmla="*/ 0 w 6306765"/>
              <a:gd name="connsiteY3" fmla="*/ 3368040 h 3536024"/>
              <a:gd name="connsiteX4" fmla="*/ 0 w 6306765"/>
              <a:gd name="connsiteY4" fmla="*/ 0 h 3536024"/>
              <a:gd name="connsiteX0" fmla="*/ 0 w 6306765"/>
              <a:gd name="connsiteY0" fmla="*/ 349994 h 3886018"/>
              <a:gd name="connsiteX1" fmla="*/ 6306765 w 6306765"/>
              <a:gd name="connsiteY1" fmla="*/ 349994 h 3886018"/>
              <a:gd name="connsiteX2" fmla="*/ 6306765 w 6306765"/>
              <a:gd name="connsiteY2" fmla="*/ 3718034 h 3886018"/>
              <a:gd name="connsiteX3" fmla="*/ 0 w 6306765"/>
              <a:gd name="connsiteY3" fmla="*/ 3718034 h 3886018"/>
              <a:gd name="connsiteX4" fmla="*/ 0 w 6306765"/>
              <a:gd name="connsiteY4" fmla="*/ 349994 h 3886018"/>
              <a:gd name="connsiteX0" fmla="*/ 0 w 6306765"/>
              <a:gd name="connsiteY0" fmla="*/ 555044 h 4091068"/>
              <a:gd name="connsiteX1" fmla="*/ 6306765 w 6306765"/>
              <a:gd name="connsiteY1" fmla="*/ 555044 h 4091068"/>
              <a:gd name="connsiteX2" fmla="*/ 6306765 w 6306765"/>
              <a:gd name="connsiteY2" fmla="*/ 3923084 h 4091068"/>
              <a:gd name="connsiteX3" fmla="*/ 0 w 6306765"/>
              <a:gd name="connsiteY3" fmla="*/ 3923084 h 4091068"/>
              <a:gd name="connsiteX4" fmla="*/ 0 w 6306765"/>
              <a:gd name="connsiteY4" fmla="*/ 555044 h 4091068"/>
              <a:gd name="connsiteX0" fmla="*/ 0 w 6306765"/>
              <a:gd name="connsiteY0" fmla="*/ 645992 h 4182016"/>
              <a:gd name="connsiteX1" fmla="*/ 6306765 w 6306765"/>
              <a:gd name="connsiteY1" fmla="*/ 645992 h 4182016"/>
              <a:gd name="connsiteX2" fmla="*/ 6306765 w 6306765"/>
              <a:gd name="connsiteY2" fmla="*/ 4014032 h 4182016"/>
              <a:gd name="connsiteX3" fmla="*/ 0 w 6306765"/>
              <a:gd name="connsiteY3" fmla="*/ 4014032 h 4182016"/>
              <a:gd name="connsiteX4" fmla="*/ 0 w 6306765"/>
              <a:gd name="connsiteY4" fmla="*/ 645992 h 4182016"/>
              <a:gd name="connsiteX0" fmla="*/ 0 w 6306765"/>
              <a:gd name="connsiteY0" fmla="*/ 516737 h 4052761"/>
              <a:gd name="connsiteX1" fmla="*/ 6306765 w 6306765"/>
              <a:gd name="connsiteY1" fmla="*/ 516737 h 4052761"/>
              <a:gd name="connsiteX2" fmla="*/ 6306765 w 6306765"/>
              <a:gd name="connsiteY2" fmla="*/ 3884777 h 4052761"/>
              <a:gd name="connsiteX3" fmla="*/ 0 w 6306765"/>
              <a:gd name="connsiteY3" fmla="*/ 3884777 h 4052761"/>
              <a:gd name="connsiteX4" fmla="*/ 0 w 6306765"/>
              <a:gd name="connsiteY4" fmla="*/ 516737 h 4052761"/>
              <a:gd name="connsiteX0" fmla="*/ 0 w 6306765"/>
              <a:gd name="connsiteY0" fmla="*/ 394708 h 3930732"/>
              <a:gd name="connsiteX1" fmla="*/ 6306765 w 6306765"/>
              <a:gd name="connsiteY1" fmla="*/ 394708 h 3930732"/>
              <a:gd name="connsiteX2" fmla="*/ 6306765 w 6306765"/>
              <a:gd name="connsiteY2" fmla="*/ 3762748 h 3930732"/>
              <a:gd name="connsiteX3" fmla="*/ 0 w 6306765"/>
              <a:gd name="connsiteY3" fmla="*/ 3762748 h 3930732"/>
              <a:gd name="connsiteX4" fmla="*/ 0 w 6306765"/>
              <a:gd name="connsiteY4" fmla="*/ 394708 h 3930732"/>
              <a:gd name="connsiteX0" fmla="*/ 0 w 6306765"/>
              <a:gd name="connsiteY0" fmla="*/ 470255 h 4006279"/>
              <a:gd name="connsiteX1" fmla="*/ 6306765 w 6306765"/>
              <a:gd name="connsiteY1" fmla="*/ 470255 h 4006279"/>
              <a:gd name="connsiteX2" fmla="*/ 6306765 w 6306765"/>
              <a:gd name="connsiteY2" fmla="*/ 3838295 h 4006279"/>
              <a:gd name="connsiteX3" fmla="*/ 0 w 6306765"/>
              <a:gd name="connsiteY3" fmla="*/ 3838295 h 4006279"/>
              <a:gd name="connsiteX4" fmla="*/ 0 w 6306765"/>
              <a:gd name="connsiteY4" fmla="*/ 470255 h 4006279"/>
              <a:gd name="connsiteX0" fmla="*/ 0 w 6306765"/>
              <a:gd name="connsiteY0" fmla="*/ 362361 h 3898385"/>
              <a:gd name="connsiteX1" fmla="*/ 6306765 w 6306765"/>
              <a:gd name="connsiteY1" fmla="*/ 362361 h 3898385"/>
              <a:gd name="connsiteX2" fmla="*/ 6306765 w 6306765"/>
              <a:gd name="connsiteY2" fmla="*/ 3730401 h 3898385"/>
              <a:gd name="connsiteX3" fmla="*/ 0 w 6306765"/>
              <a:gd name="connsiteY3" fmla="*/ 3730401 h 3898385"/>
              <a:gd name="connsiteX4" fmla="*/ 0 w 6306765"/>
              <a:gd name="connsiteY4" fmla="*/ 362361 h 3898385"/>
              <a:gd name="connsiteX0" fmla="*/ 0 w 6306765"/>
              <a:gd name="connsiteY0" fmla="*/ 276457 h 3812481"/>
              <a:gd name="connsiteX1" fmla="*/ 6306765 w 6306765"/>
              <a:gd name="connsiteY1" fmla="*/ 276457 h 3812481"/>
              <a:gd name="connsiteX2" fmla="*/ 6306765 w 6306765"/>
              <a:gd name="connsiteY2" fmla="*/ 3644497 h 3812481"/>
              <a:gd name="connsiteX3" fmla="*/ 0 w 6306765"/>
              <a:gd name="connsiteY3" fmla="*/ 3644497 h 3812481"/>
              <a:gd name="connsiteX4" fmla="*/ 0 w 6306765"/>
              <a:gd name="connsiteY4" fmla="*/ 276457 h 3812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6765" h="3812481">
                <a:moveTo>
                  <a:pt x="0" y="276457"/>
                </a:moveTo>
                <a:cubicBezTo>
                  <a:pt x="2120543" y="-16218"/>
                  <a:pt x="4027726" y="-161039"/>
                  <a:pt x="6306765" y="276457"/>
                </a:cubicBezTo>
                <a:lnTo>
                  <a:pt x="6306765" y="3644497"/>
                </a:lnTo>
                <a:cubicBezTo>
                  <a:pt x="4163870" y="3888337"/>
                  <a:pt x="2117495" y="3847697"/>
                  <a:pt x="0" y="3644497"/>
                </a:cubicBezTo>
                <a:lnTo>
                  <a:pt x="0" y="276457"/>
                </a:lnTo>
                <a:close/>
              </a:path>
            </a:pathLst>
          </a:custGeom>
          <a:gradFill>
            <a:gsLst>
              <a:gs pos="49000">
                <a:srgbClr val="1F2327"/>
              </a:gs>
              <a:gs pos="89000">
                <a:srgbClr val="35353B"/>
              </a:gs>
              <a:gs pos="73000">
                <a:srgbClr val="3B3B42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1026" name="Picture 2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D02E5E61-387D-B4B8-BF43-16C74FCE6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1814" y="-350771"/>
            <a:ext cx="114300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新製品】東武70090型・70000系 « ＧＭ通信">
            <a:extLst>
              <a:ext uri="{FF2B5EF4-FFF2-40B4-BE49-F238E27FC236}">
                <a16:creationId xmlns:a16="http://schemas.microsoft.com/office/drawing/2014/main" id="{330C48A8-05F0-035B-CF2B-69B06A091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5492" y="630304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7549523-2208-CB8B-05B4-3EB0934C6F1B}"/>
              </a:ext>
            </a:extLst>
          </p:cNvPr>
          <p:cNvSpPr/>
          <p:nvPr/>
        </p:nvSpPr>
        <p:spPr>
          <a:xfrm>
            <a:off x="3993931" y="11393076"/>
            <a:ext cx="6300952" cy="499054"/>
          </a:xfrm>
          <a:prstGeom prst="rect">
            <a:avLst/>
          </a:prstGeom>
          <a:gradFill>
            <a:gsLst>
              <a:gs pos="0">
                <a:srgbClr val="9DA39D"/>
              </a:gs>
              <a:gs pos="44000">
                <a:srgbClr val="7A797D"/>
              </a:gs>
              <a:gs pos="100000">
                <a:srgbClr val="9DA39D"/>
              </a:gs>
            </a:gsLst>
            <a:lin ang="90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57EC8F-4705-8A76-5510-92DCA4DEE65E}"/>
              </a:ext>
            </a:extLst>
          </p:cNvPr>
          <p:cNvSpPr/>
          <p:nvPr/>
        </p:nvSpPr>
        <p:spPr>
          <a:xfrm>
            <a:off x="3993931" y="11531409"/>
            <a:ext cx="6300952" cy="360721"/>
          </a:xfrm>
          <a:custGeom>
            <a:avLst/>
            <a:gdLst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  <a:gd name="connsiteX0" fmla="*/ 0 w 6300952"/>
              <a:gd name="connsiteY0" fmla="*/ 0 h 319352"/>
              <a:gd name="connsiteX1" fmla="*/ 6300952 w 6300952"/>
              <a:gd name="connsiteY1" fmla="*/ 0 h 319352"/>
              <a:gd name="connsiteX2" fmla="*/ 6300952 w 6300952"/>
              <a:gd name="connsiteY2" fmla="*/ 319352 h 319352"/>
              <a:gd name="connsiteX3" fmla="*/ 0 w 6300952"/>
              <a:gd name="connsiteY3" fmla="*/ 319352 h 319352"/>
              <a:gd name="connsiteX4" fmla="*/ 0 w 6300952"/>
              <a:gd name="connsiteY4" fmla="*/ 0 h 31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0952" h="319352">
                <a:moveTo>
                  <a:pt x="0" y="0"/>
                </a:moveTo>
                <a:cubicBezTo>
                  <a:pt x="2111892" y="57873"/>
                  <a:pt x="4177486" y="92598"/>
                  <a:pt x="6300952" y="0"/>
                </a:cubicBezTo>
                <a:lnTo>
                  <a:pt x="6300952" y="319352"/>
                </a:lnTo>
                <a:lnTo>
                  <a:pt x="0" y="3193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2000">
                <a:srgbClr val="888984"/>
              </a:gs>
              <a:gs pos="0">
                <a:srgbClr val="7A797D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01B7CE00-40FC-9096-67B1-BCC66BB77FDE}"/>
              </a:ext>
            </a:extLst>
          </p:cNvPr>
          <p:cNvSpPr/>
          <p:nvPr/>
        </p:nvSpPr>
        <p:spPr>
          <a:xfrm>
            <a:off x="3988118" y="10527826"/>
            <a:ext cx="6306765" cy="865250"/>
          </a:xfrm>
          <a:custGeom>
            <a:avLst/>
            <a:gdLst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6440" h="578929">
                <a:moveTo>
                  <a:pt x="0" y="0"/>
                </a:moveTo>
                <a:cubicBezTo>
                  <a:pt x="1960880" y="67852"/>
                  <a:pt x="3865880" y="99241"/>
                  <a:pt x="5806440" y="0"/>
                </a:cubicBezTo>
                <a:lnTo>
                  <a:pt x="5806440" y="578929"/>
                </a:lnTo>
                <a:lnTo>
                  <a:pt x="0" y="578929"/>
                </a:lnTo>
                <a:lnTo>
                  <a:pt x="0" y="0"/>
                </a:lnTo>
                <a:close/>
              </a:path>
            </a:pathLst>
          </a:custGeom>
          <a:solidFill>
            <a:srgbClr val="1F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ED7EA2-9AB2-270F-7489-B96B8D9E5D4F}"/>
              </a:ext>
            </a:extLst>
          </p:cNvPr>
          <p:cNvSpPr/>
          <p:nvPr/>
        </p:nvSpPr>
        <p:spPr>
          <a:xfrm>
            <a:off x="3993928" y="10624291"/>
            <a:ext cx="6295145" cy="713681"/>
          </a:xfrm>
          <a:custGeom>
            <a:avLst/>
            <a:gdLst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  <a:gd name="connsiteX0" fmla="*/ 0 w 5806440"/>
              <a:gd name="connsiteY0" fmla="*/ 0 h 578929"/>
              <a:gd name="connsiteX1" fmla="*/ 5806440 w 5806440"/>
              <a:gd name="connsiteY1" fmla="*/ 0 h 578929"/>
              <a:gd name="connsiteX2" fmla="*/ 5806440 w 5806440"/>
              <a:gd name="connsiteY2" fmla="*/ 578929 h 578929"/>
              <a:gd name="connsiteX3" fmla="*/ 0 w 5806440"/>
              <a:gd name="connsiteY3" fmla="*/ 578929 h 578929"/>
              <a:gd name="connsiteX4" fmla="*/ 0 w 5806440"/>
              <a:gd name="connsiteY4" fmla="*/ 0 h 57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6440" h="578929">
                <a:moveTo>
                  <a:pt x="0" y="0"/>
                </a:moveTo>
                <a:cubicBezTo>
                  <a:pt x="1960880" y="118190"/>
                  <a:pt x="3891280" y="84832"/>
                  <a:pt x="5806440" y="0"/>
                </a:cubicBezTo>
                <a:lnTo>
                  <a:pt x="5806440" y="578929"/>
                </a:lnTo>
                <a:lnTo>
                  <a:pt x="0" y="57892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A696E"/>
              </a:gs>
              <a:gs pos="34000">
                <a:srgbClr val="636266"/>
              </a:gs>
              <a:gs pos="53000">
                <a:srgbClr val="656468"/>
              </a:gs>
              <a:gs pos="100000">
                <a:srgbClr val="6A696E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6B8850-6ECA-9E1F-7165-5D02CC37CA8E}"/>
              </a:ext>
            </a:extLst>
          </p:cNvPr>
          <p:cNvSpPr/>
          <p:nvPr/>
        </p:nvSpPr>
        <p:spPr>
          <a:xfrm>
            <a:off x="6542255" y="4074265"/>
            <a:ext cx="5718064" cy="609600"/>
          </a:xfrm>
          <a:custGeom>
            <a:avLst/>
            <a:gdLst>
              <a:gd name="connsiteX0" fmla="*/ 0 w 5718048"/>
              <a:gd name="connsiteY0" fmla="*/ 146304 h 292608"/>
              <a:gd name="connsiteX1" fmla="*/ 2859024 w 5718048"/>
              <a:gd name="connsiteY1" fmla="*/ 0 h 292608"/>
              <a:gd name="connsiteX2" fmla="*/ 5718048 w 5718048"/>
              <a:gd name="connsiteY2" fmla="*/ 146304 h 292608"/>
              <a:gd name="connsiteX3" fmla="*/ 2859024 w 5718048"/>
              <a:gd name="connsiteY3" fmla="*/ 292608 h 292608"/>
              <a:gd name="connsiteX4" fmla="*/ 0 w 5718048"/>
              <a:gd name="connsiteY4" fmla="*/ 146304 h 292608"/>
              <a:gd name="connsiteX0" fmla="*/ 30 w 5718078"/>
              <a:gd name="connsiteY0" fmla="*/ 146304 h 426720"/>
              <a:gd name="connsiteX1" fmla="*/ 2859054 w 5718078"/>
              <a:gd name="connsiteY1" fmla="*/ 0 h 426720"/>
              <a:gd name="connsiteX2" fmla="*/ 5718078 w 5718078"/>
              <a:gd name="connsiteY2" fmla="*/ 146304 h 426720"/>
              <a:gd name="connsiteX3" fmla="*/ 2816382 w 5718078"/>
              <a:gd name="connsiteY3" fmla="*/ 426720 h 426720"/>
              <a:gd name="connsiteX4" fmla="*/ 30 w 5718078"/>
              <a:gd name="connsiteY4" fmla="*/ 146304 h 426720"/>
              <a:gd name="connsiteX0" fmla="*/ 16 w 5718064"/>
              <a:gd name="connsiteY0" fmla="*/ 329184 h 609600"/>
              <a:gd name="connsiteX1" fmla="*/ 2846848 w 5718064"/>
              <a:gd name="connsiteY1" fmla="*/ 0 h 609600"/>
              <a:gd name="connsiteX2" fmla="*/ 5718064 w 5718064"/>
              <a:gd name="connsiteY2" fmla="*/ 329184 h 609600"/>
              <a:gd name="connsiteX3" fmla="*/ 2816368 w 5718064"/>
              <a:gd name="connsiteY3" fmla="*/ 609600 h 609600"/>
              <a:gd name="connsiteX4" fmla="*/ 16 w 5718064"/>
              <a:gd name="connsiteY4" fmla="*/ 329184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8064" h="609600">
                <a:moveTo>
                  <a:pt x="16" y="329184"/>
                </a:moveTo>
                <a:cubicBezTo>
                  <a:pt x="5096" y="227584"/>
                  <a:pt x="1267853" y="0"/>
                  <a:pt x="2846848" y="0"/>
                </a:cubicBezTo>
                <a:cubicBezTo>
                  <a:pt x="4425843" y="0"/>
                  <a:pt x="5718064" y="248383"/>
                  <a:pt x="5718064" y="329184"/>
                </a:cubicBezTo>
                <a:cubicBezTo>
                  <a:pt x="5718064" y="409985"/>
                  <a:pt x="4395363" y="609600"/>
                  <a:pt x="2816368" y="609600"/>
                </a:cubicBezTo>
                <a:cubicBezTo>
                  <a:pt x="1237373" y="609600"/>
                  <a:pt x="-5064" y="430784"/>
                  <a:pt x="16" y="32918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AAA638-5B30-3A53-2E15-C0950402D394}"/>
              </a:ext>
            </a:extLst>
          </p:cNvPr>
          <p:cNvSpPr/>
          <p:nvPr/>
        </p:nvSpPr>
        <p:spPr>
          <a:xfrm>
            <a:off x="4241187" y="10015180"/>
            <a:ext cx="1102973" cy="563393"/>
          </a:xfrm>
          <a:custGeom>
            <a:avLst/>
            <a:gdLst>
              <a:gd name="connsiteX0" fmla="*/ 0 w 1067413"/>
              <a:gd name="connsiteY0" fmla="*/ 63466 h 510053"/>
              <a:gd name="connsiteX1" fmla="*/ 63466 w 1067413"/>
              <a:gd name="connsiteY1" fmla="*/ 0 h 510053"/>
              <a:gd name="connsiteX2" fmla="*/ 1003947 w 1067413"/>
              <a:gd name="connsiteY2" fmla="*/ 0 h 510053"/>
              <a:gd name="connsiteX3" fmla="*/ 1067413 w 1067413"/>
              <a:gd name="connsiteY3" fmla="*/ 63466 h 510053"/>
              <a:gd name="connsiteX4" fmla="*/ 1067413 w 1067413"/>
              <a:gd name="connsiteY4" fmla="*/ 446587 h 510053"/>
              <a:gd name="connsiteX5" fmla="*/ 1003947 w 1067413"/>
              <a:gd name="connsiteY5" fmla="*/ 510053 h 510053"/>
              <a:gd name="connsiteX6" fmla="*/ 63466 w 1067413"/>
              <a:gd name="connsiteY6" fmla="*/ 510053 h 510053"/>
              <a:gd name="connsiteX7" fmla="*/ 0 w 1067413"/>
              <a:gd name="connsiteY7" fmla="*/ 446587 h 510053"/>
              <a:gd name="connsiteX8" fmla="*/ 0 w 1067413"/>
              <a:gd name="connsiteY8" fmla="*/ 63466 h 51005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942987 w 1067413"/>
              <a:gd name="connsiteY2" fmla="*/ 3200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9812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72493"/>
              <a:gd name="connsiteY0" fmla="*/ 93946 h 540533"/>
              <a:gd name="connsiteX1" fmla="*/ 129506 w 1072493"/>
              <a:gd name="connsiteY1" fmla="*/ 0 h 540533"/>
              <a:gd name="connsiteX2" fmla="*/ 777887 w 1072493"/>
              <a:gd name="connsiteY2" fmla="*/ 142240 h 540533"/>
              <a:gd name="connsiteX3" fmla="*/ 1072493 w 1072493"/>
              <a:gd name="connsiteY3" fmla="*/ 421606 h 540533"/>
              <a:gd name="connsiteX4" fmla="*/ 1067413 w 1072493"/>
              <a:gd name="connsiteY4" fmla="*/ 477067 h 540533"/>
              <a:gd name="connsiteX5" fmla="*/ 1003947 w 1072493"/>
              <a:gd name="connsiteY5" fmla="*/ 540533 h 540533"/>
              <a:gd name="connsiteX6" fmla="*/ 63466 w 1072493"/>
              <a:gd name="connsiteY6" fmla="*/ 540533 h 540533"/>
              <a:gd name="connsiteX7" fmla="*/ 0 w 1072493"/>
              <a:gd name="connsiteY7" fmla="*/ 477067 h 540533"/>
              <a:gd name="connsiteX8" fmla="*/ 0 w 107249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102973"/>
              <a:gd name="connsiteY0" fmla="*/ 93946 h 540533"/>
              <a:gd name="connsiteX1" fmla="*/ 129506 w 1102973"/>
              <a:gd name="connsiteY1" fmla="*/ 0 h 540533"/>
              <a:gd name="connsiteX2" fmla="*/ 777887 w 1102973"/>
              <a:gd name="connsiteY2" fmla="*/ 142240 h 540533"/>
              <a:gd name="connsiteX3" fmla="*/ 1054713 w 1102973"/>
              <a:gd name="connsiteY3" fmla="*/ 317466 h 540533"/>
              <a:gd name="connsiteX4" fmla="*/ 1102973 w 1102973"/>
              <a:gd name="connsiteY4" fmla="*/ 499927 h 540533"/>
              <a:gd name="connsiteX5" fmla="*/ 1003947 w 1102973"/>
              <a:gd name="connsiteY5" fmla="*/ 540533 h 540533"/>
              <a:gd name="connsiteX6" fmla="*/ 63466 w 1102973"/>
              <a:gd name="connsiteY6" fmla="*/ 540533 h 540533"/>
              <a:gd name="connsiteX7" fmla="*/ 0 w 1102973"/>
              <a:gd name="connsiteY7" fmla="*/ 477067 h 540533"/>
              <a:gd name="connsiteX8" fmla="*/ 0 w 1102973"/>
              <a:gd name="connsiteY8" fmla="*/ 93946 h 54053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2973" h="563393">
                <a:moveTo>
                  <a:pt x="0" y="93946"/>
                </a:moveTo>
                <a:cubicBezTo>
                  <a:pt x="0" y="58895"/>
                  <a:pt x="56355" y="0"/>
                  <a:pt x="129506" y="0"/>
                </a:cubicBezTo>
                <a:cubicBezTo>
                  <a:pt x="493800" y="40640"/>
                  <a:pt x="484713" y="58420"/>
                  <a:pt x="777887" y="142240"/>
                </a:cubicBezTo>
                <a:cubicBezTo>
                  <a:pt x="924698" y="193040"/>
                  <a:pt x="1008993" y="228440"/>
                  <a:pt x="1054713" y="317466"/>
                </a:cubicBezTo>
                <a:cubicBezTo>
                  <a:pt x="1089850" y="416386"/>
                  <a:pt x="1100221" y="408627"/>
                  <a:pt x="1102973" y="499927"/>
                </a:cubicBezTo>
                <a:cubicBezTo>
                  <a:pt x="1102973" y="534978"/>
                  <a:pt x="1049158" y="563393"/>
                  <a:pt x="1014107" y="563393"/>
                </a:cubicBezTo>
                <a:lnTo>
                  <a:pt x="63466" y="540533"/>
                </a:lnTo>
                <a:cubicBezTo>
                  <a:pt x="28415" y="540533"/>
                  <a:pt x="0" y="512118"/>
                  <a:pt x="0" y="477067"/>
                </a:cubicBezTo>
                <a:lnTo>
                  <a:pt x="0" y="93946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3">
            <a:extLst>
              <a:ext uri="{FF2B5EF4-FFF2-40B4-BE49-F238E27FC236}">
                <a16:creationId xmlns:a16="http://schemas.microsoft.com/office/drawing/2014/main" id="{85199CE9-F92D-A0BB-540E-6A26D8857AA7}"/>
              </a:ext>
            </a:extLst>
          </p:cNvPr>
          <p:cNvSpPr/>
          <p:nvPr/>
        </p:nvSpPr>
        <p:spPr>
          <a:xfrm flipH="1">
            <a:off x="8928056" y="10045423"/>
            <a:ext cx="1102974" cy="563393"/>
          </a:xfrm>
          <a:custGeom>
            <a:avLst/>
            <a:gdLst>
              <a:gd name="connsiteX0" fmla="*/ 0 w 1067413"/>
              <a:gd name="connsiteY0" fmla="*/ 63466 h 510053"/>
              <a:gd name="connsiteX1" fmla="*/ 63466 w 1067413"/>
              <a:gd name="connsiteY1" fmla="*/ 0 h 510053"/>
              <a:gd name="connsiteX2" fmla="*/ 1003947 w 1067413"/>
              <a:gd name="connsiteY2" fmla="*/ 0 h 510053"/>
              <a:gd name="connsiteX3" fmla="*/ 1067413 w 1067413"/>
              <a:gd name="connsiteY3" fmla="*/ 63466 h 510053"/>
              <a:gd name="connsiteX4" fmla="*/ 1067413 w 1067413"/>
              <a:gd name="connsiteY4" fmla="*/ 446587 h 510053"/>
              <a:gd name="connsiteX5" fmla="*/ 1003947 w 1067413"/>
              <a:gd name="connsiteY5" fmla="*/ 510053 h 510053"/>
              <a:gd name="connsiteX6" fmla="*/ 63466 w 1067413"/>
              <a:gd name="connsiteY6" fmla="*/ 510053 h 510053"/>
              <a:gd name="connsiteX7" fmla="*/ 0 w 1067413"/>
              <a:gd name="connsiteY7" fmla="*/ 446587 h 510053"/>
              <a:gd name="connsiteX8" fmla="*/ 0 w 1067413"/>
              <a:gd name="connsiteY8" fmla="*/ 63466 h 51005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1003947 w 1067413"/>
              <a:gd name="connsiteY2" fmla="*/ 3048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942987 w 1067413"/>
              <a:gd name="connsiteY2" fmla="*/ 3200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2807 w 1067413"/>
              <a:gd name="connsiteY2" fmla="*/ 19812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67413 w 1067413"/>
              <a:gd name="connsiteY3" fmla="*/ 9394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72493"/>
              <a:gd name="connsiteY0" fmla="*/ 93946 h 540533"/>
              <a:gd name="connsiteX1" fmla="*/ 129506 w 1072493"/>
              <a:gd name="connsiteY1" fmla="*/ 0 h 540533"/>
              <a:gd name="connsiteX2" fmla="*/ 777887 w 1072493"/>
              <a:gd name="connsiteY2" fmla="*/ 142240 h 540533"/>
              <a:gd name="connsiteX3" fmla="*/ 1072493 w 1072493"/>
              <a:gd name="connsiteY3" fmla="*/ 421606 h 540533"/>
              <a:gd name="connsiteX4" fmla="*/ 1067413 w 1072493"/>
              <a:gd name="connsiteY4" fmla="*/ 477067 h 540533"/>
              <a:gd name="connsiteX5" fmla="*/ 1003947 w 1072493"/>
              <a:gd name="connsiteY5" fmla="*/ 540533 h 540533"/>
              <a:gd name="connsiteX6" fmla="*/ 63466 w 1072493"/>
              <a:gd name="connsiteY6" fmla="*/ 540533 h 540533"/>
              <a:gd name="connsiteX7" fmla="*/ 0 w 1072493"/>
              <a:gd name="connsiteY7" fmla="*/ 477067 h 540533"/>
              <a:gd name="connsiteX8" fmla="*/ 0 w 107249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067413"/>
              <a:gd name="connsiteY0" fmla="*/ 93946 h 540533"/>
              <a:gd name="connsiteX1" fmla="*/ 129506 w 1067413"/>
              <a:gd name="connsiteY1" fmla="*/ 0 h 540533"/>
              <a:gd name="connsiteX2" fmla="*/ 777887 w 1067413"/>
              <a:gd name="connsiteY2" fmla="*/ 142240 h 540533"/>
              <a:gd name="connsiteX3" fmla="*/ 1054713 w 1067413"/>
              <a:gd name="connsiteY3" fmla="*/ 317466 h 540533"/>
              <a:gd name="connsiteX4" fmla="*/ 1067413 w 1067413"/>
              <a:gd name="connsiteY4" fmla="*/ 477067 h 540533"/>
              <a:gd name="connsiteX5" fmla="*/ 1003947 w 1067413"/>
              <a:gd name="connsiteY5" fmla="*/ 540533 h 540533"/>
              <a:gd name="connsiteX6" fmla="*/ 63466 w 1067413"/>
              <a:gd name="connsiteY6" fmla="*/ 540533 h 540533"/>
              <a:gd name="connsiteX7" fmla="*/ 0 w 1067413"/>
              <a:gd name="connsiteY7" fmla="*/ 477067 h 540533"/>
              <a:gd name="connsiteX8" fmla="*/ 0 w 1067413"/>
              <a:gd name="connsiteY8" fmla="*/ 93946 h 540533"/>
              <a:gd name="connsiteX0" fmla="*/ 0 w 1102973"/>
              <a:gd name="connsiteY0" fmla="*/ 93946 h 540533"/>
              <a:gd name="connsiteX1" fmla="*/ 129506 w 1102973"/>
              <a:gd name="connsiteY1" fmla="*/ 0 h 540533"/>
              <a:gd name="connsiteX2" fmla="*/ 777887 w 1102973"/>
              <a:gd name="connsiteY2" fmla="*/ 142240 h 540533"/>
              <a:gd name="connsiteX3" fmla="*/ 1054713 w 1102973"/>
              <a:gd name="connsiteY3" fmla="*/ 317466 h 540533"/>
              <a:gd name="connsiteX4" fmla="*/ 1102973 w 1102973"/>
              <a:gd name="connsiteY4" fmla="*/ 499927 h 540533"/>
              <a:gd name="connsiteX5" fmla="*/ 1003947 w 1102973"/>
              <a:gd name="connsiteY5" fmla="*/ 540533 h 540533"/>
              <a:gd name="connsiteX6" fmla="*/ 63466 w 1102973"/>
              <a:gd name="connsiteY6" fmla="*/ 540533 h 540533"/>
              <a:gd name="connsiteX7" fmla="*/ 0 w 1102973"/>
              <a:gd name="connsiteY7" fmla="*/ 477067 h 540533"/>
              <a:gd name="connsiteX8" fmla="*/ 0 w 1102973"/>
              <a:gd name="connsiteY8" fmla="*/ 93946 h 54053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  <a:gd name="connsiteX0" fmla="*/ 0 w 1102973"/>
              <a:gd name="connsiteY0" fmla="*/ 93946 h 563393"/>
              <a:gd name="connsiteX1" fmla="*/ 129506 w 1102973"/>
              <a:gd name="connsiteY1" fmla="*/ 0 h 563393"/>
              <a:gd name="connsiteX2" fmla="*/ 777887 w 1102973"/>
              <a:gd name="connsiteY2" fmla="*/ 142240 h 563393"/>
              <a:gd name="connsiteX3" fmla="*/ 1054713 w 1102973"/>
              <a:gd name="connsiteY3" fmla="*/ 317466 h 563393"/>
              <a:gd name="connsiteX4" fmla="*/ 1102973 w 1102973"/>
              <a:gd name="connsiteY4" fmla="*/ 499927 h 563393"/>
              <a:gd name="connsiteX5" fmla="*/ 1014107 w 1102973"/>
              <a:gd name="connsiteY5" fmla="*/ 563393 h 563393"/>
              <a:gd name="connsiteX6" fmla="*/ 63466 w 1102973"/>
              <a:gd name="connsiteY6" fmla="*/ 540533 h 563393"/>
              <a:gd name="connsiteX7" fmla="*/ 0 w 1102973"/>
              <a:gd name="connsiteY7" fmla="*/ 477067 h 563393"/>
              <a:gd name="connsiteX8" fmla="*/ 0 w 1102973"/>
              <a:gd name="connsiteY8" fmla="*/ 93946 h 56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2973" h="563393">
                <a:moveTo>
                  <a:pt x="0" y="93946"/>
                </a:moveTo>
                <a:cubicBezTo>
                  <a:pt x="0" y="58895"/>
                  <a:pt x="56355" y="0"/>
                  <a:pt x="129506" y="0"/>
                </a:cubicBezTo>
                <a:cubicBezTo>
                  <a:pt x="493800" y="40640"/>
                  <a:pt x="484713" y="58420"/>
                  <a:pt x="777887" y="142240"/>
                </a:cubicBezTo>
                <a:cubicBezTo>
                  <a:pt x="924698" y="193040"/>
                  <a:pt x="1008993" y="228440"/>
                  <a:pt x="1054713" y="317466"/>
                </a:cubicBezTo>
                <a:cubicBezTo>
                  <a:pt x="1089850" y="416386"/>
                  <a:pt x="1100221" y="408627"/>
                  <a:pt x="1102973" y="499927"/>
                </a:cubicBezTo>
                <a:cubicBezTo>
                  <a:pt x="1102973" y="534978"/>
                  <a:pt x="1049158" y="563393"/>
                  <a:pt x="1014107" y="563393"/>
                </a:cubicBezTo>
                <a:lnTo>
                  <a:pt x="63466" y="540533"/>
                </a:lnTo>
                <a:cubicBezTo>
                  <a:pt x="28415" y="540533"/>
                  <a:pt x="0" y="512118"/>
                  <a:pt x="0" y="477067"/>
                </a:cubicBezTo>
                <a:lnTo>
                  <a:pt x="0" y="93946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D49F5B-11D2-552A-244B-98F68F7EFCEA}"/>
              </a:ext>
            </a:extLst>
          </p:cNvPr>
          <p:cNvSpPr/>
          <p:nvPr/>
        </p:nvSpPr>
        <p:spPr>
          <a:xfrm>
            <a:off x="4121823" y="3826057"/>
            <a:ext cx="6284968" cy="842730"/>
          </a:xfrm>
          <a:custGeom>
            <a:avLst/>
            <a:gdLst>
              <a:gd name="connsiteX0" fmla="*/ 0 w 5736328"/>
              <a:gd name="connsiteY0" fmla="*/ 0 h 836634"/>
              <a:gd name="connsiteX1" fmla="*/ 5736328 w 5736328"/>
              <a:gd name="connsiteY1" fmla="*/ 0 h 836634"/>
              <a:gd name="connsiteX2" fmla="*/ 5736328 w 5736328"/>
              <a:gd name="connsiteY2" fmla="*/ 836634 h 836634"/>
              <a:gd name="connsiteX3" fmla="*/ 0 w 5736328"/>
              <a:gd name="connsiteY3" fmla="*/ 836634 h 836634"/>
              <a:gd name="connsiteX4" fmla="*/ 0 w 5736328"/>
              <a:gd name="connsiteY4" fmla="*/ 0 h 836634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5986264"/>
              <a:gd name="connsiteY0" fmla="*/ 0 h 842730"/>
              <a:gd name="connsiteX1" fmla="*/ 5986264 w 5986264"/>
              <a:gd name="connsiteY1" fmla="*/ 6096 h 842730"/>
              <a:gd name="connsiteX2" fmla="*/ 5986264 w 5986264"/>
              <a:gd name="connsiteY2" fmla="*/ 842730 h 842730"/>
              <a:gd name="connsiteX3" fmla="*/ 249936 w 5986264"/>
              <a:gd name="connsiteY3" fmla="*/ 842730 h 842730"/>
              <a:gd name="connsiteX4" fmla="*/ 0 w 5986264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  <a:gd name="connsiteX0" fmla="*/ 0 w 6284968"/>
              <a:gd name="connsiteY0" fmla="*/ 0 h 842730"/>
              <a:gd name="connsiteX1" fmla="*/ 6284968 w 6284968"/>
              <a:gd name="connsiteY1" fmla="*/ 12192 h 842730"/>
              <a:gd name="connsiteX2" fmla="*/ 5986264 w 6284968"/>
              <a:gd name="connsiteY2" fmla="*/ 842730 h 842730"/>
              <a:gd name="connsiteX3" fmla="*/ 249936 w 6284968"/>
              <a:gd name="connsiteY3" fmla="*/ 842730 h 842730"/>
              <a:gd name="connsiteX4" fmla="*/ 0 w 6284968"/>
              <a:gd name="connsiteY4" fmla="*/ 0 h 842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4968" h="842730">
                <a:moveTo>
                  <a:pt x="0" y="0"/>
                </a:moveTo>
                <a:lnTo>
                  <a:pt x="6284968" y="12192"/>
                </a:lnTo>
                <a:cubicBezTo>
                  <a:pt x="6258552" y="325614"/>
                  <a:pt x="6012680" y="212316"/>
                  <a:pt x="5986264" y="842730"/>
                </a:cubicBezTo>
                <a:lnTo>
                  <a:pt x="249936" y="842730"/>
                </a:lnTo>
                <a:cubicBezTo>
                  <a:pt x="62992" y="287500"/>
                  <a:pt x="10160" y="287006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7D04D9-25D9-C4B8-0332-961E76CB2552}"/>
              </a:ext>
            </a:extLst>
          </p:cNvPr>
          <p:cNvSpPr/>
          <p:nvPr/>
        </p:nvSpPr>
        <p:spPr>
          <a:xfrm flipV="1">
            <a:off x="4241187" y="11341365"/>
            <a:ext cx="5806440" cy="517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49ADC-922F-E4B6-54DB-C3402F720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8548" y="5886769"/>
            <a:ext cx="6300952" cy="630095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B2885E3-E2B9-A2E9-11C2-5CFFDB6B1132}"/>
              </a:ext>
            </a:extLst>
          </p:cNvPr>
          <p:cNvSpPr/>
          <p:nvPr/>
        </p:nvSpPr>
        <p:spPr>
          <a:xfrm>
            <a:off x="5767727" y="11566876"/>
            <a:ext cx="2753360" cy="304332"/>
          </a:xfrm>
          <a:custGeom>
            <a:avLst/>
            <a:gdLst>
              <a:gd name="connsiteX0" fmla="*/ 0 w 2753360"/>
              <a:gd name="connsiteY0" fmla="*/ 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0 w 2753360"/>
              <a:gd name="connsiteY4" fmla="*/ 0 h 354625"/>
              <a:gd name="connsiteX0" fmla="*/ 396240 w 2753360"/>
              <a:gd name="connsiteY0" fmla="*/ 5334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396240 w 2753360"/>
              <a:gd name="connsiteY4" fmla="*/ 53340 h 354625"/>
              <a:gd name="connsiteX0" fmla="*/ 186690 w 2753360"/>
              <a:gd name="connsiteY0" fmla="*/ 30480 h 354625"/>
              <a:gd name="connsiteX1" fmla="*/ 2753360 w 2753360"/>
              <a:gd name="connsiteY1" fmla="*/ 0 h 354625"/>
              <a:gd name="connsiteX2" fmla="*/ 2753360 w 2753360"/>
              <a:gd name="connsiteY2" fmla="*/ 354625 h 354625"/>
              <a:gd name="connsiteX3" fmla="*/ 0 w 2753360"/>
              <a:gd name="connsiteY3" fmla="*/ 354625 h 354625"/>
              <a:gd name="connsiteX4" fmla="*/ 186690 w 2753360"/>
              <a:gd name="connsiteY4" fmla="*/ 30480 h 354625"/>
              <a:gd name="connsiteX0" fmla="*/ 186690 w 2753360"/>
              <a:gd name="connsiteY0" fmla="*/ 45720 h 369865"/>
              <a:gd name="connsiteX1" fmla="*/ 2437130 w 2753360"/>
              <a:gd name="connsiteY1" fmla="*/ 0 h 369865"/>
              <a:gd name="connsiteX2" fmla="*/ 2753360 w 2753360"/>
              <a:gd name="connsiteY2" fmla="*/ 369865 h 369865"/>
              <a:gd name="connsiteX3" fmla="*/ 0 w 2753360"/>
              <a:gd name="connsiteY3" fmla="*/ 369865 h 369865"/>
              <a:gd name="connsiteX4" fmla="*/ 186690 w 2753360"/>
              <a:gd name="connsiteY4" fmla="*/ 45720 h 369865"/>
              <a:gd name="connsiteX0" fmla="*/ 186690 w 2753360"/>
              <a:gd name="connsiteY0" fmla="*/ 15240 h 339385"/>
              <a:gd name="connsiteX1" fmla="*/ 2635250 w 2753360"/>
              <a:gd name="connsiteY1" fmla="*/ 0 h 339385"/>
              <a:gd name="connsiteX2" fmla="*/ 2753360 w 2753360"/>
              <a:gd name="connsiteY2" fmla="*/ 339385 h 339385"/>
              <a:gd name="connsiteX3" fmla="*/ 0 w 2753360"/>
              <a:gd name="connsiteY3" fmla="*/ 339385 h 339385"/>
              <a:gd name="connsiteX4" fmla="*/ 186690 w 2753360"/>
              <a:gd name="connsiteY4" fmla="*/ 15240 h 339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3360" h="339385">
                <a:moveTo>
                  <a:pt x="186690" y="15240"/>
                </a:moveTo>
                <a:lnTo>
                  <a:pt x="2635250" y="0"/>
                </a:lnTo>
                <a:lnTo>
                  <a:pt x="2753360" y="339385"/>
                </a:lnTo>
                <a:lnTo>
                  <a:pt x="0" y="339385"/>
                </a:lnTo>
                <a:lnTo>
                  <a:pt x="186690" y="1524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7000系のご紹介｜TOBU Kids/東武鉄道キッズサイト">
            <a:extLst>
              <a:ext uri="{FF2B5EF4-FFF2-40B4-BE49-F238E27FC236}">
                <a16:creationId xmlns:a16="http://schemas.microsoft.com/office/drawing/2014/main" id="{C715AE9B-A48A-14B0-20B6-B6CEC0E5F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72" t="29291"/>
          <a:stretch/>
        </p:blipFill>
        <p:spPr bwMode="auto">
          <a:xfrm>
            <a:off x="10723625" y="2025596"/>
            <a:ext cx="4475877" cy="404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58AD11-FF9B-A913-08BE-513789DAF7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59" y="1940195"/>
            <a:ext cx="3342559" cy="343949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94D52141-C419-F797-02B5-3EC69ABB773C}"/>
              </a:ext>
            </a:extLst>
          </p:cNvPr>
          <p:cNvSpPr/>
          <p:nvPr/>
        </p:nvSpPr>
        <p:spPr>
          <a:xfrm>
            <a:off x="14893529" y="10443576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78DD82D-21EA-34B3-DF1F-08314A2812D1}"/>
              </a:ext>
            </a:extLst>
          </p:cNvPr>
          <p:cNvSpPr/>
          <p:nvPr/>
        </p:nvSpPr>
        <p:spPr>
          <a:xfrm>
            <a:off x="14960204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BD5E25C-09CE-C259-E953-EFEBF4F16F79}"/>
              </a:ext>
            </a:extLst>
          </p:cNvPr>
          <p:cNvSpPr/>
          <p:nvPr/>
        </p:nvSpPr>
        <p:spPr>
          <a:xfrm>
            <a:off x="15026879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E983EDA-4712-84B6-4B33-61E86D825005}"/>
              </a:ext>
            </a:extLst>
          </p:cNvPr>
          <p:cNvSpPr/>
          <p:nvPr/>
        </p:nvSpPr>
        <p:spPr>
          <a:xfrm>
            <a:off x="15094966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0AEFED6-DB59-0CE0-E025-0B182B483C39}"/>
              </a:ext>
            </a:extLst>
          </p:cNvPr>
          <p:cNvSpPr/>
          <p:nvPr/>
        </p:nvSpPr>
        <p:spPr>
          <a:xfrm>
            <a:off x="15163053" y="1044357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55B59C3-E151-E844-3F87-44ED4E14A790}"/>
              </a:ext>
            </a:extLst>
          </p:cNvPr>
          <p:cNvSpPr/>
          <p:nvPr/>
        </p:nvSpPr>
        <p:spPr>
          <a:xfrm>
            <a:off x="14893529" y="10512156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30CE08E-FE5D-20CC-FAD7-5616FAA0E59A}"/>
              </a:ext>
            </a:extLst>
          </p:cNvPr>
          <p:cNvSpPr/>
          <p:nvPr/>
        </p:nvSpPr>
        <p:spPr>
          <a:xfrm>
            <a:off x="14960204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F3A8B09-F871-373D-D4FE-0205EDBF1C5F}"/>
              </a:ext>
            </a:extLst>
          </p:cNvPr>
          <p:cNvSpPr/>
          <p:nvPr/>
        </p:nvSpPr>
        <p:spPr>
          <a:xfrm>
            <a:off x="15026879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B410671-E403-55A6-002C-C1931661BCDD}"/>
              </a:ext>
            </a:extLst>
          </p:cNvPr>
          <p:cNvSpPr/>
          <p:nvPr/>
        </p:nvSpPr>
        <p:spPr>
          <a:xfrm>
            <a:off x="15094966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A551BA-D4DD-E463-1EDF-717B5AAF09B4}"/>
              </a:ext>
            </a:extLst>
          </p:cNvPr>
          <p:cNvSpPr/>
          <p:nvPr/>
        </p:nvSpPr>
        <p:spPr>
          <a:xfrm>
            <a:off x="15163053" y="1051215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673F2D6-E498-AB78-74D2-1802C6AFBF15}"/>
              </a:ext>
            </a:extLst>
          </p:cNvPr>
          <p:cNvSpPr/>
          <p:nvPr/>
        </p:nvSpPr>
        <p:spPr>
          <a:xfrm>
            <a:off x="14893529" y="10578573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04BEAA9-DF1F-1277-4AEC-277D97485A4B}"/>
              </a:ext>
            </a:extLst>
          </p:cNvPr>
          <p:cNvSpPr/>
          <p:nvPr/>
        </p:nvSpPr>
        <p:spPr>
          <a:xfrm>
            <a:off x="14960204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0A7BA7D-10AF-E2D7-9342-D9315E5BD2C8}"/>
              </a:ext>
            </a:extLst>
          </p:cNvPr>
          <p:cNvSpPr/>
          <p:nvPr/>
        </p:nvSpPr>
        <p:spPr>
          <a:xfrm>
            <a:off x="15026879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8C90C8-406E-1677-72EB-AD72022AF91E}"/>
              </a:ext>
            </a:extLst>
          </p:cNvPr>
          <p:cNvSpPr/>
          <p:nvPr/>
        </p:nvSpPr>
        <p:spPr>
          <a:xfrm>
            <a:off x="15094966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E190FA4-E148-1140-9A13-C5FFDE6F307B}"/>
              </a:ext>
            </a:extLst>
          </p:cNvPr>
          <p:cNvSpPr/>
          <p:nvPr/>
        </p:nvSpPr>
        <p:spPr>
          <a:xfrm>
            <a:off x="15163053" y="1057857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63500">
              <a:srgbClr val="F9EDCB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625B687-3DF1-AE26-1150-C2D30320E1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0786" y="8364010"/>
            <a:ext cx="528742" cy="371548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2C08BB55-233B-86A9-393F-CC0F7FF27AAF}"/>
              </a:ext>
            </a:extLst>
          </p:cNvPr>
          <p:cNvSpPr/>
          <p:nvPr/>
        </p:nvSpPr>
        <p:spPr>
          <a:xfrm>
            <a:off x="14461094" y="10456374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F1ACF24-56CA-0965-9F67-B1FE10FD8D54}"/>
              </a:ext>
            </a:extLst>
          </p:cNvPr>
          <p:cNvSpPr/>
          <p:nvPr/>
        </p:nvSpPr>
        <p:spPr>
          <a:xfrm>
            <a:off x="14527769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21E5581-88BA-828C-D83E-723B8BC6D8D2}"/>
              </a:ext>
            </a:extLst>
          </p:cNvPr>
          <p:cNvSpPr/>
          <p:nvPr/>
        </p:nvSpPr>
        <p:spPr>
          <a:xfrm>
            <a:off x="14594444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787C50E-9B82-523B-D68C-24AEDA566DD7}"/>
              </a:ext>
            </a:extLst>
          </p:cNvPr>
          <p:cNvSpPr/>
          <p:nvPr/>
        </p:nvSpPr>
        <p:spPr>
          <a:xfrm>
            <a:off x="14662531" y="1045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A1C82DF-1B90-6C09-A87E-6DD56DBD7752}"/>
              </a:ext>
            </a:extLst>
          </p:cNvPr>
          <p:cNvSpPr/>
          <p:nvPr/>
        </p:nvSpPr>
        <p:spPr>
          <a:xfrm>
            <a:off x="14461094" y="1052782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48DD480-B9A7-6028-DC0C-E465A2F9E07E}"/>
              </a:ext>
            </a:extLst>
          </p:cNvPr>
          <p:cNvSpPr/>
          <p:nvPr/>
        </p:nvSpPr>
        <p:spPr>
          <a:xfrm>
            <a:off x="14527769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894471F-92AF-95BE-F897-21C3D2F405E9}"/>
              </a:ext>
            </a:extLst>
          </p:cNvPr>
          <p:cNvSpPr/>
          <p:nvPr/>
        </p:nvSpPr>
        <p:spPr>
          <a:xfrm>
            <a:off x="14594444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A11B55D-A6F7-B1E1-868B-502A958F22CB}"/>
              </a:ext>
            </a:extLst>
          </p:cNvPr>
          <p:cNvSpPr/>
          <p:nvPr/>
        </p:nvSpPr>
        <p:spPr>
          <a:xfrm>
            <a:off x="14662531" y="1052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6E93C38F-0550-ADB2-DBDD-DC0B2BED6AEE}"/>
              </a:ext>
            </a:extLst>
          </p:cNvPr>
          <p:cNvSpPr/>
          <p:nvPr/>
        </p:nvSpPr>
        <p:spPr>
          <a:xfrm>
            <a:off x="4359993" y="10345119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CA26AF6D-D1E0-35CC-70E8-F71B8A33E4FF}"/>
              </a:ext>
            </a:extLst>
          </p:cNvPr>
          <p:cNvSpPr/>
          <p:nvPr/>
        </p:nvSpPr>
        <p:spPr>
          <a:xfrm>
            <a:off x="4426668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E0EA9082-8DEC-C741-F5F3-6F80659F0E62}"/>
              </a:ext>
            </a:extLst>
          </p:cNvPr>
          <p:cNvSpPr/>
          <p:nvPr/>
        </p:nvSpPr>
        <p:spPr>
          <a:xfrm>
            <a:off x="4493343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Oval 1035">
            <a:extLst>
              <a:ext uri="{FF2B5EF4-FFF2-40B4-BE49-F238E27FC236}">
                <a16:creationId xmlns:a16="http://schemas.microsoft.com/office/drawing/2014/main" id="{A755BE8E-B073-71A3-DF84-2D5950414FE4}"/>
              </a:ext>
            </a:extLst>
          </p:cNvPr>
          <p:cNvSpPr/>
          <p:nvPr/>
        </p:nvSpPr>
        <p:spPr>
          <a:xfrm>
            <a:off x="4561430" y="1034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C1967202-F356-F951-650F-71C42D99C711}"/>
              </a:ext>
            </a:extLst>
          </p:cNvPr>
          <p:cNvSpPr/>
          <p:nvPr/>
        </p:nvSpPr>
        <p:spPr>
          <a:xfrm>
            <a:off x="4359993" y="104165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6FDDBBE9-6334-9BC0-651E-D33C0E3E7642}"/>
              </a:ext>
            </a:extLst>
          </p:cNvPr>
          <p:cNvSpPr/>
          <p:nvPr/>
        </p:nvSpPr>
        <p:spPr>
          <a:xfrm>
            <a:off x="4426668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2FA7CE37-18F8-C89F-CFCF-2E96577C83F6}"/>
              </a:ext>
            </a:extLst>
          </p:cNvPr>
          <p:cNvSpPr/>
          <p:nvPr/>
        </p:nvSpPr>
        <p:spPr>
          <a:xfrm>
            <a:off x="4493343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Oval 1039">
            <a:extLst>
              <a:ext uri="{FF2B5EF4-FFF2-40B4-BE49-F238E27FC236}">
                <a16:creationId xmlns:a16="http://schemas.microsoft.com/office/drawing/2014/main" id="{C52A3027-D0F7-34DD-B315-EBC9FB501AEB}"/>
              </a:ext>
            </a:extLst>
          </p:cNvPr>
          <p:cNvSpPr/>
          <p:nvPr/>
        </p:nvSpPr>
        <p:spPr>
          <a:xfrm>
            <a:off x="4561430" y="10416571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BEE939AB-1617-BB9E-DD35-0256EAD36618}"/>
              </a:ext>
            </a:extLst>
          </p:cNvPr>
          <p:cNvSpPr/>
          <p:nvPr/>
        </p:nvSpPr>
        <p:spPr>
          <a:xfrm>
            <a:off x="9682882" y="1037637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2" name="Oval 1041">
            <a:extLst>
              <a:ext uri="{FF2B5EF4-FFF2-40B4-BE49-F238E27FC236}">
                <a16:creationId xmlns:a16="http://schemas.microsoft.com/office/drawing/2014/main" id="{47DB5A6A-F386-6DEF-F663-6A7BF5FE59B8}"/>
              </a:ext>
            </a:extLst>
          </p:cNvPr>
          <p:cNvSpPr/>
          <p:nvPr/>
        </p:nvSpPr>
        <p:spPr>
          <a:xfrm>
            <a:off x="9749557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3" name="Oval 1042">
            <a:extLst>
              <a:ext uri="{FF2B5EF4-FFF2-40B4-BE49-F238E27FC236}">
                <a16:creationId xmlns:a16="http://schemas.microsoft.com/office/drawing/2014/main" id="{8BB94ED2-1034-FD80-8E56-EA4CF3CF0EC0}"/>
              </a:ext>
            </a:extLst>
          </p:cNvPr>
          <p:cNvSpPr/>
          <p:nvPr/>
        </p:nvSpPr>
        <p:spPr>
          <a:xfrm>
            <a:off x="9816232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7338A2BD-3AA0-E457-F4F4-A50E03B81A10}"/>
              </a:ext>
            </a:extLst>
          </p:cNvPr>
          <p:cNvSpPr/>
          <p:nvPr/>
        </p:nvSpPr>
        <p:spPr>
          <a:xfrm>
            <a:off x="9884319" y="1037637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Oval 1044">
            <a:extLst>
              <a:ext uri="{FF2B5EF4-FFF2-40B4-BE49-F238E27FC236}">
                <a16:creationId xmlns:a16="http://schemas.microsoft.com/office/drawing/2014/main" id="{5297925E-502E-AFC7-BB0F-B68AEBF80756}"/>
              </a:ext>
            </a:extLst>
          </p:cNvPr>
          <p:cNvSpPr/>
          <p:nvPr/>
        </p:nvSpPr>
        <p:spPr>
          <a:xfrm>
            <a:off x="9682882" y="1044782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6" name="Oval 1045">
            <a:extLst>
              <a:ext uri="{FF2B5EF4-FFF2-40B4-BE49-F238E27FC236}">
                <a16:creationId xmlns:a16="http://schemas.microsoft.com/office/drawing/2014/main" id="{3A4FA4FA-336E-B9B8-DA87-CB37B3372BDB}"/>
              </a:ext>
            </a:extLst>
          </p:cNvPr>
          <p:cNvSpPr/>
          <p:nvPr/>
        </p:nvSpPr>
        <p:spPr>
          <a:xfrm>
            <a:off x="9749557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7C34719C-6685-61CD-EFA8-E3B0A1C8E11F}"/>
              </a:ext>
            </a:extLst>
          </p:cNvPr>
          <p:cNvSpPr/>
          <p:nvPr/>
        </p:nvSpPr>
        <p:spPr>
          <a:xfrm>
            <a:off x="9816232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Oval 1047">
            <a:extLst>
              <a:ext uri="{FF2B5EF4-FFF2-40B4-BE49-F238E27FC236}">
                <a16:creationId xmlns:a16="http://schemas.microsoft.com/office/drawing/2014/main" id="{493A29C9-3A91-92E8-3EBC-D85E9961252D}"/>
              </a:ext>
            </a:extLst>
          </p:cNvPr>
          <p:cNvSpPr/>
          <p:nvPr/>
        </p:nvSpPr>
        <p:spPr>
          <a:xfrm>
            <a:off x="9884319" y="1044782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9" name="Oval 1048">
            <a:extLst>
              <a:ext uri="{FF2B5EF4-FFF2-40B4-BE49-F238E27FC236}">
                <a16:creationId xmlns:a16="http://schemas.microsoft.com/office/drawing/2014/main" id="{EEFCB066-0AA9-B6B1-B8E9-6F6E5EE2F989}"/>
              </a:ext>
            </a:extLst>
          </p:cNvPr>
          <p:cNvSpPr/>
          <p:nvPr/>
        </p:nvSpPr>
        <p:spPr>
          <a:xfrm>
            <a:off x="12320160" y="985428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39DE14C9-5DC8-A6E7-A13B-0EB3BDDC2A74}"/>
              </a:ext>
            </a:extLst>
          </p:cNvPr>
          <p:cNvSpPr/>
          <p:nvPr/>
        </p:nvSpPr>
        <p:spPr>
          <a:xfrm>
            <a:off x="12386835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EAF77446-ACA7-460D-A251-06066CFE33F9}"/>
              </a:ext>
            </a:extLst>
          </p:cNvPr>
          <p:cNvSpPr/>
          <p:nvPr/>
        </p:nvSpPr>
        <p:spPr>
          <a:xfrm>
            <a:off x="12453510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Oval 1051">
            <a:extLst>
              <a:ext uri="{FF2B5EF4-FFF2-40B4-BE49-F238E27FC236}">
                <a16:creationId xmlns:a16="http://schemas.microsoft.com/office/drawing/2014/main" id="{8DBC3CA7-A3F8-EEF1-B442-CBA4E9C0F6DF}"/>
              </a:ext>
            </a:extLst>
          </p:cNvPr>
          <p:cNvSpPr/>
          <p:nvPr/>
        </p:nvSpPr>
        <p:spPr>
          <a:xfrm>
            <a:off x="12521597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3" name="Oval 1052">
            <a:extLst>
              <a:ext uri="{FF2B5EF4-FFF2-40B4-BE49-F238E27FC236}">
                <a16:creationId xmlns:a16="http://schemas.microsoft.com/office/drawing/2014/main" id="{62F7921C-37C8-E674-B320-7B8FB4B70CF0}"/>
              </a:ext>
            </a:extLst>
          </p:cNvPr>
          <p:cNvSpPr/>
          <p:nvPr/>
        </p:nvSpPr>
        <p:spPr>
          <a:xfrm>
            <a:off x="12589684" y="985428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Oval 1053">
            <a:extLst>
              <a:ext uri="{FF2B5EF4-FFF2-40B4-BE49-F238E27FC236}">
                <a16:creationId xmlns:a16="http://schemas.microsoft.com/office/drawing/2014/main" id="{E71F029B-A32B-405B-5A00-549F35B2B1E3}"/>
              </a:ext>
            </a:extLst>
          </p:cNvPr>
          <p:cNvSpPr/>
          <p:nvPr/>
        </p:nvSpPr>
        <p:spPr>
          <a:xfrm>
            <a:off x="12320160" y="9922865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5" name="Oval 1054">
            <a:extLst>
              <a:ext uri="{FF2B5EF4-FFF2-40B4-BE49-F238E27FC236}">
                <a16:creationId xmlns:a16="http://schemas.microsoft.com/office/drawing/2014/main" id="{8268D3EB-1C12-AC07-0626-E8B7FF72D776}"/>
              </a:ext>
            </a:extLst>
          </p:cNvPr>
          <p:cNvSpPr/>
          <p:nvPr/>
        </p:nvSpPr>
        <p:spPr>
          <a:xfrm>
            <a:off x="12386835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6" name="Oval 1055">
            <a:extLst>
              <a:ext uri="{FF2B5EF4-FFF2-40B4-BE49-F238E27FC236}">
                <a16:creationId xmlns:a16="http://schemas.microsoft.com/office/drawing/2014/main" id="{B841DD6A-F5A4-64C5-A4FF-2E2B40D4F86C}"/>
              </a:ext>
            </a:extLst>
          </p:cNvPr>
          <p:cNvSpPr/>
          <p:nvPr/>
        </p:nvSpPr>
        <p:spPr>
          <a:xfrm>
            <a:off x="12453510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Oval 1056">
            <a:extLst>
              <a:ext uri="{FF2B5EF4-FFF2-40B4-BE49-F238E27FC236}">
                <a16:creationId xmlns:a16="http://schemas.microsoft.com/office/drawing/2014/main" id="{BA7AC355-D8C3-D204-2926-AD24BCBE5202}"/>
              </a:ext>
            </a:extLst>
          </p:cNvPr>
          <p:cNvSpPr/>
          <p:nvPr/>
        </p:nvSpPr>
        <p:spPr>
          <a:xfrm>
            <a:off x="12521597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8" name="Oval 1057">
            <a:extLst>
              <a:ext uri="{FF2B5EF4-FFF2-40B4-BE49-F238E27FC236}">
                <a16:creationId xmlns:a16="http://schemas.microsoft.com/office/drawing/2014/main" id="{85E2A4ED-A129-276C-94CC-9FE0523FC7E7}"/>
              </a:ext>
            </a:extLst>
          </p:cNvPr>
          <p:cNvSpPr/>
          <p:nvPr/>
        </p:nvSpPr>
        <p:spPr>
          <a:xfrm>
            <a:off x="12589684" y="9922864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9" name="Oval 1058">
            <a:extLst>
              <a:ext uri="{FF2B5EF4-FFF2-40B4-BE49-F238E27FC236}">
                <a16:creationId xmlns:a16="http://schemas.microsoft.com/office/drawing/2014/main" id="{F0A8F542-25A0-305E-77E5-09883B08CF11}"/>
              </a:ext>
            </a:extLst>
          </p:cNvPr>
          <p:cNvSpPr/>
          <p:nvPr/>
        </p:nvSpPr>
        <p:spPr>
          <a:xfrm>
            <a:off x="12320160" y="9989282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DDD11CAB-4B16-0690-2FEB-E5B17985ECF0}"/>
              </a:ext>
            </a:extLst>
          </p:cNvPr>
          <p:cNvSpPr/>
          <p:nvPr/>
        </p:nvSpPr>
        <p:spPr>
          <a:xfrm>
            <a:off x="12386835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1" name="Oval 1060">
            <a:extLst>
              <a:ext uri="{FF2B5EF4-FFF2-40B4-BE49-F238E27FC236}">
                <a16:creationId xmlns:a16="http://schemas.microsoft.com/office/drawing/2014/main" id="{BEFE0ED1-EEB3-0AF0-8C91-15CCC95B1BC8}"/>
              </a:ext>
            </a:extLst>
          </p:cNvPr>
          <p:cNvSpPr/>
          <p:nvPr/>
        </p:nvSpPr>
        <p:spPr>
          <a:xfrm>
            <a:off x="12453510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2" name="Oval 1061">
            <a:extLst>
              <a:ext uri="{FF2B5EF4-FFF2-40B4-BE49-F238E27FC236}">
                <a16:creationId xmlns:a16="http://schemas.microsoft.com/office/drawing/2014/main" id="{3FE324EA-F400-28A8-0067-21B0975C1AA4}"/>
              </a:ext>
            </a:extLst>
          </p:cNvPr>
          <p:cNvSpPr/>
          <p:nvPr/>
        </p:nvSpPr>
        <p:spPr>
          <a:xfrm>
            <a:off x="12521597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3" name="Oval 1062">
            <a:extLst>
              <a:ext uri="{FF2B5EF4-FFF2-40B4-BE49-F238E27FC236}">
                <a16:creationId xmlns:a16="http://schemas.microsoft.com/office/drawing/2014/main" id="{A20A62C7-4DF3-215A-1BB9-CDDD31CD3A75}"/>
              </a:ext>
            </a:extLst>
          </p:cNvPr>
          <p:cNvSpPr/>
          <p:nvPr/>
        </p:nvSpPr>
        <p:spPr>
          <a:xfrm>
            <a:off x="12589684" y="9989281"/>
            <a:ext cx="45719" cy="45719"/>
          </a:xfrm>
          <a:prstGeom prst="ellipse">
            <a:avLst/>
          </a:prstGeom>
          <a:solidFill>
            <a:srgbClr val="FFFAEB"/>
          </a:solidFill>
          <a:ln>
            <a:noFill/>
          </a:ln>
          <a:effectLst>
            <a:glow rad="127000"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4" name="Oval 1063">
            <a:extLst>
              <a:ext uri="{FF2B5EF4-FFF2-40B4-BE49-F238E27FC236}">
                <a16:creationId xmlns:a16="http://schemas.microsoft.com/office/drawing/2014/main" id="{120537EF-038D-5590-A6C1-23936C62E968}"/>
              </a:ext>
            </a:extLst>
          </p:cNvPr>
          <p:cNvSpPr/>
          <p:nvPr/>
        </p:nvSpPr>
        <p:spPr>
          <a:xfrm>
            <a:off x="11887725" y="9867083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BA85D733-0BCE-91F7-A5F5-C10F67AC81A0}"/>
              </a:ext>
            </a:extLst>
          </p:cNvPr>
          <p:cNvSpPr/>
          <p:nvPr/>
        </p:nvSpPr>
        <p:spPr>
          <a:xfrm>
            <a:off x="11954400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6" name="Oval 1065">
            <a:extLst>
              <a:ext uri="{FF2B5EF4-FFF2-40B4-BE49-F238E27FC236}">
                <a16:creationId xmlns:a16="http://schemas.microsoft.com/office/drawing/2014/main" id="{5ACF1A5F-41BB-ABF0-3157-F1D44BA4EDD4}"/>
              </a:ext>
            </a:extLst>
          </p:cNvPr>
          <p:cNvSpPr/>
          <p:nvPr/>
        </p:nvSpPr>
        <p:spPr>
          <a:xfrm>
            <a:off x="12021075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7" name="Oval 1066">
            <a:extLst>
              <a:ext uri="{FF2B5EF4-FFF2-40B4-BE49-F238E27FC236}">
                <a16:creationId xmlns:a16="http://schemas.microsoft.com/office/drawing/2014/main" id="{806FA465-B0E5-B5B0-3E70-BFB48D8C8F7E}"/>
              </a:ext>
            </a:extLst>
          </p:cNvPr>
          <p:cNvSpPr/>
          <p:nvPr/>
        </p:nvSpPr>
        <p:spPr>
          <a:xfrm>
            <a:off x="12089162" y="9867082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8" name="Oval 1067">
            <a:extLst>
              <a:ext uri="{FF2B5EF4-FFF2-40B4-BE49-F238E27FC236}">
                <a16:creationId xmlns:a16="http://schemas.microsoft.com/office/drawing/2014/main" id="{2349D9FD-520D-0272-9AC6-E4E535876A23}"/>
              </a:ext>
            </a:extLst>
          </p:cNvPr>
          <p:cNvSpPr/>
          <p:nvPr/>
        </p:nvSpPr>
        <p:spPr>
          <a:xfrm>
            <a:off x="11887725" y="993853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B949C39-1E5B-D7AB-ACE1-A8C7976B9881}"/>
              </a:ext>
            </a:extLst>
          </p:cNvPr>
          <p:cNvSpPr/>
          <p:nvPr/>
        </p:nvSpPr>
        <p:spPr>
          <a:xfrm>
            <a:off x="11954400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AB6010BD-7258-6298-6FA7-F9E11B268E3F}"/>
              </a:ext>
            </a:extLst>
          </p:cNvPr>
          <p:cNvSpPr/>
          <p:nvPr/>
        </p:nvSpPr>
        <p:spPr>
          <a:xfrm>
            <a:off x="12021075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1" name="Oval 1070">
            <a:extLst>
              <a:ext uri="{FF2B5EF4-FFF2-40B4-BE49-F238E27FC236}">
                <a16:creationId xmlns:a16="http://schemas.microsoft.com/office/drawing/2014/main" id="{4FC90B7B-F40A-3299-29CC-F52EA56A05A5}"/>
              </a:ext>
            </a:extLst>
          </p:cNvPr>
          <p:cNvSpPr/>
          <p:nvPr/>
        </p:nvSpPr>
        <p:spPr>
          <a:xfrm>
            <a:off x="12089162" y="9938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 rad="12700">
              <a:srgbClr val="8B8983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2" name="Oval 1071">
            <a:extLst>
              <a:ext uri="{FF2B5EF4-FFF2-40B4-BE49-F238E27FC236}">
                <a16:creationId xmlns:a16="http://schemas.microsoft.com/office/drawing/2014/main" id="{81B48BD9-D3FE-B132-242E-7EEAFD0C0CE0}"/>
              </a:ext>
            </a:extLst>
          </p:cNvPr>
          <p:cNvSpPr/>
          <p:nvPr/>
        </p:nvSpPr>
        <p:spPr>
          <a:xfrm>
            <a:off x="9162415" y="10316539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3" name="Oval 1072">
            <a:extLst>
              <a:ext uri="{FF2B5EF4-FFF2-40B4-BE49-F238E27FC236}">
                <a16:creationId xmlns:a16="http://schemas.microsoft.com/office/drawing/2014/main" id="{18769B05-439A-6D7E-517C-D8AC39E2F617}"/>
              </a:ext>
            </a:extLst>
          </p:cNvPr>
          <p:cNvSpPr/>
          <p:nvPr/>
        </p:nvSpPr>
        <p:spPr>
          <a:xfrm>
            <a:off x="9229090" y="1031653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4" name="Oval 1073">
            <a:extLst>
              <a:ext uri="{FF2B5EF4-FFF2-40B4-BE49-F238E27FC236}">
                <a16:creationId xmlns:a16="http://schemas.microsoft.com/office/drawing/2014/main" id="{A5EA4352-EEEB-3B66-0220-4F4F515E0973}"/>
              </a:ext>
            </a:extLst>
          </p:cNvPr>
          <p:cNvSpPr/>
          <p:nvPr/>
        </p:nvSpPr>
        <p:spPr>
          <a:xfrm>
            <a:off x="9295765" y="1031653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5" name="Oval 1074">
            <a:extLst>
              <a:ext uri="{FF2B5EF4-FFF2-40B4-BE49-F238E27FC236}">
                <a16:creationId xmlns:a16="http://schemas.microsoft.com/office/drawing/2014/main" id="{15F24E0F-A874-A202-7DA3-6132DDB55A15}"/>
              </a:ext>
            </a:extLst>
          </p:cNvPr>
          <p:cNvSpPr/>
          <p:nvPr/>
        </p:nvSpPr>
        <p:spPr>
          <a:xfrm>
            <a:off x="9363852" y="1031653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6" name="Oval 1075">
            <a:extLst>
              <a:ext uri="{FF2B5EF4-FFF2-40B4-BE49-F238E27FC236}">
                <a16:creationId xmlns:a16="http://schemas.microsoft.com/office/drawing/2014/main" id="{AA080444-077F-52E3-3338-50FFC5A29D3F}"/>
              </a:ext>
            </a:extLst>
          </p:cNvPr>
          <p:cNvSpPr/>
          <p:nvPr/>
        </p:nvSpPr>
        <p:spPr>
          <a:xfrm>
            <a:off x="9431939" y="1031653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7" name="Oval 1076">
            <a:extLst>
              <a:ext uri="{FF2B5EF4-FFF2-40B4-BE49-F238E27FC236}">
                <a16:creationId xmlns:a16="http://schemas.microsoft.com/office/drawing/2014/main" id="{DAA137A2-19D0-6586-7B1D-392607313246}"/>
              </a:ext>
            </a:extLst>
          </p:cNvPr>
          <p:cNvSpPr/>
          <p:nvPr/>
        </p:nvSpPr>
        <p:spPr>
          <a:xfrm>
            <a:off x="9162415" y="10385119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8" name="Oval 1077">
            <a:extLst>
              <a:ext uri="{FF2B5EF4-FFF2-40B4-BE49-F238E27FC236}">
                <a16:creationId xmlns:a16="http://schemas.microsoft.com/office/drawing/2014/main" id="{B086486E-D90A-47B5-7638-4522C5B3CF56}"/>
              </a:ext>
            </a:extLst>
          </p:cNvPr>
          <p:cNvSpPr/>
          <p:nvPr/>
        </p:nvSpPr>
        <p:spPr>
          <a:xfrm>
            <a:off x="9229090" y="1038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26BE0F13-FF99-E892-EEFA-A05B8714923E}"/>
              </a:ext>
            </a:extLst>
          </p:cNvPr>
          <p:cNvSpPr/>
          <p:nvPr/>
        </p:nvSpPr>
        <p:spPr>
          <a:xfrm>
            <a:off x="9295765" y="1038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0" name="Oval 1079">
            <a:extLst>
              <a:ext uri="{FF2B5EF4-FFF2-40B4-BE49-F238E27FC236}">
                <a16:creationId xmlns:a16="http://schemas.microsoft.com/office/drawing/2014/main" id="{97CB7329-353A-F8AA-A538-2A7D7BCC494D}"/>
              </a:ext>
            </a:extLst>
          </p:cNvPr>
          <p:cNvSpPr/>
          <p:nvPr/>
        </p:nvSpPr>
        <p:spPr>
          <a:xfrm>
            <a:off x="9363852" y="1038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BD99BC1E-12B9-FDAC-26C8-DDC92A666B7E}"/>
              </a:ext>
            </a:extLst>
          </p:cNvPr>
          <p:cNvSpPr/>
          <p:nvPr/>
        </p:nvSpPr>
        <p:spPr>
          <a:xfrm>
            <a:off x="9431939" y="1038511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A7C2C431-8DC9-7E4C-024E-29478D65A70C}"/>
              </a:ext>
            </a:extLst>
          </p:cNvPr>
          <p:cNvSpPr/>
          <p:nvPr/>
        </p:nvSpPr>
        <p:spPr>
          <a:xfrm>
            <a:off x="9162415" y="10451536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3" name="Oval 1082">
            <a:extLst>
              <a:ext uri="{FF2B5EF4-FFF2-40B4-BE49-F238E27FC236}">
                <a16:creationId xmlns:a16="http://schemas.microsoft.com/office/drawing/2014/main" id="{C7194564-96BB-2407-D801-69394BAC845C}"/>
              </a:ext>
            </a:extLst>
          </p:cNvPr>
          <p:cNvSpPr/>
          <p:nvPr/>
        </p:nvSpPr>
        <p:spPr>
          <a:xfrm>
            <a:off x="9229090" y="10451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4" name="Oval 1083">
            <a:extLst>
              <a:ext uri="{FF2B5EF4-FFF2-40B4-BE49-F238E27FC236}">
                <a16:creationId xmlns:a16="http://schemas.microsoft.com/office/drawing/2014/main" id="{E9720EA5-67B0-5749-ADFB-200A23C34C07}"/>
              </a:ext>
            </a:extLst>
          </p:cNvPr>
          <p:cNvSpPr/>
          <p:nvPr/>
        </p:nvSpPr>
        <p:spPr>
          <a:xfrm>
            <a:off x="9295765" y="10451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5" name="Oval 1084">
            <a:extLst>
              <a:ext uri="{FF2B5EF4-FFF2-40B4-BE49-F238E27FC236}">
                <a16:creationId xmlns:a16="http://schemas.microsoft.com/office/drawing/2014/main" id="{8518C214-11C2-9A0E-9CD7-F88108A746B1}"/>
              </a:ext>
            </a:extLst>
          </p:cNvPr>
          <p:cNvSpPr/>
          <p:nvPr/>
        </p:nvSpPr>
        <p:spPr>
          <a:xfrm>
            <a:off x="9363852" y="10451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6" name="Oval 1085">
            <a:extLst>
              <a:ext uri="{FF2B5EF4-FFF2-40B4-BE49-F238E27FC236}">
                <a16:creationId xmlns:a16="http://schemas.microsoft.com/office/drawing/2014/main" id="{1AA5156B-2E1F-3736-424E-AA328C69D54F}"/>
              </a:ext>
            </a:extLst>
          </p:cNvPr>
          <p:cNvSpPr/>
          <p:nvPr/>
        </p:nvSpPr>
        <p:spPr>
          <a:xfrm>
            <a:off x="9431939" y="1045153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7" name="Oval 1086">
            <a:extLst>
              <a:ext uri="{FF2B5EF4-FFF2-40B4-BE49-F238E27FC236}">
                <a16:creationId xmlns:a16="http://schemas.microsoft.com/office/drawing/2014/main" id="{4BC9075C-1081-81FC-C78B-A8FB82A44EE9}"/>
              </a:ext>
            </a:extLst>
          </p:cNvPr>
          <p:cNvSpPr/>
          <p:nvPr/>
        </p:nvSpPr>
        <p:spPr>
          <a:xfrm>
            <a:off x="4766042" y="1027565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8" name="Oval 1087">
            <a:extLst>
              <a:ext uri="{FF2B5EF4-FFF2-40B4-BE49-F238E27FC236}">
                <a16:creationId xmlns:a16="http://schemas.microsoft.com/office/drawing/2014/main" id="{F94B6B7F-D3F2-FE7B-F658-043CE53D964F}"/>
              </a:ext>
            </a:extLst>
          </p:cNvPr>
          <p:cNvSpPr/>
          <p:nvPr/>
        </p:nvSpPr>
        <p:spPr>
          <a:xfrm>
            <a:off x="4832717" y="1027565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9" name="Oval 1088">
            <a:extLst>
              <a:ext uri="{FF2B5EF4-FFF2-40B4-BE49-F238E27FC236}">
                <a16:creationId xmlns:a16="http://schemas.microsoft.com/office/drawing/2014/main" id="{F787AB62-EB44-AA37-4053-8009FD9706EF}"/>
              </a:ext>
            </a:extLst>
          </p:cNvPr>
          <p:cNvSpPr/>
          <p:nvPr/>
        </p:nvSpPr>
        <p:spPr>
          <a:xfrm>
            <a:off x="4899392" y="1027565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0" name="Oval 1089">
            <a:extLst>
              <a:ext uri="{FF2B5EF4-FFF2-40B4-BE49-F238E27FC236}">
                <a16:creationId xmlns:a16="http://schemas.microsoft.com/office/drawing/2014/main" id="{C2804DF4-9141-2389-F3B3-0C711007321F}"/>
              </a:ext>
            </a:extLst>
          </p:cNvPr>
          <p:cNvSpPr/>
          <p:nvPr/>
        </p:nvSpPr>
        <p:spPr>
          <a:xfrm>
            <a:off x="4967479" y="1027565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1" name="Oval 1090">
            <a:extLst>
              <a:ext uri="{FF2B5EF4-FFF2-40B4-BE49-F238E27FC236}">
                <a16:creationId xmlns:a16="http://schemas.microsoft.com/office/drawing/2014/main" id="{5C031008-33CF-5396-12F7-8AE5D31AAE64}"/>
              </a:ext>
            </a:extLst>
          </p:cNvPr>
          <p:cNvSpPr/>
          <p:nvPr/>
        </p:nvSpPr>
        <p:spPr>
          <a:xfrm>
            <a:off x="5035566" y="1027565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2" name="Oval 1091">
            <a:extLst>
              <a:ext uri="{FF2B5EF4-FFF2-40B4-BE49-F238E27FC236}">
                <a16:creationId xmlns:a16="http://schemas.microsoft.com/office/drawing/2014/main" id="{3252648F-1BB2-F596-BC10-C14B7FD7862B}"/>
              </a:ext>
            </a:extLst>
          </p:cNvPr>
          <p:cNvSpPr/>
          <p:nvPr/>
        </p:nvSpPr>
        <p:spPr>
          <a:xfrm>
            <a:off x="4766042" y="10344238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3" name="Oval 1092">
            <a:extLst>
              <a:ext uri="{FF2B5EF4-FFF2-40B4-BE49-F238E27FC236}">
                <a16:creationId xmlns:a16="http://schemas.microsoft.com/office/drawing/2014/main" id="{3DE3D259-EA63-E928-4E84-BB169D16BF47}"/>
              </a:ext>
            </a:extLst>
          </p:cNvPr>
          <p:cNvSpPr/>
          <p:nvPr/>
        </p:nvSpPr>
        <p:spPr>
          <a:xfrm>
            <a:off x="4832717" y="1034423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763BA105-6A92-0734-F869-44B1080F883A}"/>
              </a:ext>
            </a:extLst>
          </p:cNvPr>
          <p:cNvSpPr/>
          <p:nvPr/>
        </p:nvSpPr>
        <p:spPr>
          <a:xfrm>
            <a:off x="4899392" y="1034423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407C2FBE-7267-D152-5DDD-9391E10F5330}"/>
              </a:ext>
            </a:extLst>
          </p:cNvPr>
          <p:cNvSpPr/>
          <p:nvPr/>
        </p:nvSpPr>
        <p:spPr>
          <a:xfrm>
            <a:off x="4967479" y="1034423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6" name="Oval 1095">
            <a:extLst>
              <a:ext uri="{FF2B5EF4-FFF2-40B4-BE49-F238E27FC236}">
                <a16:creationId xmlns:a16="http://schemas.microsoft.com/office/drawing/2014/main" id="{A4960180-A195-2F1A-D021-5317E98935E2}"/>
              </a:ext>
            </a:extLst>
          </p:cNvPr>
          <p:cNvSpPr/>
          <p:nvPr/>
        </p:nvSpPr>
        <p:spPr>
          <a:xfrm>
            <a:off x="5035566" y="10344237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7" name="Oval 1096">
            <a:extLst>
              <a:ext uri="{FF2B5EF4-FFF2-40B4-BE49-F238E27FC236}">
                <a16:creationId xmlns:a16="http://schemas.microsoft.com/office/drawing/2014/main" id="{808BC9B0-2B05-BDAD-2A53-34A73C1DD0CF}"/>
              </a:ext>
            </a:extLst>
          </p:cNvPr>
          <p:cNvSpPr/>
          <p:nvPr/>
        </p:nvSpPr>
        <p:spPr>
          <a:xfrm>
            <a:off x="4766042" y="10410655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8" name="Oval 1097">
            <a:extLst>
              <a:ext uri="{FF2B5EF4-FFF2-40B4-BE49-F238E27FC236}">
                <a16:creationId xmlns:a16="http://schemas.microsoft.com/office/drawing/2014/main" id="{4B1A11E6-BFD2-51D6-286B-F2731175A9AF}"/>
              </a:ext>
            </a:extLst>
          </p:cNvPr>
          <p:cNvSpPr/>
          <p:nvPr/>
        </p:nvSpPr>
        <p:spPr>
          <a:xfrm>
            <a:off x="4832717" y="10410654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9" name="Oval 1098">
            <a:extLst>
              <a:ext uri="{FF2B5EF4-FFF2-40B4-BE49-F238E27FC236}">
                <a16:creationId xmlns:a16="http://schemas.microsoft.com/office/drawing/2014/main" id="{943AEEAB-FB1D-C389-7D5F-0B9F9021E40C}"/>
              </a:ext>
            </a:extLst>
          </p:cNvPr>
          <p:cNvSpPr/>
          <p:nvPr/>
        </p:nvSpPr>
        <p:spPr>
          <a:xfrm>
            <a:off x="4899392" y="10410654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0" name="Oval 1099">
            <a:extLst>
              <a:ext uri="{FF2B5EF4-FFF2-40B4-BE49-F238E27FC236}">
                <a16:creationId xmlns:a16="http://schemas.microsoft.com/office/drawing/2014/main" id="{75701872-CD61-7F39-B837-943058786A65}"/>
              </a:ext>
            </a:extLst>
          </p:cNvPr>
          <p:cNvSpPr/>
          <p:nvPr/>
        </p:nvSpPr>
        <p:spPr>
          <a:xfrm>
            <a:off x="4967479" y="10410654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1" name="Oval 1100">
            <a:extLst>
              <a:ext uri="{FF2B5EF4-FFF2-40B4-BE49-F238E27FC236}">
                <a16:creationId xmlns:a16="http://schemas.microsoft.com/office/drawing/2014/main" id="{333A37B3-BD12-3FE2-405D-56FAE426759D}"/>
              </a:ext>
            </a:extLst>
          </p:cNvPr>
          <p:cNvSpPr/>
          <p:nvPr/>
        </p:nvSpPr>
        <p:spPr>
          <a:xfrm>
            <a:off x="5035566" y="10410654"/>
            <a:ext cx="45719" cy="45719"/>
          </a:xfrm>
          <a:prstGeom prst="ellipse">
            <a:avLst/>
          </a:prstGeom>
          <a:solidFill>
            <a:srgbClr val="8B8983"/>
          </a:solidFill>
          <a:ln>
            <a:noFill/>
          </a:ln>
          <a:effectLst>
            <a:glow>
              <a:srgbClr val="F9EDCB">
                <a:alpha val="7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61CEFC-F3BE-EABC-4B89-8522AFB163DC}"/>
              </a:ext>
            </a:extLst>
          </p:cNvPr>
          <p:cNvSpPr/>
          <p:nvPr/>
        </p:nvSpPr>
        <p:spPr>
          <a:xfrm>
            <a:off x="7339472" y="7331422"/>
            <a:ext cx="2567707" cy="169163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2C13A6-6384-8BFB-0CCE-90A39BC32AF7}"/>
              </a:ext>
            </a:extLst>
          </p:cNvPr>
          <p:cNvSpPr/>
          <p:nvPr/>
        </p:nvSpPr>
        <p:spPr>
          <a:xfrm>
            <a:off x="5689470" y="7342055"/>
            <a:ext cx="1137000" cy="169163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2CD801-B964-1098-3574-27EF014219E1}"/>
              </a:ext>
            </a:extLst>
          </p:cNvPr>
          <p:cNvSpPr/>
          <p:nvPr/>
        </p:nvSpPr>
        <p:spPr>
          <a:xfrm>
            <a:off x="4438892" y="7352715"/>
            <a:ext cx="908252" cy="168156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29B5B5-E4FE-7390-05E4-D9611CD6F9B0}"/>
              </a:ext>
            </a:extLst>
          </p:cNvPr>
          <p:cNvSpPr/>
          <p:nvPr/>
        </p:nvSpPr>
        <p:spPr>
          <a:xfrm>
            <a:off x="7398553" y="6686502"/>
            <a:ext cx="2147672" cy="544931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8965ED-D306-969D-9A7B-291CFDFB637E}"/>
              </a:ext>
            </a:extLst>
          </p:cNvPr>
          <p:cNvSpPr/>
          <p:nvPr/>
        </p:nvSpPr>
        <p:spPr>
          <a:xfrm>
            <a:off x="4453786" y="6703443"/>
            <a:ext cx="843502" cy="544931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D52526-3B00-6DBC-0AAF-40F39913E2C3}"/>
              </a:ext>
            </a:extLst>
          </p:cNvPr>
          <p:cNvCxnSpPr/>
          <p:nvPr/>
        </p:nvCxnSpPr>
        <p:spPr>
          <a:xfrm flipV="1">
            <a:off x="5517090" y="6573520"/>
            <a:ext cx="0" cy="4819556"/>
          </a:xfrm>
          <a:prstGeom prst="line">
            <a:avLst/>
          </a:prstGeom>
          <a:ln w="254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269088-E0B8-1CCC-2A87-8EE3D1265C85}"/>
              </a:ext>
            </a:extLst>
          </p:cNvPr>
          <p:cNvCxnSpPr/>
          <p:nvPr/>
        </p:nvCxnSpPr>
        <p:spPr>
          <a:xfrm flipV="1">
            <a:off x="7071360" y="6573520"/>
            <a:ext cx="0" cy="4819556"/>
          </a:xfrm>
          <a:prstGeom prst="line">
            <a:avLst/>
          </a:prstGeom>
          <a:ln w="254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6B84E8C-D23F-4E68-BB32-27419ED3DD17}"/>
              </a:ext>
            </a:extLst>
          </p:cNvPr>
          <p:cNvCxnSpPr>
            <a:cxnSpLocks/>
          </p:cNvCxnSpPr>
          <p:nvPr/>
        </p:nvCxnSpPr>
        <p:spPr>
          <a:xfrm>
            <a:off x="5501640" y="6573520"/>
            <a:ext cx="1583055" cy="0"/>
          </a:xfrm>
          <a:prstGeom prst="line">
            <a:avLst/>
          </a:prstGeom>
          <a:ln w="6350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078440D2-E274-B0C0-CF0D-3D805E4E1AEF}"/>
              </a:ext>
            </a:extLst>
          </p:cNvPr>
          <p:cNvSpPr/>
          <p:nvPr/>
        </p:nvSpPr>
        <p:spPr>
          <a:xfrm rot="2463513">
            <a:off x="6757209" y="8342844"/>
            <a:ext cx="2187929" cy="1264788"/>
          </a:xfrm>
          <a:custGeom>
            <a:avLst/>
            <a:gdLst>
              <a:gd name="connsiteX0" fmla="*/ 635919 w 2082319"/>
              <a:gd name="connsiteY0" fmla="*/ 523593 h 1063970"/>
              <a:gd name="connsiteX1" fmla="*/ 639995 w 2082319"/>
              <a:gd name="connsiteY1" fmla="*/ 533787 h 1063970"/>
              <a:gd name="connsiteX2" fmla="*/ 637081 w 2082319"/>
              <a:gd name="connsiteY2" fmla="*/ 541077 h 1063970"/>
              <a:gd name="connsiteX3" fmla="*/ 638203 w 2082319"/>
              <a:gd name="connsiteY3" fmla="*/ 543029 h 1063970"/>
              <a:gd name="connsiteX4" fmla="*/ 638250 w 2082319"/>
              <a:gd name="connsiteY4" fmla="*/ 550045 h 1063970"/>
              <a:gd name="connsiteX5" fmla="*/ 1751242 w 2082319"/>
              <a:gd name="connsiteY5" fmla="*/ 502864 h 1063970"/>
              <a:gd name="connsiteX6" fmla="*/ 1728056 w 2082319"/>
              <a:gd name="connsiteY6" fmla="*/ 477295 h 1063970"/>
              <a:gd name="connsiteX7" fmla="*/ 0 w 2082319"/>
              <a:gd name="connsiteY7" fmla="*/ 32246 h 1063970"/>
              <a:gd name="connsiteX8" fmla="*/ 32410 w 2082319"/>
              <a:gd name="connsiteY8" fmla="*/ 0 h 1063970"/>
              <a:gd name="connsiteX9" fmla="*/ 460644 w 2082319"/>
              <a:gd name="connsiteY9" fmla="*/ 430395 h 1063970"/>
              <a:gd name="connsiteX10" fmla="*/ 485325 w 2082319"/>
              <a:gd name="connsiteY10" fmla="*/ 415280 h 1063970"/>
              <a:gd name="connsiteX11" fmla="*/ 522585 w 2082319"/>
              <a:gd name="connsiteY11" fmla="*/ 408447 h 1063970"/>
              <a:gd name="connsiteX12" fmla="*/ 559846 w 2082319"/>
              <a:gd name="connsiteY12" fmla="*/ 415280 h 1063970"/>
              <a:gd name="connsiteX13" fmla="*/ 569339 w 2082319"/>
              <a:gd name="connsiteY13" fmla="*/ 421094 h 1063970"/>
              <a:gd name="connsiteX14" fmla="*/ 580714 w 2082319"/>
              <a:gd name="connsiteY14" fmla="*/ 423358 h 1063970"/>
              <a:gd name="connsiteX15" fmla="*/ 609745 w 2082319"/>
              <a:gd name="connsiteY15" fmla="*/ 442772 h 1063970"/>
              <a:gd name="connsiteX16" fmla="*/ 625401 w 2082319"/>
              <a:gd name="connsiteY16" fmla="*/ 464093 h 1063970"/>
              <a:gd name="connsiteX17" fmla="*/ 630287 w 2082319"/>
              <a:gd name="connsiteY17" fmla="*/ 478071 h 1063970"/>
              <a:gd name="connsiteX18" fmla="*/ 1688097 w 2082319"/>
              <a:gd name="connsiteY18" fmla="*/ 433228 h 1063970"/>
              <a:gd name="connsiteX19" fmla="*/ 1674993 w 2082319"/>
              <a:gd name="connsiteY19" fmla="*/ 418778 h 1063970"/>
              <a:gd name="connsiteX20" fmla="*/ 1989596 w 2082319"/>
              <a:gd name="connsiteY20" fmla="*/ 423760 h 1063970"/>
              <a:gd name="connsiteX21" fmla="*/ 2000859 w 2082319"/>
              <a:gd name="connsiteY21" fmla="*/ 421923 h 1063970"/>
              <a:gd name="connsiteX22" fmla="*/ 2012336 w 2082319"/>
              <a:gd name="connsiteY22" fmla="*/ 424529 h 1063970"/>
              <a:gd name="connsiteX23" fmla="*/ 2076562 w 2082319"/>
              <a:gd name="connsiteY23" fmla="*/ 462744 h 1063970"/>
              <a:gd name="connsiteX24" fmla="*/ 2075249 w 2082319"/>
              <a:gd name="connsiteY24" fmla="*/ 493610 h 1063970"/>
              <a:gd name="connsiteX25" fmla="*/ 1920175 w 2082319"/>
              <a:gd name="connsiteY25" fmla="*/ 647906 h 1063970"/>
              <a:gd name="connsiteX26" fmla="*/ 1889303 w 2082319"/>
              <a:gd name="connsiteY26" fmla="*/ 649063 h 1063970"/>
              <a:gd name="connsiteX27" fmla="*/ 1830182 w 2082319"/>
              <a:gd name="connsiteY27" fmla="*/ 589644 h 1063970"/>
              <a:gd name="connsiteX28" fmla="*/ 1828637 w 2082319"/>
              <a:gd name="connsiteY28" fmla="*/ 585552 h 1063970"/>
              <a:gd name="connsiteX29" fmla="*/ 1827367 w 2082319"/>
              <a:gd name="connsiteY29" fmla="*/ 586815 h 1063970"/>
              <a:gd name="connsiteX30" fmla="*/ 1791201 w 2082319"/>
              <a:gd name="connsiteY30" fmla="*/ 546930 h 1063970"/>
              <a:gd name="connsiteX31" fmla="*/ 625751 w 2082319"/>
              <a:gd name="connsiteY31" fmla="*/ 596335 h 1063970"/>
              <a:gd name="connsiteX32" fmla="*/ 1058954 w 2082319"/>
              <a:gd name="connsiteY32" fmla="*/ 1031723 h 1063970"/>
              <a:gd name="connsiteX33" fmla="*/ 1026544 w 2082319"/>
              <a:gd name="connsiteY33" fmla="*/ 1063970 h 1063970"/>
              <a:gd name="connsiteX34" fmla="*/ 574443 w 2082319"/>
              <a:gd name="connsiteY34" fmla="*/ 609588 h 1063970"/>
              <a:gd name="connsiteX35" fmla="*/ 552648 w 2082319"/>
              <a:gd name="connsiteY35" fmla="*/ 611335 h 1063970"/>
              <a:gd name="connsiteX36" fmla="*/ 508858 w 2082319"/>
              <a:gd name="connsiteY36" fmla="*/ 602976 h 1063970"/>
              <a:gd name="connsiteX37" fmla="*/ 468422 w 2082319"/>
              <a:gd name="connsiteY37" fmla="*/ 584202 h 1063970"/>
              <a:gd name="connsiteX38" fmla="*/ 446693 w 2082319"/>
              <a:gd name="connsiteY38" fmla="*/ 565778 h 1063970"/>
              <a:gd name="connsiteX39" fmla="*/ 440499 w 2082319"/>
              <a:gd name="connsiteY39" fmla="*/ 561396 h 1063970"/>
              <a:gd name="connsiteX40" fmla="*/ 439002 w 2082319"/>
              <a:gd name="connsiteY40" fmla="*/ 559257 h 1063970"/>
              <a:gd name="connsiteX41" fmla="*/ 438607 w 2082319"/>
              <a:gd name="connsiteY41" fmla="*/ 558923 h 1063970"/>
              <a:gd name="connsiteX42" fmla="*/ 437872 w 2082319"/>
              <a:gd name="connsiteY42" fmla="*/ 557644 h 1063970"/>
              <a:gd name="connsiteX43" fmla="*/ 427309 w 2082319"/>
              <a:gd name="connsiteY43" fmla="*/ 542554 h 1063970"/>
              <a:gd name="connsiteX44" fmla="*/ 425448 w 2082319"/>
              <a:gd name="connsiteY44" fmla="*/ 536028 h 1063970"/>
              <a:gd name="connsiteX45" fmla="*/ 422207 w 2082319"/>
              <a:gd name="connsiteY45" fmla="*/ 530390 h 1063970"/>
              <a:gd name="connsiteX46" fmla="*/ 422167 w 2082319"/>
              <a:gd name="connsiteY46" fmla="*/ 524528 h 1063970"/>
              <a:gd name="connsiteX47" fmla="*/ 421058 w 2082319"/>
              <a:gd name="connsiteY47" fmla="*/ 520639 h 1063970"/>
              <a:gd name="connsiteX48" fmla="*/ 422099 w 2082319"/>
              <a:gd name="connsiteY48" fmla="*/ 514443 h 1063970"/>
              <a:gd name="connsiteX49" fmla="*/ 422014 w 2082319"/>
              <a:gd name="connsiteY49" fmla="*/ 501857 h 1063970"/>
              <a:gd name="connsiteX50" fmla="*/ 424873 w 2082319"/>
              <a:gd name="connsiteY50" fmla="*/ 497937 h 1063970"/>
              <a:gd name="connsiteX51" fmla="*/ 428916 w 2082319"/>
              <a:gd name="connsiteY51" fmla="*/ 473874 h 1063970"/>
              <a:gd name="connsiteX52" fmla="*/ 432900 w 2082319"/>
              <a:gd name="connsiteY52" fmla="*/ 468224 h 1063970"/>
              <a:gd name="connsiteX53" fmla="*/ 433062 w 2082319"/>
              <a:gd name="connsiteY53" fmla="*/ 467493 h 106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082319" h="1063970">
                <a:moveTo>
                  <a:pt x="635919" y="523593"/>
                </a:moveTo>
                <a:lnTo>
                  <a:pt x="639995" y="533787"/>
                </a:lnTo>
                <a:lnTo>
                  <a:pt x="637081" y="541077"/>
                </a:lnTo>
                <a:lnTo>
                  <a:pt x="638203" y="543029"/>
                </a:lnTo>
                <a:lnTo>
                  <a:pt x="638250" y="550045"/>
                </a:lnTo>
                <a:lnTo>
                  <a:pt x="1751242" y="502864"/>
                </a:lnTo>
                <a:lnTo>
                  <a:pt x="1728056" y="477295"/>
                </a:lnTo>
                <a:close/>
                <a:moveTo>
                  <a:pt x="0" y="32246"/>
                </a:moveTo>
                <a:lnTo>
                  <a:pt x="32410" y="0"/>
                </a:lnTo>
                <a:lnTo>
                  <a:pt x="460644" y="430395"/>
                </a:lnTo>
                <a:lnTo>
                  <a:pt x="485325" y="415280"/>
                </a:lnTo>
                <a:cubicBezTo>
                  <a:pt x="496777" y="410880"/>
                  <a:pt x="509368" y="408447"/>
                  <a:pt x="522585" y="408447"/>
                </a:cubicBezTo>
                <a:cubicBezTo>
                  <a:pt x="535802" y="408447"/>
                  <a:pt x="548393" y="410880"/>
                  <a:pt x="559846" y="415280"/>
                </a:cubicBezTo>
                <a:lnTo>
                  <a:pt x="569339" y="421094"/>
                </a:lnTo>
                <a:lnTo>
                  <a:pt x="580714" y="423358"/>
                </a:lnTo>
                <a:cubicBezTo>
                  <a:pt x="591280" y="427690"/>
                  <a:pt x="601178" y="434163"/>
                  <a:pt x="609745" y="442772"/>
                </a:cubicBezTo>
                <a:cubicBezTo>
                  <a:pt x="616169" y="449229"/>
                  <a:pt x="621388" y="456429"/>
                  <a:pt x="625401" y="464093"/>
                </a:cubicBezTo>
                <a:lnTo>
                  <a:pt x="630287" y="478071"/>
                </a:lnTo>
                <a:lnTo>
                  <a:pt x="1688097" y="433228"/>
                </a:lnTo>
                <a:lnTo>
                  <a:pt x="1674993" y="418778"/>
                </a:lnTo>
                <a:lnTo>
                  <a:pt x="1989596" y="423760"/>
                </a:lnTo>
                <a:lnTo>
                  <a:pt x="2000859" y="421923"/>
                </a:lnTo>
                <a:cubicBezTo>
                  <a:pt x="2006117" y="421739"/>
                  <a:pt x="2010296" y="422478"/>
                  <a:pt x="2012336" y="424529"/>
                </a:cubicBezTo>
                <a:lnTo>
                  <a:pt x="2076562" y="462744"/>
                </a:lnTo>
                <a:cubicBezTo>
                  <a:pt x="2084724" y="470948"/>
                  <a:pt x="2084137" y="484768"/>
                  <a:pt x="2075249" y="493610"/>
                </a:cubicBezTo>
                <a:lnTo>
                  <a:pt x="1920175" y="647906"/>
                </a:lnTo>
                <a:cubicBezTo>
                  <a:pt x="1911288" y="656749"/>
                  <a:pt x="1897465" y="657267"/>
                  <a:pt x="1889303" y="649063"/>
                </a:cubicBezTo>
                <a:lnTo>
                  <a:pt x="1830182" y="589644"/>
                </a:lnTo>
                <a:lnTo>
                  <a:pt x="1828637" y="585552"/>
                </a:lnTo>
                <a:lnTo>
                  <a:pt x="1827367" y="586815"/>
                </a:lnTo>
                <a:lnTo>
                  <a:pt x="1791201" y="546930"/>
                </a:lnTo>
                <a:lnTo>
                  <a:pt x="625751" y="596335"/>
                </a:lnTo>
                <a:lnTo>
                  <a:pt x="1058954" y="1031723"/>
                </a:lnTo>
                <a:lnTo>
                  <a:pt x="1026544" y="1063970"/>
                </a:lnTo>
                <a:lnTo>
                  <a:pt x="574443" y="609588"/>
                </a:lnTo>
                <a:lnTo>
                  <a:pt x="552648" y="611335"/>
                </a:lnTo>
                <a:cubicBezTo>
                  <a:pt x="538624" y="610518"/>
                  <a:pt x="523796" y="607788"/>
                  <a:pt x="508858" y="602976"/>
                </a:cubicBezTo>
                <a:cubicBezTo>
                  <a:pt x="493920" y="598164"/>
                  <a:pt x="480286" y="591725"/>
                  <a:pt x="468422" y="584202"/>
                </a:cubicBezTo>
                <a:lnTo>
                  <a:pt x="446693" y="565778"/>
                </a:lnTo>
                <a:lnTo>
                  <a:pt x="440499" y="561396"/>
                </a:lnTo>
                <a:lnTo>
                  <a:pt x="439002" y="559257"/>
                </a:lnTo>
                <a:lnTo>
                  <a:pt x="438607" y="558923"/>
                </a:lnTo>
                <a:lnTo>
                  <a:pt x="437872" y="557644"/>
                </a:lnTo>
                <a:lnTo>
                  <a:pt x="427309" y="542554"/>
                </a:lnTo>
                <a:lnTo>
                  <a:pt x="425448" y="536028"/>
                </a:lnTo>
                <a:lnTo>
                  <a:pt x="422207" y="530390"/>
                </a:lnTo>
                <a:lnTo>
                  <a:pt x="422167" y="524528"/>
                </a:lnTo>
                <a:lnTo>
                  <a:pt x="421058" y="520639"/>
                </a:lnTo>
                <a:lnTo>
                  <a:pt x="422099" y="514443"/>
                </a:lnTo>
                <a:lnTo>
                  <a:pt x="422014" y="501857"/>
                </a:lnTo>
                <a:lnTo>
                  <a:pt x="424873" y="497937"/>
                </a:lnTo>
                <a:lnTo>
                  <a:pt x="428916" y="473874"/>
                </a:lnTo>
                <a:lnTo>
                  <a:pt x="432900" y="468224"/>
                </a:lnTo>
                <a:lnTo>
                  <a:pt x="433062" y="467493"/>
                </a:lnTo>
                <a:close/>
              </a:path>
            </a:pathLst>
          </a:custGeom>
          <a:gradFill>
            <a:gsLst>
              <a:gs pos="59000">
                <a:schemeClr val="tx1">
                  <a:lumMod val="85000"/>
                  <a:lumOff val="15000"/>
                </a:schemeClr>
              </a:gs>
              <a:gs pos="100000">
                <a:srgbClr val="252A2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13" name="Isosceles Triangle 1">
            <a:extLst>
              <a:ext uri="{FF2B5EF4-FFF2-40B4-BE49-F238E27FC236}">
                <a16:creationId xmlns:a16="http://schemas.microsoft.com/office/drawing/2014/main" id="{F192997E-911F-C5CA-5440-B9AB0EC9B727}"/>
              </a:ext>
            </a:extLst>
          </p:cNvPr>
          <p:cNvSpPr/>
          <p:nvPr/>
        </p:nvSpPr>
        <p:spPr>
          <a:xfrm>
            <a:off x="9176963" y="10076965"/>
            <a:ext cx="827605" cy="171903"/>
          </a:xfrm>
          <a:custGeom>
            <a:avLst/>
            <a:gdLst>
              <a:gd name="connsiteX0" fmla="*/ 0 w 822490"/>
              <a:gd name="connsiteY0" fmla="*/ 194615 h 194615"/>
              <a:gd name="connsiteX1" fmla="*/ 822490 w 822490"/>
              <a:gd name="connsiteY1" fmla="*/ 0 h 194615"/>
              <a:gd name="connsiteX2" fmla="*/ 822490 w 822490"/>
              <a:gd name="connsiteY2" fmla="*/ 194615 h 194615"/>
              <a:gd name="connsiteX3" fmla="*/ 0 w 822490"/>
              <a:gd name="connsiteY3" fmla="*/ 194615 h 194615"/>
              <a:gd name="connsiteX0" fmla="*/ 0 w 822490"/>
              <a:gd name="connsiteY0" fmla="*/ 194615 h 194615"/>
              <a:gd name="connsiteX1" fmla="*/ 822490 w 822490"/>
              <a:gd name="connsiteY1" fmla="*/ 0 h 194615"/>
              <a:gd name="connsiteX2" fmla="*/ 822490 w 822490"/>
              <a:gd name="connsiteY2" fmla="*/ 194615 h 194615"/>
              <a:gd name="connsiteX3" fmla="*/ 0 w 822490"/>
              <a:gd name="connsiteY3" fmla="*/ 194615 h 194615"/>
              <a:gd name="connsiteX0" fmla="*/ 0 w 822490"/>
              <a:gd name="connsiteY0" fmla="*/ 208904 h 208904"/>
              <a:gd name="connsiteX1" fmla="*/ 822490 w 822490"/>
              <a:gd name="connsiteY1" fmla="*/ 14289 h 208904"/>
              <a:gd name="connsiteX2" fmla="*/ 822490 w 822490"/>
              <a:gd name="connsiteY2" fmla="*/ 208904 h 208904"/>
              <a:gd name="connsiteX3" fmla="*/ 0 w 822490"/>
              <a:gd name="connsiteY3" fmla="*/ 208904 h 208904"/>
              <a:gd name="connsiteX0" fmla="*/ 0 w 822490"/>
              <a:gd name="connsiteY0" fmla="*/ 211152 h 211152"/>
              <a:gd name="connsiteX1" fmla="*/ 792010 w 822490"/>
              <a:gd name="connsiteY1" fmla="*/ 13997 h 211152"/>
              <a:gd name="connsiteX2" fmla="*/ 822490 w 822490"/>
              <a:gd name="connsiteY2" fmla="*/ 211152 h 211152"/>
              <a:gd name="connsiteX3" fmla="*/ 0 w 822490"/>
              <a:gd name="connsiteY3" fmla="*/ 211152 h 211152"/>
              <a:gd name="connsiteX0" fmla="*/ 0 w 822490"/>
              <a:gd name="connsiteY0" fmla="*/ 197209 h 197209"/>
              <a:gd name="connsiteX1" fmla="*/ 792010 w 822490"/>
              <a:gd name="connsiteY1" fmla="*/ 54 h 197209"/>
              <a:gd name="connsiteX2" fmla="*/ 822490 w 822490"/>
              <a:gd name="connsiteY2" fmla="*/ 197209 h 197209"/>
              <a:gd name="connsiteX3" fmla="*/ 0 w 822490"/>
              <a:gd name="connsiteY3" fmla="*/ 197209 h 197209"/>
              <a:gd name="connsiteX0" fmla="*/ 0 w 802170"/>
              <a:gd name="connsiteY0" fmla="*/ 197209 h 197209"/>
              <a:gd name="connsiteX1" fmla="*/ 792010 w 802170"/>
              <a:gd name="connsiteY1" fmla="*/ 54 h 197209"/>
              <a:gd name="connsiteX2" fmla="*/ 802170 w 802170"/>
              <a:gd name="connsiteY2" fmla="*/ 194669 h 197209"/>
              <a:gd name="connsiteX3" fmla="*/ 0 w 802170"/>
              <a:gd name="connsiteY3" fmla="*/ 197209 h 197209"/>
              <a:gd name="connsiteX0" fmla="*/ 0 w 802170"/>
              <a:gd name="connsiteY0" fmla="*/ 204813 h 204813"/>
              <a:gd name="connsiteX1" fmla="*/ 801535 w 802170"/>
              <a:gd name="connsiteY1" fmla="*/ 38 h 204813"/>
              <a:gd name="connsiteX2" fmla="*/ 802170 w 802170"/>
              <a:gd name="connsiteY2" fmla="*/ 202273 h 204813"/>
              <a:gd name="connsiteX3" fmla="*/ 0 w 802170"/>
              <a:gd name="connsiteY3" fmla="*/ 204813 h 204813"/>
              <a:gd name="connsiteX0" fmla="*/ 0 w 802170"/>
              <a:gd name="connsiteY0" fmla="*/ 204775 h 204775"/>
              <a:gd name="connsiteX1" fmla="*/ 801535 w 802170"/>
              <a:gd name="connsiteY1" fmla="*/ 0 h 204775"/>
              <a:gd name="connsiteX2" fmla="*/ 802170 w 802170"/>
              <a:gd name="connsiteY2" fmla="*/ 202235 h 204775"/>
              <a:gd name="connsiteX3" fmla="*/ 0 w 802170"/>
              <a:gd name="connsiteY3" fmla="*/ 204775 h 204775"/>
              <a:gd name="connsiteX0" fmla="*/ 0 w 814447"/>
              <a:gd name="connsiteY0" fmla="*/ 204825 h 204825"/>
              <a:gd name="connsiteX1" fmla="*/ 801535 w 814447"/>
              <a:gd name="connsiteY1" fmla="*/ 50 h 204825"/>
              <a:gd name="connsiteX2" fmla="*/ 802170 w 814447"/>
              <a:gd name="connsiteY2" fmla="*/ 202285 h 204825"/>
              <a:gd name="connsiteX3" fmla="*/ 0 w 814447"/>
              <a:gd name="connsiteY3" fmla="*/ 204825 h 204825"/>
              <a:gd name="connsiteX0" fmla="*/ 0 w 823284"/>
              <a:gd name="connsiteY0" fmla="*/ 204812 h 204812"/>
              <a:gd name="connsiteX1" fmla="*/ 801535 w 823284"/>
              <a:gd name="connsiteY1" fmla="*/ 37 h 204812"/>
              <a:gd name="connsiteX2" fmla="*/ 802170 w 823284"/>
              <a:gd name="connsiteY2" fmla="*/ 202272 h 204812"/>
              <a:gd name="connsiteX3" fmla="*/ 0 w 823284"/>
              <a:gd name="connsiteY3" fmla="*/ 204812 h 204812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17528"/>
              <a:gd name="connsiteX1" fmla="*/ 801535 w 823284"/>
              <a:gd name="connsiteY1" fmla="*/ 37 h 217528"/>
              <a:gd name="connsiteX2" fmla="*/ 802170 w 823284"/>
              <a:gd name="connsiteY2" fmla="*/ 202272 h 217528"/>
              <a:gd name="connsiteX3" fmla="*/ 0 w 823284"/>
              <a:gd name="connsiteY3" fmla="*/ 204812 h 217528"/>
              <a:gd name="connsiteX0" fmla="*/ 0 w 976479"/>
              <a:gd name="connsiteY0" fmla="*/ 254217 h 259033"/>
              <a:gd name="connsiteX1" fmla="*/ 954730 w 976479"/>
              <a:gd name="connsiteY1" fmla="*/ 37 h 259033"/>
              <a:gd name="connsiteX2" fmla="*/ 955365 w 976479"/>
              <a:gd name="connsiteY2" fmla="*/ 202272 h 259033"/>
              <a:gd name="connsiteX3" fmla="*/ 0 w 976479"/>
              <a:gd name="connsiteY3" fmla="*/ 254217 h 259033"/>
              <a:gd name="connsiteX0" fmla="*/ 0 w 965906"/>
              <a:gd name="connsiteY0" fmla="*/ 284403 h 289219"/>
              <a:gd name="connsiteX1" fmla="*/ 920207 w 965906"/>
              <a:gd name="connsiteY1" fmla="*/ 31 h 289219"/>
              <a:gd name="connsiteX2" fmla="*/ 955365 w 965906"/>
              <a:gd name="connsiteY2" fmla="*/ 232458 h 289219"/>
              <a:gd name="connsiteX3" fmla="*/ 0 w 965906"/>
              <a:gd name="connsiteY3" fmla="*/ 284403 h 289219"/>
              <a:gd name="connsiteX0" fmla="*/ 0 w 973232"/>
              <a:gd name="connsiteY0" fmla="*/ 284403 h 290265"/>
              <a:gd name="connsiteX1" fmla="*/ 920207 w 973232"/>
              <a:gd name="connsiteY1" fmla="*/ 31 h 290265"/>
              <a:gd name="connsiteX2" fmla="*/ 963995 w 973232"/>
              <a:gd name="connsiteY2" fmla="*/ 246182 h 290265"/>
              <a:gd name="connsiteX3" fmla="*/ 0 w 973232"/>
              <a:gd name="connsiteY3" fmla="*/ 284403 h 290265"/>
              <a:gd name="connsiteX0" fmla="*/ 0 w 973845"/>
              <a:gd name="connsiteY0" fmla="*/ 284402 h 290264"/>
              <a:gd name="connsiteX1" fmla="*/ 924523 w 973845"/>
              <a:gd name="connsiteY1" fmla="*/ 31 h 290264"/>
              <a:gd name="connsiteX2" fmla="*/ 963995 w 973845"/>
              <a:gd name="connsiteY2" fmla="*/ 246181 h 290264"/>
              <a:gd name="connsiteX3" fmla="*/ 0 w 973845"/>
              <a:gd name="connsiteY3" fmla="*/ 284402 h 290264"/>
              <a:gd name="connsiteX0" fmla="*/ 0 w 943273"/>
              <a:gd name="connsiteY0" fmla="*/ 284401 h 291479"/>
              <a:gd name="connsiteX1" fmla="*/ 924523 w 943273"/>
              <a:gd name="connsiteY1" fmla="*/ 30 h 291479"/>
              <a:gd name="connsiteX2" fmla="*/ 918684 w 943273"/>
              <a:gd name="connsiteY2" fmla="*/ 257159 h 291479"/>
              <a:gd name="connsiteX3" fmla="*/ 0 w 943273"/>
              <a:gd name="connsiteY3" fmla="*/ 284401 h 291479"/>
              <a:gd name="connsiteX0" fmla="*/ 0 w 949817"/>
              <a:gd name="connsiteY0" fmla="*/ 284401 h 290816"/>
              <a:gd name="connsiteX1" fmla="*/ 924523 w 949817"/>
              <a:gd name="connsiteY1" fmla="*/ 30 h 290816"/>
              <a:gd name="connsiteX2" fmla="*/ 931631 w 949817"/>
              <a:gd name="connsiteY2" fmla="*/ 251669 h 290816"/>
              <a:gd name="connsiteX3" fmla="*/ 0 w 949817"/>
              <a:gd name="connsiteY3" fmla="*/ 284401 h 290816"/>
              <a:gd name="connsiteX0" fmla="*/ 0 w 949817"/>
              <a:gd name="connsiteY0" fmla="*/ 284401 h 289465"/>
              <a:gd name="connsiteX1" fmla="*/ 924523 w 949817"/>
              <a:gd name="connsiteY1" fmla="*/ 30 h 289465"/>
              <a:gd name="connsiteX2" fmla="*/ 931631 w 949817"/>
              <a:gd name="connsiteY2" fmla="*/ 251669 h 289465"/>
              <a:gd name="connsiteX3" fmla="*/ 0 w 949817"/>
              <a:gd name="connsiteY3" fmla="*/ 284401 h 289465"/>
              <a:gd name="connsiteX0" fmla="*/ 0 w 949817"/>
              <a:gd name="connsiteY0" fmla="*/ 284401 h 284401"/>
              <a:gd name="connsiteX1" fmla="*/ 924523 w 949817"/>
              <a:gd name="connsiteY1" fmla="*/ 30 h 284401"/>
              <a:gd name="connsiteX2" fmla="*/ 931631 w 949817"/>
              <a:gd name="connsiteY2" fmla="*/ 251669 h 284401"/>
              <a:gd name="connsiteX3" fmla="*/ 0 w 949817"/>
              <a:gd name="connsiteY3" fmla="*/ 284401 h 284401"/>
              <a:gd name="connsiteX0" fmla="*/ 0 w 949817"/>
              <a:gd name="connsiteY0" fmla="*/ 284401 h 284401"/>
              <a:gd name="connsiteX1" fmla="*/ 924523 w 949817"/>
              <a:gd name="connsiteY1" fmla="*/ 30 h 284401"/>
              <a:gd name="connsiteX2" fmla="*/ 931631 w 949817"/>
              <a:gd name="connsiteY2" fmla="*/ 251669 h 284401"/>
              <a:gd name="connsiteX3" fmla="*/ 0 w 949817"/>
              <a:gd name="connsiteY3" fmla="*/ 284401 h 284401"/>
              <a:gd name="connsiteX0" fmla="*/ 0 w 947190"/>
              <a:gd name="connsiteY0" fmla="*/ 284371 h 284371"/>
              <a:gd name="connsiteX1" fmla="*/ 924523 w 947190"/>
              <a:gd name="connsiteY1" fmla="*/ 0 h 284371"/>
              <a:gd name="connsiteX2" fmla="*/ 931631 w 947190"/>
              <a:gd name="connsiteY2" fmla="*/ 251639 h 284371"/>
              <a:gd name="connsiteX3" fmla="*/ 0 w 947190"/>
              <a:gd name="connsiteY3" fmla="*/ 284371 h 284371"/>
              <a:gd name="connsiteX0" fmla="*/ 0 w 937377"/>
              <a:gd name="connsiteY0" fmla="*/ 284371 h 284371"/>
              <a:gd name="connsiteX1" fmla="*/ 924523 w 937377"/>
              <a:gd name="connsiteY1" fmla="*/ 0 h 284371"/>
              <a:gd name="connsiteX2" fmla="*/ 931631 w 937377"/>
              <a:gd name="connsiteY2" fmla="*/ 251639 h 284371"/>
              <a:gd name="connsiteX3" fmla="*/ 0 w 937377"/>
              <a:gd name="connsiteY3" fmla="*/ 284371 h 284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377" h="284371">
                <a:moveTo>
                  <a:pt x="0" y="284371"/>
                </a:moveTo>
                <a:cubicBezTo>
                  <a:pt x="235428" y="144569"/>
                  <a:pt x="662425" y="19787"/>
                  <a:pt x="924523" y="0"/>
                </a:cubicBezTo>
                <a:cubicBezTo>
                  <a:pt x="944679" y="46333"/>
                  <a:pt x="936260" y="147829"/>
                  <a:pt x="931631" y="251639"/>
                </a:cubicBezTo>
                <a:cubicBezTo>
                  <a:pt x="662336" y="249353"/>
                  <a:pt x="223070" y="281682"/>
                  <a:pt x="0" y="284371"/>
                </a:cubicBezTo>
                <a:close/>
              </a:path>
            </a:pathLst>
          </a:custGeom>
          <a:gradFill>
            <a:gsLst>
              <a:gs pos="0">
                <a:srgbClr val="A40E1D"/>
              </a:gs>
              <a:gs pos="100000">
                <a:srgbClr val="F20929"/>
              </a:gs>
            </a:gsLst>
            <a:lin ang="0" scaled="0"/>
          </a:gradFill>
          <a:ln>
            <a:noFill/>
          </a:ln>
          <a:effectLst>
            <a:glow>
              <a:srgbClr val="F20929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Isosceles Triangle 1">
            <a:extLst>
              <a:ext uri="{FF2B5EF4-FFF2-40B4-BE49-F238E27FC236}">
                <a16:creationId xmlns:a16="http://schemas.microsoft.com/office/drawing/2014/main" id="{6246C769-487F-5927-428F-EEFD56244986}"/>
              </a:ext>
            </a:extLst>
          </p:cNvPr>
          <p:cNvSpPr/>
          <p:nvPr/>
        </p:nvSpPr>
        <p:spPr>
          <a:xfrm flipH="1">
            <a:off x="4280382" y="10067245"/>
            <a:ext cx="821097" cy="167013"/>
          </a:xfrm>
          <a:custGeom>
            <a:avLst/>
            <a:gdLst>
              <a:gd name="connsiteX0" fmla="*/ 0 w 822490"/>
              <a:gd name="connsiteY0" fmla="*/ 194615 h 194615"/>
              <a:gd name="connsiteX1" fmla="*/ 822490 w 822490"/>
              <a:gd name="connsiteY1" fmla="*/ 0 h 194615"/>
              <a:gd name="connsiteX2" fmla="*/ 822490 w 822490"/>
              <a:gd name="connsiteY2" fmla="*/ 194615 h 194615"/>
              <a:gd name="connsiteX3" fmla="*/ 0 w 822490"/>
              <a:gd name="connsiteY3" fmla="*/ 194615 h 194615"/>
              <a:gd name="connsiteX0" fmla="*/ 0 w 822490"/>
              <a:gd name="connsiteY0" fmla="*/ 194615 h 194615"/>
              <a:gd name="connsiteX1" fmla="*/ 822490 w 822490"/>
              <a:gd name="connsiteY1" fmla="*/ 0 h 194615"/>
              <a:gd name="connsiteX2" fmla="*/ 822490 w 822490"/>
              <a:gd name="connsiteY2" fmla="*/ 194615 h 194615"/>
              <a:gd name="connsiteX3" fmla="*/ 0 w 822490"/>
              <a:gd name="connsiteY3" fmla="*/ 194615 h 194615"/>
              <a:gd name="connsiteX0" fmla="*/ 0 w 822490"/>
              <a:gd name="connsiteY0" fmla="*/ 208904 h 208904"/>
              <a:gd name="connsiteX1" fmla="*/ 822490 w 822490"/>
              <a:gd name="connsiteY1" fmla="*/ 14289 h 208904"/>
              <a:gd name="connsiteX2" fmla="*/ 822490 w 822490"/>
              <a:gd name="connsiteY2" fmla="*/ 208904 h 208904"/>
              <a:gd name="connsiteX3" fmla="*/ 0 w 822490"/>
              <a:gd name="connsiteY3" fmla="*/ 208904 h 208904"/>
              <a:gd name="connsiteX0" fmla="*/ 0 w 822490"/>
              <a:gd name="connsiteY0" fmla="*/ 211152 h 211152"/>
              <a:gd name="connsiteX1" fmla="*/ 792010 w 822490"/>
              <a:gd name="connsiteY1" fmla="*/ 13997 h 211152"/>
              <a:gd name="connsiteX2" fmla="*/ 822490 w 822490"/>
              <a:gd name="connsiteY2" fmla="*/ 211152 h 211152"/>
              <a:gd name="connsiteX3" fmla="*/ 0 w 822490"/>
              <a:gd name="connsiteY3" fmla="*/ 211152 h 211152"/>
              <a:gd name="connsiteX0" fmla="*/ 0 w 822490"/>
              <a:gd name="connsiteY0" fmla="*/ 197209 h 197209"/>
              <a:gd name="connsiteX1" fmla="*/ 792010 w 822490"/>
              <a:gd name="connsiteY1" fmla="*/ 54 h 197209"/>
              <a:gd name="connsiteX2" fmla="*/ 822490 w 822490"/>
              <a:gd name="connsiteY2" fmla="*/ 197209 h 197209"/>
              <a:gd name="connsiteX3" fmla="*/ 0 w 822490"/>
              <a:gd name="connsiteY3" fmla="*/ 197209 h 197209"/>
              <a:gd name="connsiteX0" fmla="*/ 0 w 802170"/>
              <a:gd name="connsiteY0" fmla="*/ 197209 h 197209"/>
              <a:gd name="connsiteX1" fmla="*/ 792010 w 802170"/>
              <a:gd name="connsiteY1" fmla="*/ 54 h 197209"/>
              <a:gd name="connsiteX2" fmla="*/ 802170 w 802170"/>
              <a:gd name="connsiteY2" fmla="*/ 194669 h 197209"/>
              <a:gd name="connsiteX3" fmla="*/ 0 w 802170"/>
              <a:gd name="connsiteY3" fmla="*/ 197209 h 197209"/>
              <a:gd name="connsiteX0" fmla="*/ 0 w 802170"/>
              <a:gd name="connsiteY0" fmla="*/ 204813 h 204813"/>
              <a:gd name="connsiteX1" fmla="*/ 801535 w 802170"/>
              <a:gd name="connsiteY1" fmla="*/ 38 h 204813"/>
              <a:gd name="connsiteX2" fmla="*/ 802170 w 802170"/>
              <a:gd name="connsiteY2" fmla="*/ 202273 h 204813"/>
              <a:gd name="connsiteX3" fmla="*/ 0 w 802170"/>
              <a:gd name="connsiteY3" fmla="*/ 204813 h 204813"/>
              <a:gd name="connsiteX0" fmla="*/ 0 w 802170"/>
              <a:gd name="connsiteY0" fmla="*/ 204775 h 204775"/>
              <a:gd name="connsiteX1" fmla="*/ 801535 w 802170"/>
              <a:gd name="connsiteY1" fmla="*/ 0 h 204775"/>
              <a:gd name="connsiteX2" fmla="*/ 802170 w 802170"/>
              <a:gd name="connsiteY2" fmla="*/ 202235 h 204775"/>
              <a:gd name="connsiteX3" fmla="*/ 0 w 802170"/>
              <a:gd name="connsiteY3" fmla="*/ 204775 h 204775"/>
              <a:gd name="connsiteX0" fmla="*/ 0 w 814447"/>
              <a:gd name="connsiteY0" fmla="*/ 204825 h 204825"/>
              <a:gd name="connsiteX1" fmla="*/ 801535 w 814447"/>
              <a:gd name="connsiteY1" fmla="*/ 50 h 204825"/>
              <a:gd name="connsiteX2" fmla="*/ 802170 w 814447"/>
              <a:gd name="connsiteY2" fmla="*/ 202285 h 204825"/>
              <a:gd name="connsiteX3" fmla="*/ 0 w 814447"/>
              <a:gd name="connsiteY3" fmla="*/ 204825 h 204825"/>
              <a:gd name="connsiteX0" fmla="*/ 0 w 823284"/>
              <a:gd name="connsiteY0" fmla="*/ 204812 h 204812"/>
              <a:gd name="connsiteX1" fmla="*/ 801535 w 823284"/>
              <a:gd name="connsiteY1" fmla="*/ 37 h 204812"/>
              <a:gd name="connsiteX2" fmla="*/ 802170 w 823284"/>
              <a:gd name="connsiteY2" fmla="*/ 202272 h 204812"/>
              <a:gd name="connsiteX3" fmla="*/ 0 w 823284"/>
              <a:gd name="connsiteY3" fmla="*/ 204812 h 204812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09087"/>
              <a:gd name="connsiteX1" fmla="*/ 801535 w 823284"/>
              <a:gd name="connsiteY1" fmla="*/ 37 h 209087"/>
              <a:gd name="connsiteX2" fmla="*/ 802170 w 823284"/>
              <a:gd name="connsiteY2" fmla="*/ 202272 h 209087"/>
              <a:gd name="connsiteX3" fmla="*/ 0 w 823284"/>
              <a:gd name="connsiteY3" fmla="*/ 204812 h 209087"/>
              <a:gd name="connsiteX0" fmla="*/ 0 w 823284"/>
              <a:gd name="connsiteY0" fmla="*/ 204812 h 217528"/>
              <a:gd name="connsiteX1" fmla="*/ 801535 w 823284"/>
              <a:gd name="connsiteY1" fmla="*/ 37 h 217528"/>
              <a:gd name="connsiteX2" fmla="*/ 802170 w 823284"/>
              <a:gd name="connsiteY2" fmla="*/ 202272 h 217528"/>
              <a:gd name="connsiteX3" fmla="*/ 0 w 823284"/>
              <a:gd name="connsiteY3" fmla="*/ 204812 h 217528"/>
              <a:gd name="connsiteX0" fmla="*/ 0 w 976479"/>
              <a:gd name="connsiteY0" fmla="*/ 254217 h 259033"/>
              <a:gd name="connsiteX1" fmla="*/ 954730 w 976479"/>
              <a:gd name="connsiteY1" fmla="*/ 37 h 259033"/>
              <a:gd name="connsiteX2" fmla="*/ 955365 w 976479"/>
              <a:gd name="connsiteY2" fmla="*/ 202272 h 259033"/>
              <a:gd name="connsiteX3" fmla="*/ 0 w 976479"/>
              <a:gd name="connsiteY3" fmla="*/ 254217 h 259033"/>
              <a:gd name="connsiteX0" fmla="*/ 0 w 965906"/>
              <a:gd name="connsiteY0" fmla="*/ 284403 h 289219"/>
              <a:gd name="connsiteX1" fmla="*/ 920207 w 965906"/>
              <a:gd name="connsiteY1" fmla="*/ 31 h 289219"/>
              <a:gd name="connsiteX2" fmla="*/ 955365 w 965906"/>
              <a:gd name="connsiteY2" fmla="*/ 232458 h 289219"/>
              <a:gd name="connsiteX3" fmla="*/ 0 w 965906"/>
              <a:gd name="connsiteY3" fmla="*/ 284403 h 289219"/>
              <a:gd name="connsiteX0" fmla="*/ 0 w 973232"/>
              <a:gd name="connsiteY0" fmla="*/ 284403 h 290265"/>
              <a:gd name="connsiteX1" fmla="*/ 920207 w 973232"/>
              <a:gd name="connsiteY1" fmla="*/ 31 h 290265"/>
              <a:gd name="connsiteX2" fmla="*/ 963995 w 973232"/>
              <a:gd name="connsiteY2" fmla="*/ 246182 h 290265"/>
              <a:gd name="connsiteX3" fmla="*/ 0 w 973232"/>
              <a:gd name="connsiteY3" fmla="*/ 284403 h 290265"/>
              <a:gd name="connsiteX0" fmla="*/ 0 w 973845"/>
              <a:gd name="connsiteY0" fmla="*/ 284402 h 290264"/>
              <a:gd name="connsiteX1" fmla="*/ 924523 w 973845"/>
              <a:gd name="connsiteY1" fmla="*/ 31 h 290264"/>
              <a:gd name="connsiteX2" fmla="*/ 963995 w 973845"/>
              <a:gd name="connsiteY2" fmla="*/ 246181 h 290264"/>
              <a:gd name="connsiteX3" fmla="*/ 0 w 973845"/>
              <a:gd name="connsiteY3" fmla="*/ 284402 h 290264"/>
              <a:gd name="connsiteX0" fmla="*/ 0 w 943273"/>
              <a:gd name="connsiteY0" fmla="*/ 284401 h 291479"/>
              <a:gd name="connsiteX1" fmla="*/ 924523 w 943273"/>
              <a:gd name="connsiteY1" fmla="*/ 30 h 291479"/>
              <a:gd name="connsiteX2" fmla="*/ 918684 w 943273"/>
              <a:gd name="connsiteY2" fmla="*/ 257159 h 291479"/>
              <a:gd name="connsiteX3" fmla="*/ 0 w 943273"/>
              <a:gd name="connsiteY3" fmla="*/ 284401 h 291479"/>
              <a:gd name="connsiteX0" fmla="*/ 0 w 949817"/>
              <a:gd name="connsiteY0" fmla="*/ 284401 h 290816"/>
              <a:gd name="connsiteX1" fmla="*/ 924523 w 949817"/>
              <a:gd name="connsiteY1" fmla="*/ 30 h 290816"/>
              <a:gd name="connsiteX2" fmla="*/ 931631 w 949817"/>
              <a:gd name="connsiteY2" fmla="*/ 251669 h 290816"/>
              <a:gd name="connsiteX3" fmla="*/ 0 w 949817"/>
              <a:gd name="connsiteY3" fmla="*/ 284401 h 290816"/>
              <a:gd name="connsiteX0" fmla="*/ 0 w 949817"/>
              <a:gd name="connsiteY0" fmla="*/ 284401 h 289465"/>
              <a:gd name="connsiteX1" fmla="*/ 924523 w 949817"/>
              <a:gd name="connsiteY1" fmla="*/ 30 h 289465"/>
              <a:gd name="connsiteX2" fmla="*/ 931631 w 949817"/>
              <a:gd name="connsiteY2" fmla="*/ 251669 h 289465"/>
              <a:gd name="connsiteX3" fmla="*/ 0 w 949817"/>
              <a:gd name="connsiteY3" fmla="*/ 284401 h 289465"/>
              <a:gd name="connsiteX0" fmla="*/ 0 w 949817"/>
              <a:gd name="connsiteY0" fmla="*/ 284401 h 284401"/>
              <a:gd name="connsiteX1" fmla="*/ 924523 w 949817"/>
              <a:gd name="connsiteY1" fmla="*/ 30 h 284401"/>
              <a:gd name="connsiteX2" fmla="*/ 931631 w 949817"/>
              <a:gd name="connsiteY2" fmla="*/ 251669 h 284401"/>
              <a:gd name="connsiteX3" fmla="*/ 0 w 949817"/>
              <a:gd name="connsiteY3" fmla="*/ 284401 h 284401"/>
              <a:gd name="connsiteX0" fmla="*/ 0 w 949817"/>
              <a:gd name="connsiteY0" fmla="*/ 284401 h 284401"/>
              <a:gd name="connsiteX1" fmla="*/ 924523 w 949817"/>
              <a:gd name="connsiteY1" fmla="*/ 30 h 284401"/>
              <a:gd name="connsiteX2" fmla="*/ 931631 w 949817"/>
              <a:gd name="connsiteY2" fmla="*/ 251669 h 284401"/>
              <a:gd name="connsiteX3" fmla="*/ 0 w 949817"/>
              <a:gd name="connsiteY3" fmla="*/ 284401 h 284401"/>
              <a:gd name="connsiteX0" fmla="*/ 0 w 947190"/>
              <a:gd name="connsiteY0" fmla="*/ 284371 h 284371"/>
              <a:gd name="connsiteX1" fmla="*/ 924523 w 947190"/>
              <a:gd name="connsiteY1" fmla="*/ 0 h 284371"/>
              <a:gd name="connsiteX2" fmla="*/ 931631 w 947190"/>
              <a:gd name="connsiteY2" fmla="*/ 251639 h 284371"/>
              <a:gd name="connsiteX3" fmla="*/ 0 w 947190"/>
              <a:gd name="connsiteY3" fmla="*/ 284371 h 284371"/>
              <a:gd name="connsiteX0" fmla="*/ 0 w 937377"/>
              <a:gd name="connsiteY0" fmla="*/ 284371 h 284371"/>
              <a:gd name="connsiteX1" fmla="*/ 924523 w 937377"/>
              <a:gd name="connsiteY1" fmla="*/ 0 h 284371"/>
              <a:gd name="connsiteX2" fmla="*/ 931631 w 937377"/>
              <a:gd name="connsiteY2" fmla="*/ 251639 h 284371"/>
              <a:gd name="connsiteX3" fmla="*/ 0 w 937377"/>
              <a:gd name="connsiteY3" fmla="*/ 284371 h 284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377" h="284371">
                <a:moveTo>
                  <a:pt x="0" y="284371"/>
                </a:moveTo>
                <a:cubicBezTo>
                  <a:pt x="235428" y="144569"/>
                  <a:pt x="662425" y="19787"/>
                  <a:pt x="924523" y="0"/>
                </a:cubicBezTo>
                <a:cubicBezTo>
                  <a:pt x="944679" y="46333"/>
                  <a:pt x="936260" y="147829"/>
                  <a:pt x="931631" y="251639"/>
                </a:cubicBezTo>
                <a:cubicBezTo>
                  <a:pt x="662336" y="249353"/>
                  <a:pt x="223070" y="281682"/>
                  <a:pt x="0" y="284371"/>
                </a:cubicBezTo>
                <a:close/>
              </a:path>
            </a:pathLst>
          </a:custGeom>
          <a:gradFill>
            <a:gsLst>
              <a:gs pos="0">
                <a:srgbClr val="A40E1D"/>
              </a:gs>
              <a:gs pos="100000">
                <a:srgbClr val="F20929"/>
              </a:gs>
            </a:gsLst>
            <a:lin ang="0" scaled="0"/>
          </a:gradFill>
          <a:ln>
            <a:noFill/>
          </a:ln>
          <a:effectLst>
            <a:glow>
              <a:srgbClr val="F20929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615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2813FF1-3BD1-BB2C-E0B0-D92DFAD8D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800"/>
                    </a14:imgEffect>
                  </a14:imgLayer>
                </a14:imgProps>
              </a:ext>
            </a:extLst>
          </a:blip>
          <a:srcRect b="72154"/>
          <a:stretch/>
        </p:blipFill>
        <p:spPr>
          <a:xfrm>
            <a:off x="16062960" y="10203180"/>
            <a:ext cx="5234940" cy="5105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C8407C-5421-6306-68B8-C864CEB872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28"/>
          <a:stretch/>
        </p:blipFill>
        <p:spPr>
          <a:xfrm>
            <a:off x="7096727" y="877766"/>
            <a:ext cx="6301108" cy="62670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50090F-8F70-C1AF-1800-99895D006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800"/>
                    </a14:imgEffect>
                  </a14:imgLayer>
                </a14:imgProps>
              </a:ext>
            </a:extLst>
          </a:blip>
          <a:srcRect b="72154"/>
          <a:stretch/>
        </p:blipFill>
        <p:spPr>
          <a:xfrm>
            <a:off x="8554181" y="6781284"/>
            <a:ext cx="3362960" cy="3635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566413-6641-CD6D-B4D9-5698FBBE4F17}"/>
              </a:ext>
            </a:extLst>
          </p:cNvPr>
          <p:cNvSpPr/>
          <p:nvPr/>
        </p:nvSpPr>
        <p:spPr>
          <a:xfrm>
            <a:off x="0" y="877766"/>
            <a:ext cx="6274894" cy="62670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3901E-81EA-AAC5-EA42-DB2EAA9773CE}"/>
              </a:ext>
            </a:extLst>
          </p:cNvPr>
          <p:cNvSpPr/>
          <p:nvPr/>
        </p:nvSpPr>
        <p:spPr>
          <a:xfrm>
            <a:off x="2037" y="2488274"/>
            <a:ext cx="6274894" cy="213841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E5DAB6-9CD0-B310-E7D4-A4B3AA91ECDF}"/>
              </a:ext>
            </a:extLst>
          </p:cNvPr>
          <p:cNvSpPr/>
          <p:nvPr/>
        </p:nvSpPr>
        <p:spPr>
          <a:xfrm>
            <a:off x="7122941" y="897570"/>
            <a:ext cx="6274894" cy="6267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DF0FEC-D80A-4F72-FE87-BE14DA8C7FD8}"/>
              </a:ext>
            </a:extLst>
          </p:cNvPr>
          <p:cNvSpPr/>
          <p:nvPr/>
        </p:nvSpPr>
        <p:spPr>
          <a:xfrm>
            <a:off x="7124978" y="2508078"/>
            <a:ext cx="6274894" cy="2138419"/>
          </a:xfrm>
          <a:prstGeom prst="rect">
            <a:avLst/>
          </a:prstGeom>
          <a:gradFill>
            <a:gsLst>
              <a:gs pos="18000">
                <a:srgbClr val="296026">
                  <a:alpha val="20000"/>
                </a:srgbClr>
              </a:gs>
              <a:gs pos="35685">
                <a:srgbClr val="296026">
                  <a:alpha val="10000"/>
                </a:srgbClr>
              </a:gs>
              <a:gs pos="65000">
                <a:srgbClr val="296026">
                  <a:alpha val="20000"/>
                </a:srgbClr>
              </a:gs>
              <a:gs pos="0">
                <a:srgbClr val="296026">
                  <a:alpha val="10000"/>
                </a:srgbClr>
              </a:gs>
              <a:gs pos="100000">
                <a:srgbClr val="296026">
                  <a:alpha val="5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D0DA4-B2AE-751A-A9BD-760A3D28A9B9}"/>
              </a:ext>
            </a:extLst>
          </p:cNvPr>
          <p:cNvSpPr/>
          <p:nvPr/>
        </p:nvSpPr>
        <p:spPr>
          <a:xfrm>
            <a:off x="14198990" y="3525243"/>
            <a:ext cx="8989256" cy="3138086"/>
          </a:xfrm>
          <a:prstGeom prst="rect">
            <a:avLst/>
          </a:prstGeom>
          <a:gradFill>
            <a:gsLst>
              <a:gs pos="18000">
                <a:srgbClr val="296026">
                  <a:alpha val="20000"/>
                </a:srgbClr>
              </a:gs>
              <a:gs pos="35685">
                <a:srgbClr val="296026">
                  <a:alpha val="10000"/>
                </a:srgbClr>
              </a:gs>
              <a:gs pos="65000">
                <a:srgbClr val="296026">
                  <a:alpha val="20000"/>
                </a:srgbClr>
              </a:gs>
              <a:gs pos="0">
                <a:srgbClr val="296026">
                  <a:alpha val="10000"/>
                </a:srgbClr>
              </a:gs>
              <a:gs pos="100000">
                <a:srgbClr val="296026">
                  <a:alpha val="5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BE2C1F-6672-4B4E-ADDF-29811FE3FA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4" b="214"/>
          <a:stretch/>
        </p:blipFill>
        <p:spPr>
          <a:xfrm>
            <a:off x="13765604" y="897571"/>
            <a:ext cx="9858375" cy="981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2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E202EB-C975-3DB5-91D7-F1584DA82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05" y="0"/>
            <a:ext cx="9848850" cy="9858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A006BE-F37A-6C09-7FC8-10E9E37683D4}"/>
              </a:ext>
            </a:extLst>
          </p:cNvPr>
          <p:cNvSpPr/>
          <p:nvPr/>
        </p:nvSpPr>
        <p:spPr>
          <a:xfrm>
            <a:off x="677285" y="2531524"/>
            <a:ext cx="8982529" cy="3564476"/>
          </a:xfrm>
          <a:prstGeom prst="rect">
            <a:avLst/>
          </a:prstGeom>
          <a:gradFill>
            <a:gsLst>
              <a:gs pos="18000">
                <a:srgbClr val="296026">
                  <a:alpha val="20000"/>
                </a:srgbClr>
              </a:gs>
              <a:gs pos="35685">
                <a:srgbClr val="296026">
                  <a:alpha val="10000"/>
                </a:srgbClr>
              </a:gs>
              <a:gs pos="65000">
                <a:srgbClr val="296026">
                  <a:alpha val="20000"/>
                </a:srgbClr>
              </a:gs>
              <a:gs pos="0">
                <a:srgbClr val="296026">
                  <a:alpha val="10000"/>
                </a:srgbClr>
              </a:gs>
              <a:gs pos="100000">
                <a:srgbClr val="296026">
                  <a:alpha val="5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FF1AF8-25A9-3750-9A07-C8CB03CFF8E7}"/>
              </a:ext>
            </a:extLst>
          </p:cNvPr>
          <p:cNvSpPr/>
          <p:nvPr/>
        </p:nvSpPr>
        <p:spPr>
          <a:xfrm>
            <a:off x="11591417" y="2649804"/>
            <a:ext cx="8982529" cy="3564476"/>
          </a:xfrm>
          <a:prstGeom prst="rect">
            <a:avLst/>
          </a:prstGeom>
          <a:gradFill>
            <a:gsLst>
              <a:gs pos="18000">
                <a:srgbClr val="296026">
                  <a:alpha val="20000"/>
                </a:srgbClr>
              </a:gs>
              <a:gs pos="35685">
                <a:srgbClr val="296026">
                  <a:alpha val="10000"/>
                </a:srgbClr>
              </a:gs>
              <a:gs pos="65000">
                <a:srgbClr val="296026">
                  <a:alpha val="20000"/>
                </a:srgbClr>
              </a:gs>
              <a:gs pos="0">
                <a:srgbClr val="296026">
                  <a:alpha val="10000"/>
                </a:srgbClr>
              </a:gs>
              <a:gs pos="100000">
                <a:srgbClr val="296026">
                  <a:alpha val="5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C323DB-B522-D464-446D-02B1C3C39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495" y="-1"/>
            <a:ext cx="9858375" cy="98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90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7C1B0D-AEB9-9916-6C06-FD2F7B8F8B12}"/>
              </a:ext>
            </a:extLst>
          </p:cNvPr>
          <p:cNvSpPr/>
          <p:nvPr/>
        </p:nvSpPr>
        <p:spPr>
          <a:xfrm>
            <a:off x="698660" y="6262457"/>
            <a:ext cx="16288078" cy="4185138"/>
          </a:xfrm>
          <a:prstGeom prst="rect">
            <a:avLst/>
          </a:prstGeom>
          <a:gradFill>
            <a:gsLst>
              <a:gs pos="100000">
                <a:srgbClr val="C4C5CA"/>
              </a:gs>
              <a:gs pos="12000">
                <a:srgbClr val="D1D1D7"/>
              </a:gs>
              <a:gs pos="48939">
                <a:srgbClr val="D0D0D7"/>
              </a:gs>
              <a:gs pos="31000">
                <a:srgbClr val="AFB4BE"/>
              </a:gs>
              <a:gs pos="62976">
                <a:srgbClr val="B0B5BE"/>
              </a:gs>
              <a:gs pos="82000">
                <a:srgbClr val="CCCDD3"/>
              </a:gs>
              <a:gs pos="0">
                <a:srgbClr val="A3A3A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98BDAA-E555-E81B-E840-48DA909715EE}"/>
              </a:ext>
            </a:extLst>
          </p:cNvPr>
          <p:cNvSpPr/>
          <p:nvPr/>
        </p:nvSpPr>
        <p:spPr>
          <a:xfrm>
            <a:off x="698660" y="9905163"/>
            <a:ext cx="16288078" cy="542431"/>
          </a:xfrm>
          <a:prstGeom prst="rect">
            <a:avLst/>
          </a:prstGeom>
          <a:gradFill>
            <a:gsLst>
              <a:gs pos="54000">
                <a:schemeClr val="tx1">
                  <a:alpha val="10000"/>
                </a:schemeClr>
              </a:gs>
              <a:gs pos="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B540AF-1812-9C52-ADC9-A0BEFF08E1A0}"/>
              </a:ext>
            </a:extLst>
          </p:cNvPr>
          <p:cNvSpPr/>
          <p:nvPr/>
        </p:nvSpPr>
        <p:spPr>
          <a:xfrm>
            <a:off x="16142970" y="10140315"/>
            <a:ext cx="843768" cy="307281"/>
          </a:xfrm>
          <a:prstGeom prst="rect">
            <a:avLst/>
          </a:prstGeom>
          <a:solidFill>
            <a:srgbClr val="9495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B61E67C4-7C80-F8A2-6C25-95D8652B8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468"/>
          <a:stretch/>
        </p:blipFill>
        <p:spPr bwMode="auto">
          <a:xfrm>
            <a:off x="7065498" y="2056730"/>
            <a:ext cx="17318502" cy="2423347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800000" scaled="0"/>
          </a:gradFill>
        </p:spPr>
      </p:pic>
      <p:pic>
        <p:nvPicPr>
          <p:cNvPr id="5" name="Picture 2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20341F2D-2FB7-4B6E-C71A-394803C601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9" t="34055" b="21597"/>
          <a:stretch/>
        </p:blipFill>
        <p:spPr bwMode="auto">
          <a:xfrm>
            <a:off x="752705" y="1873086"/>
            <a:ext cx="16696286" cy="432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AB7B5C-2FBC-8F5C-341E-A11F17264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9797" y="6224143"/>
            <a:ext cx="2992902" cy="418514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643CC72-902A-1D5D-F72A-0A7192347F78}"/>
              </a:ext>
            </a:extLst>
          </p:cNvPr>
          <p:cNvSpPr/>
          <p:nvPr/>
        </p:nvSpPr>
        <p:spPr>
          <a:xfrm>
            <a:off x="16168614" y="6677927"/>
            <a:ext cx="396240" cy="3462528"/>
          </a:xfrm>
          <a:custGeom>
            <a:avLst/>
            <a:gdLst>
              <a:gd name="connsiteX0" fmla="*/ 79374 w 396240"/>
              <a:gd name="connsiteY0" fmla="*/ 0 h 3462528"/>
              <a:gd name="connsiteX1" fmla="*/ 396240 w 396240"/>
              <a:gd name="connsiteY1" fmla="*/ 0 h 3462528"/>
              <a:gd name="connsiteX2" fmla="*/ 396240 w 396240"/>
              <a:gd name="connsiteY2" fmla="*/ 3462528 h 3462528"/>
              <a:gd name="connsiteX3" fmla="*/ 0 w 396240"/>
              <a:gd name="connsiteY3" fmla="*/ 3462528 h 3462528"/>
              <a:gd name="connsiteX4" fmla="*/ 0 w 396240"/>
              <a:gd name="connsiteY4" fmla="*/ 3460973 h 3462528"/>
              <a:gd name="connsiteX5" fmla="*/ 243204 w 396240"/>
              <a:gd name="connsiteY5" fmla="*/ 3454908 h 3462528"/>
              <a:gd name="connsiteX6" fmla="*/ 352552 w 396240"/>
              <a:gd name="connsiteY6" fmla="*/ 2085974 h 3462528"/>
              <a:gd name="connsiteX7" fmla="*/ 175768 w 396240"/>
              <a:gd name="connsiteY7" fmla="*/ 157354 h 3462528"/>
              <a:gd name="connsiteX8" fmla="*/ 79374 w 396240"/>
              <a:gd name="connsiteY8" fmla="*/ 0 h 346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240" h="3462528">
                <a:moveTo>
                  <a:pt x="79374" y="0"/>
                </a:moveTo>
                <a:lnTo>
                  <a:pt x="396240" y="0"/>
                </a:lnTo>
                <a:lnTo>
                  <a:pt x="396240" y="3462528"/>
                </a:lnTo>
                <a:lnTo>
                  <a:pt x="0" y="3462528"/>
                </a:lnTo>
                <a:lnTo>
                  <a:pt x="0" y="3460973"/>
                </a:lnTo>
                <a:lnTo>
                  <a:pt x="243204" y="3454908"/>
                </a:lnTo>
                <a:cubicBezTo>
                  <a:pt x="262774" y="3454908"/>
                  <a:pt x="352552" y="2105544"/>
                  <a:pt x="352552" y="2085974"/>
                </a:cubicBezTo>
                <a:cubicBezTo>
                  <a:pt x="248920" y="882269"/>
                  <a:pt x="285496" y="1208659"/>
                  <a:pt x="175768" y="157354"/>
                </a:cubicBezTo>
                <a:cubicBezTo>
                  <a:pt x="175768" y="137784"/>
                  <a:pt x="161809" y="11430"/>
                  <a:pt x="79374" y="0"/>
                </a:cubicBezTo>
                <a:close/>
              </a:path>
            </a:pathLst>
          </a:custGeom>
          <a:solidFill>
            <a:srgbClr val="FF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EC1139-ED2C-069C-2175-324E720B5237}"/>
              </a:ext>
            </a:extLst>
          </p:cNvPr>
          <p:cNvSpPr/>
          <p:nvPr/>
        </p:nvSpPr>
        <p:spPr>
          <a:xfrm>
            <a:off x="16564854" y="6262455"/>
            <a:ext cx="421884" cy="3877860"/>
          </a:xfrm>
          <a:prstGeom prst="rect">
            <a:avLst/>
          </a:prstGeom>
          <a:gradFill>
            <a:gsLst>
              <a:gs pos="40000">
                <a:srgbClr val="D02F27"/>
              </a:gs>
              <a:gs pos="0">
                <a:srgbClr val="FF2D2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28362B-9A72-DBE8-3783-AC73E42043FE}"/>
              </a:ext>
            </a:extLst>
          </p:cNvPr>
          <p:cNvSpPr/>
          <p:nvPr/>
        </p:nvSpPr>
        <p:spPr>
          <a:xfrm>
            <a:off x="698660" y="6262315"/>
            <a:ext cx="15866194" cy="415612"/>
          </a:xfrm>
          <a:prstGeom prst="rect">
            <a:avLst/>
          </a:prstGeom>
          <a:gradFill>
            <a:gsLst>
              <a:gs pos="82000">
                <a:srgbClr val="FF2D2D"/>
              </a:gs>
              <a:gs pos="0">
                <a:srgbClr val="FF010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955BA01-66F2-2995-EB34-1C3F9A0BE860}"/>
              </a:ext>
            </a:extLst>
          </p:cNvPr>
          <p:cNvSpPr/>
          <p:nvPr/>
        </p:nvSpPr>
        <p:spPr>
          <a:xfrm>
            <a:off x="698659" y="6259244"/>
            <a:ext cx="15270444" cy="282274"/>
          </a:xfrm>
          <a:custGeom>
            <a:avLst/>
            <a:gdLst>
              <a:gd name="connsiteX0" fmla="*/ 14560061 w 15270444"/>
              <a:gd name="connsiteY0" fmla="*/ 0 h 282274"/>
              <a:gd name="connsiteX1" fmla="*/ 15270444 w 15270444"/>
              <a:gd name="connsiteY1" fmla="*/ 0 h 282274"/>
              <a:gd name="connsiteX2" fmla="*/ 15245679 w 15270444"/>
              <a:gd name="connsiteY2" fmla="*/ 5994 h 282274"/>
              <a:gd name="connsiteX3" fmla="*/ 14560061 w 15270444"/>
              <a:gd name="connsiteY3" fmla="*/ 280314 h 282274"/>
              <a:gd name="connsiteX4" fmla="*/ 14560061 w 15270444"/>
              <a:gd name="connsiteY4" fmla="*/ 282274 h 282274"/>
              <a:gd name="connsiteX5" fmla="*/ 0 w 15270444"/>
              <a:gd name="connsiteY5" fmla="*/ 282274 h 282274"/>
              <a:gd name="connsiteX6" fmla="*/ 0 w 15270444"/>
              <a:gd name="connsiteY6" fmla="*/ 1960 h 282274"/>
              <a:gd name="connsiteX7" fmla="*/ 14560061 w 15270444"/>
              <a:gd name="connsiteY7" fmla="*/ 1960 h 2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70444" h="282274">
                <a:moveTo>
                  <a:pt x="14560061" y="0"/>
                </a:moveTo>
                <a:lnTo>
                  <a:pt x="15270444" y="0"/>
                </a:lnTo>
                <a:lnTo>
                  <a:pt x="15245679" y="5994"/>
                </a:lnTo>
                <a:cubicBezTo>
                  <a:pt x="15196210" y="253644"/>
                  <a:pt x="14929570" y="265074"/>
                  <a:pt x="14560061" y="280314"/>
                </a:cubicBezTo>
                <a:lnTo>
                  <a:pt x="14560061" y="282274"/>
                </a:lnTo>
                <a:lnTo>
                  <a:pt x="0" y="282274"/>
                </a:lnTo>
                <a:lnTo>
                  <a:pt x="0" y="1960"/>
                </a:lnTo>
                <a:lnTo>
                  <a:pt x="14560061" y="1960"/>
                </a:lnTo>
                <a:close/>
              </a:path>
            </a:pathLst>
          </a:custGeom>
          <a:gradFill>
            <a:gsLst>
              <a:gs pos="100000">
                <a:srgbClr val="97AFB3"/>
              </a:gs>
              <a:gs pos="0">
                <a:srgbClr val="9DA5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8FA728-12FB-0686-96D4-A3BF570CFC1D}"/>
              </a:ext>
            </a:extLst>
          </p:cNvPr>
          <p:cNvSpPr/>
          <p:nvPr/>
        </p:nvSpPr>
        <p:spPr>
          <a:xfrm>
            <a:off x="692554" y="9247840"/>
            <a:ext cx="15691838" cy="354252"/>
          </a:xfrm>
          <a:custGeom>
            <a:avLst/>
            <a:gdLst>
              <a:gd name="connsiteX0" fmla="*/ 0 w 15661358"/>
              <a:gd name="connsiteY0" fmla="*/ 0 h 354252"/>
              <a:gd name="connsiteX1" fmla="*/ 15661358 w 15661358"/>
              <a:gd name="connsiteY1" fmla="*/ 0 h 354252"/>
              <a:gd name="connsiteX2" fmla="*/ 15661358 w 15661358"/>
              <a:gd name="connsiteY2" fmla="*/ 354252 h 354252"/>
              <a:gd name="connsiteX3" fmla="*/ 0 w 15661358"/>
              <a:gd name="connsiteY3" fmla="*/ 354252 h 354252"/>
              <a:gd name="connsiteX4" fmla="*/ 0 w 15661358"/>
              <a:gd name="connsiteY4" fmla="*/ 0 h 354252"/>
              <a:gd name="connsiteX0" fmla="*/ 0 w 15661358"/>
              <a:gd name="connsiteY0" fmla="*/ 0 h 354252"/>
              <a:gd name="connsiteX1" fmla="*/ 15661358 w 15661358"/>
              <a:gd name="connsiteY1" fmla="*/ 0 h 354252"/>
              <a:gd name="connsiteX2" fmla="*/ 15634688 w 15661358"/>
              <a:gd name="connsiteY2" fmla="*/ 354252 h 354252"/>
              <a:gd name="connsiteX3" fmla="*/ 0 w 15661358"/>
              <a:gd name="connsiteY3" fmla="*/ 354252 h 354252"/>
              <a:gd name="connsiteX4" fmla="*/ 0 w 15661358"/>
              <a:gd name="connsiteY4" fmla="*/ 0 h 354252"/>
              <a:gd name="connsiteX0" fmla="*/ 0 w 15691838"/>
              <a:gd name="connsiteY0" fmla="*/ 0 h 354252"/>
              <a:gd name="connsiteX1" fmla="*/ 15691838 w 15691838"/>
              <a:gd name="connsiteY1" fmla="*/ 6096 h 354252"/>
              <a:gd name="connsiteX2" fmla="*/ 15634688 w 15691838"/>
              <a:gd name="connsiteY2" fmla="*/ 354252 h 354252"/>
              <a:gd name="connsiteX3" fmla="*/ 0 w 15691838"/>
              <a:gd name="connsiteY3" fmla="*/ 354252 h 354252"/>
              <a:gd name="connsiteX4" fmla="*/ 0 w 15691838"/>
              <a:gd name="connsiteY4" fmla="*/ 0 h 35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91838" h="354252">
                <a:moveTo>
                  <a:pt x="0" y="0"/>
                </a:moveTo>
                <a:lnTo>
                  <a:pt x="15691838" y="6096"/>
                </a:lnTo>
                <a:lnTo>
                  <a:pt x="15634688" y="354252"/>
                </a:lnTo>
                <a:lnTo>
                  <a:pt x="0" y="3542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Picture 2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233B74D0-4BC6-AF75-8045-FD8D4702B9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8000"/>
                    </a14:imgEffect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0002" t="42023" r="6840" b="26961"/>
          <a:stretch/>
        </p:blipFill>
        <p:spPr bwMode="auto">
          <a:xfrm>
            <a:off x="15667599" y="7055579"/>
            <a:ext cx="537210" cy="3025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5295114-6108-920E-2DBD-4BC438428186}"/>
              </a:ext>
            </a:extLst>
          </p:cNvPr>
          <p:cNvSpPr/>
          <p:nvPr/>
        </p:nvSpPr>
        <p:spPr>
          <a:xfrm>
            <a:off x="15746730" y="9247840"/>
            <a:ext cx="377190" cy="361438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7771FB-1F10-553D-3326-7ED37CC441D7}"/>
              </a:ext>
            </a:extLst>
          </p:cNvPr>
          <p:cNvSpPr/>
          <p:nvPr/>
        </p:nvSpPr>
        <p:spPr>
          <a:xfrm>
            <a:off x="15803880" y="7438456"/>
            <a:ext cx="271903" cy="128715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DFC5791-BA9D-D119-7E2C-0188E75AD672}"/>
              </a:ext>
            </a:extLst>
          </p:cNvPr>
          <p:cNvSpPr/>
          <p:nvPr/>
        </p:nvSpPr>
        <p:spPr>
          <a:xfrm>
            <a:off x="14036869" y="715719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635D6B-3609-B9A4-2837-70F006163ADD}"/>
              </a:ext>
            </a:extLst>
          </p:cNvPr>
          <p:cNvCxnSpPr/>
          <p:nvPr/>
        </p:nvCxnSpPr>
        <p:spPr>
          <a:xfrm>
            <a:off x="14564681" y="715719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1B5E0825-BAB7-876C-58B5-607C26C47E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87" t="43681" r="13408" b="26244"/>
          <a:stretch/>
        </p:blipFill>
        <p:spPr bwMode="auto">
          <a:xfrm>
            <a:off x="21412708" y="4795485"/>
            <a:ext cx="1055624" cy="2933659"/>
          </a:xfrm>
          <a:custGeom>
            <a:avLst/>
            <a:gdLst>
              <a:gd name="connsiteX0" fmla="*/ 103546 w 1055624"/>
              <a:gd name="connsiteY0" fmla="*/ 0 h 2933659"/>
              <a:gd name="connsiteX1" fmla="*/ 952078 w 1055624"/>
              <a:gd name="connsiteY1" fmla="*/ 0 h 2933659"/>
              <a:gd name="connsiteX2" fmla="*/ 1055624 w 1055624"/>
              <a:gd name="connsiteY2" fmla="*/ 103895 h 2933659"/>
              <a:gd name="connsiteX3" fmla="*/ 1055624 w 1055624"/>
              <a:gd name="connsiteY3" fmla="*/ 2829764 h 2933659"/>
              <a:gd name="connsiteX4" fmla="*/ 997798 w 1055624"/>
              <a:gd name="connsiteY4" fmla="*/ 2929836 h 2933659"/>
              <a:gd name="connsiteX5" fmla="*/ 80686 w 1055624"/>
              <a:gd name="connsiteY5" fmla="*/ 2933659 h 2933659"/>
              <a:gd name="connsiteX6" fmla="*/ 0 w 1055624"/>
              <a:gd name="connsiteY6" fmla="*/ 2867992 h 2933659"/>
              <a:gd name="connsiteX7" fmla="*/ 0 w 1055624"/>
              <a:gd name="connsiteY7" fmla="*/ 103895 h 2933659"/>
              <a:gd name="connsiteX8" fmla="*/ 103546 w 1055624"/>
              <a:gd name="connsiteY8" fmla="*/ 0 h 293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33659">
                <a:moveTo>
                  <a:pt x="103546" y="0"/>
                </a:moveTo>
                <a:lnTo>
                  <a:pt x="952078" y="0"/>
                </a:lnTo>
                <a:cubicBezTo>
                  <a:pt x="1009264" y="0"/>
                  <a:pt x="1055624" y="46515"/>
                  <a:pt x="1055624" y="103895"/>
                </a:cubicBezTo>
                <a:lnTo>
                  <a:pt x="1055624" y="2829764"/>
                </a:lnTo>
                <a:cubicBezTo>
                  <a:pt x="1055624" y="2887144"/>
                  <a:pt x="1054984" y="2929836"/>
                  <a:pt x="997798" y="2929836"/>
                </a:cubicBezTo>
                <a:lnTo>
                  <a:pt x="80686" y="2933659"/>
                </a:lnTo>
                <a:cubicBezTo>
                  <a:pt x="23500" y="2933659"/>
                  <a:pt x="0" y="2925372"/>
                  <a:pt x="0" y="2867992"/>
                </a:cubicBezTo>
                <a:lnTo>
                  <a:pt x="0" y="103895"/>
                </a:lnTo>
                <a:cubicBezTo>
                  <a:pt x="0" y="46515"/>
                  <a:pt x="46360" y="0"/>
                  <a:pt x="10354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0E3E643-9064-0945-DC18-A9DE1DB3C88C}"/>
              </a:ext>
            </a:extLst>
          </p:cNvPr>
          <p:cNvSpPr/>
          <p:nvPr/>
        </p:nvSpPr>
        <p:spPr>
          <a:xfrm>
            <a:off x="14678013" y="735826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107CE2A-D5DF-6992-8A15-F9988A2D0E29}"/>
              </a:ext>
            </a:extLst>
          </p:cNvPr>
          <p:cNvSpPr/>
          <p:nvPr/>
        </p:nvSpPr>
        <p:spPr>
          <a:xfrm>
            <a:off x="14150201" y="735204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FA0D22-96DD-9B63-A3F4-05D5D2443958}"/>
              </a:ext>
            </a:extLst>
          </p:cNvPr>
          <p:cNvSpPr/>
          <p:nvPr/>
        </p:nvSpPr>
        <p:spPr>
          <a:xfrm>
            <a:off x="14050832" y="9258300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391CCF3-2B1C-49B5-B7C8-B0A97CD4B0D0}"/>
              </a:ext>
            </a:extLst>
          </p:cNvPr>
          <p:cNvSpPr/>
          <p:nvPr/>
        </p:nvSpPr>
        <p:spPr>
          <a:xfrm>
            <a:off x="14591157" y="9258300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Rectangle: Rounded Corners 30">
            <a:extLst>
              <a:ext uri="{FF2B5EF4-FFF2-40B4-BE49-F238E27FC236}">
                <a16:creationId xmlns:a16="http://schemas.microsoft.com/office/drawing/2014/main" id="{0D1E0B66-A25E-DBF4-7668-6B783BA2A0CD}"/>
              </a:ext>
            </a:extLst>
          </p:cNvPr>
          <p:cNvSpPr/>
          <p:nvPr/>
        </p:nvSpPr>
        <p:spPr>
          <a:xfrm>
            <a:off x="21398745" y="7974542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9BBD4AC-048F-CB5D-6235-E3A31CD14B87}"/>
              </a:ext>
            </a:extLst>
          </p:cNvPr>
          <p:cNvCxnSpPr/>
          <p:nvPr/>
        </p:nvCxnSpPr>
        <p:spPr>
          <a:xfrm>
            <a:off x="21926557" y="7974542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C590512-0053-E26F-1D3E-2CD6E9FAB9E8}"/>
              </a:ext>
            </a:extLst>
          </p:cNvPr>
          <p:cNvSpPr/>
          <p:nvPr/>
        </p:nvSpPr>
        <p:spPr>
          <a:xfrm>
            <a:off x="22039889" y="8175617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13C2F3B-A4E3-CC6E-09D3-F660D0648F2D}"/>
              </a:ext>
            </a:extLst>
          </p:cNvPr>
          <p:cNvSpPr/>
          <p:nvPr/>
        </p:nvSpPr>
        <p:spPr>
          <a:xfrm>
            <a:off x="21512077" y="8169394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75E11F-D9C5-3421-61E6-083BC76D5F36}"/>
              </a:ext>
            </a:extLst>
          </p:cNvPr>
          <p:cNvSpPr/>
          <p:nvPr/>
        </p:nvSpPr>
        <p:spPr>
          <a:xfrm>
            <a:off x="21412708" y="10075651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C267D9A-2B29-5DC6-B699-53C3AC9F9D51}"/>
              </a:ext>
            </a:extLst>
          </p:cNvPr>
          <p:cNvSpPr/>
          <p:nvPr/>
        </p:nvSpPr>
        <p:spPr>
          <a:xfrm>
            <a:off x="21953033" y="10075651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Rectangle: Rounded Corners 30">
            <a:extLst>
              <a:ext uri="{FF2B5EF4-FFF2-40B4-BE49-F238E27FC236}">
                <a16:creationId xmlns:a16="http://schemas.microsoft.com/office/drawing/2014/main" id="{4D415B64-7C22-F906-EA0C-B6B4FDD383C5}"/>
              </a:ext>
            </a:extLst>
          </p:cNvPr>
          <p:cNvSpPr/>
          <p:nvPr/>
        </p:nvSpPr>
        <p:spPr>
          <a:xfrm>
            <a:off x="10086590" y="717626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00B5D06-70BD-5757-16A3-91554A2DAC2A}"/>
              </a:ext>
            </a:extLst>
          </p:cNvPr>
          <p:cNvCxnSpPr/>
          <p:nvPr/>
        </p:nvCxnSpPr>
        <p:spPr>
          <a:xfrm>
            <a:off x="10614402" y="717626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3779F49-85FB-2058-A2BB-2EDF7EC0CA16}"/>
              </a:ext>
            </a:extLst>
          </p:cNvPr>
          <p:cNvSpPr/>
          <p:nvPr/>
        </p:nvSpPr>
        <p:spPr>
          <a:xfrm>
            <a:off x="10731827" y="7383298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EECF965-9974-A390-3EB5-7EF61A198DCB}"/>
              </a:ext>
            </a:extLst>
          </p:cNvPr>
          <p:cNvSpPr/>
          <p:nvPr/>
        </p:nvSpPr>
        <p:spPr>
          <a:xfrm>
            <a:off x="10199922" y="737111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15F373-0530-5C06-81D7-CC29AEDED82B}"/>
              </a:ext>
            </a:extLst>
          </p:cNvPr>
          <p:cNvSpPr/>
          <p:nvPr/>
        </p:nvSpPr>
        <p:spPr>
          <a:xfrm>
            <a:off x="10100553" y="9277369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F1BB1F0-A464-C447-173D-3F5B7B0EBF26}"/>
              </a:ext>
            </a:extLst>
          </p:cNvPr>
          <p:cNvSpPr/>
          <p:nvPr/>
        </p:nvSpPr>
        <p:spPr>
          <a:xfrm>
            <a:off x="10640878" y="9277369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Rectangle: Rounded Corners 30">
            <a:extLst>
              <a:ext uri="{FF2B5EF4-FFF2-40B4-BE49-F238E27FC236}">
                <a16:creationId xmlns:a16="http://schemas.microsoft.com/office/drawing/2014/main" id="{0D44F35C-4113-5715-452B-8385D67212C6}"/>
              </a:ext>
            </a:extLst>
          </p:cNvPr>
          <p:cNvSpPr/>
          <p:nvPr/>
        </p:nvSpPr>
        <p:spPr>
          <a:xfrm>
            <a:off x="6130160" y="718388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06763C2-29F0-DEA9-58E7-8F4C5216C01B}"/>
              </a:ext>
            </a:extLst>
          </p:cNvPr>
          <p:cNvCxnSpPr/>
          <p:nvPr/>
        </p:nvCxnSpPr>
        <p:spPr>
          <a:xfrm>
            <a:off x="6657972" y="718388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8BE1A65-43E4-0F16-0B73-DC41DAA5502D}"/>
              </a:ext>
            </a:extLst>
          </p:cNvPr>
          <p:cNvSpPr/>
          <p:nvPr/>
        </p:nvSpPr>
        <p:spPr>
          <a:xfrm>
            <a:off x="6771304" y="7384955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12066C6E-70F7-4FF2-128B-3ED3F67B9356}"/>
              </a:ext>
            </a:extLst>
          </p:cNvPr>
          <p:cNvSpPr/>
          <p:nvPr/>
        </p:nvSpPr>
        <p:spPr>
          <a:xfrm>
            <a:off x="6243492" y="737873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F41AA1DC-DED1-7A9E-3D98-9AEA2076DF3E}"/>
              </a:ext>
            </a:extLst>
          </p:cNvPr>
          <p:cNvSpPr/>
          <p:nvPr/>
        </p:nvSpPr>
        <p:spPr>
          <a:xfrm>
            <a:off x="6144123" y="9284989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F6176077-FF30-3063-F824-D1431F90D2E9}"/>
              </a:ext>
            </a:extLst>
          </p:cNvPr>
          <p:cNvSpPr/>
          <p:nvPr/>
        </p:nvSpPr>
        <p:spPr>
          <a:xfrm>
            <a:off x="6684448" y="9284989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7" name="Rectangle: Rounded Corners 30">
            <a:extLst>
              <a:ext uri="{FF2B5EF4-FFF2-40B4-BE49-F238E27FC236}">
                <a16:creationId xmlns:a16="http://schemas.microsoft.com/office/drawing/2014/main" id="{DCBA984B-5F05-7EAD-09CD-B0CDCBCF247B}"/>
              </a:ext>
            </a:extLst>
          </p:cNvPr>
          <p:cNvSpPr/>
          <p:nvPr/>
        </p:nvSpPr>
        <p:spPr>
          <a:xfrm>
            <a:off x="2212750" y="715719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58FF6268-3680-5ADC-FFC1-5E72B1B777C6}"/>
              </a:ext>
            </a:extLst>
          </p:cNvPr>
          <p:cNvCxnSpPr/>
          <p:nvPr/>
        </p:nvCxnSpPr>
        <p:spPr>
          <a:xfrm>
            <a:off x="2740562" y="715719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Rectangle: Rounded Corners 1028">
            <a:extLst>
              <a:ext uri="{FF2B5EF4-FFF2-40B4-BE49-F238E27FC236}">
                <a16:creationId xmlns:a16="http://schemas.microsoft.com/office/drawing/2014/main" id="{A73F38FE-CEB5-D174-DD87-3E15DF897080}"/>
              </a:ext>
            </a:extLst>
          </p:cNvPr>
          <p:cNvSpPr/>
          <p:nvPr/>
        </p:nvSpPr>
        <p:spPr>
          <a:xfrm>
            <a:off x="2853894" y="735826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Rectangle: Rounded Corners 1029">
            <a:extLst>
              <a:ext uri="{FF2B5EF4-FFF2-40B4-BE49-F238E27FC236}">
                <a16:creationId xmlns:a16="http://schemas.microsoft.com/office/drawing/2014/main" id="{FAAA5BB9-4550-007A-8F98-2E9D65E87A08}"/>
              </a:ext>
            </a:extLst>
          </p:cNvPr>
          <p:cNvSpPr/>
          <p:nvPr/>
        </p:nvSpPr>
        <p:spPr>
          <a:xfrm>
            <a:off x="2326082" y="735204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0F1B209-4712-FB7A-9B2D-7E34576D6015}"/>
              </a:ext>
            </a:extLst>
          </p:cNvPr>
          <p:cNvSpPr/>
          <p:nvPr/>
        </p:nvSpPr>
        <p:spPr>
          <a:xfrm>
            <a:off x="2226713" y="9258300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6B0448B9-1E1B-BCA5-0CD2-B806D9F12C1C}"/>
              </a:ext>
            </a:extLst>
          </p:cNvPr>
          <p:cNvSpPr/>
          <p:nvPr/>
        </p:nvSpPr>
        <p:spPr>
          <a:xfrm>
            <a:off x="2761958" y="9258300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Rectangle: Rounded Corners 1032">
            <a:extLst>
              <a:ext uri="{FF2B5EF4-FFF2-40B4-BE49-F238E27FC236}">
                <a16:creationId xmlns:a16="http://schemas.microsoft.com/office/drawing/2014/main" id="{7E75B966-6674-C3C7-E543-3C6BFAAE5E35}"/>
              </a:ext>
            </a:extLst>
          </p:cNvPr>
          <p:cNvSpPr/>
          <p:nvPr/>
        </p:nvSpPr>
        <p:spPr>
          <a:xfrm>
            <a:off x="11829904" y="7232235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Rectangle: Rounded Corners 1033">
            <a:extLst>
              <a:ext uri="{FF2B5EF4-FFF2-40B4-BE49-F238E27FC236}">
                <a16:creationId xmlns:a16="http://schemas.microsoft.com/office/drawing/2014/main" id="{B143A9E0-7E6F-BBE8-DF1D-782923B171D0}"/>
              </a:ext>
            </a:extLst>
          </p:cNvPr>
          <p:cNvSpPr/>
          <p:nvPr/>
        </p:nvSpPr>
        <p:spPr>
          <a:xfrm>
            <a:off x="13448420" y="11540430"/>
            <a:ext cx="1538033" cy="1627914"/>
          </a:xfrm>
          <a:prstGeom prst="roundRect">
            <a:avLst>
              <a:gd name="adj" fmla="val 9731"/>
            </a:avLst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73C2CDF5-C307-F097-7A69-0DA310732BBA}"/>
              </a:ext>
            </a:extLst>
          </p:cNvPr>
          <p:cNvCxnSpPr>
            <a:cxnSpLocks/>
            <a:endCxn id="1033" idx="2"/>
          </p:cNvCxnSpPr>
          <p:nvPr/>
        </p:nvCxnSpPr>
        <p:spPr>
          <a:xfrm>
            <a:off x="12598920" y="7248763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Rectangle: Rounded Corners 1036">
            <a:extLst>
              <a:ext uri="{FF2B5EF4-FFF2-40B4-BE49-F238E27FC236}">
                <a16:creationId xmlns:a16="http://schemas.microsoft.com/office/drawing/2014/main" id="{0213400B-A76B-505F-052E-A556230C0C42}"/>
              </a:ext>
            </a:extLst>
          </p:cNvPr>
          <p:cNvSpPr/>
          <p:nvPr/>
        </p:nvSpPr>
        <p:spPr>
          <a:xfrm>
            <a:off x="7877344" y="7202046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4A5F59D1-9A4B-B114-CE7F-79F02EF15F7D}"/>
              </a:ext>
            </a:extLst>
          </p:cNvPr>
          <p:cNvCxnSpPr>
            <a:cxnSpLocks/>
            <a:endCxn id="1037" idx="2"/>
          </p:cNvCxnSpPr>
          <p:nvPr/>
        </p:nvCxnSpPr>
        <p:spPr>
          <a:xfrm>
            <a:off x="8646360" y="7218574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B158BE65-2BC0-F69D-C97A-709462EA827E}"/>
              </a:ext>
            </a:extLst>
          </p:cNvPr>
          <p:cNvSpPr/>
          <p:nvPr/>
        </p:nvSpPr>
        <p:spPr>
          <a:xfrm>
            <a:off x="3945660" y="7244444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618FCEB2-404B-B948-F9DE-B7C886B27064}"/>
              </a:ext>
            </a:extLst>
          </p:cNvPr>
          <p:cNvCxnSpPr>
            <a:cxnSpLocks/>
            <a:endCxn id="1039" idx="2"/>
          </p:cNvCxnSpPr>
          <p:nvPr/>
        </p:nvCxnSpPr>
        <p:spPr>
          <a:xfrm>
            <a:off x="4714676" y="7260972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Rectangle: Rounded Corners 1040">
            <a:extLst>
              <a:ext uri="{FF2B5EF4-FFF2-40B4-BE49-F238E27FC236}">
                <a16:creationId xmlns:a16="http://schemas.microsoft.com/office/drawing/2014/main" id="{F4A83C26-FCA1-384D-76AD-9F13C45E670E}"/>
              </a:ext>
            </a:extLst>
          </p:cNvPr>
          <p:cNvSpPr/>
          <p:nvPr/>
        </p:nvSpPr>
        <p:spPr>
          <a:xfrm>
            <a:off x="958503" y="7256614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3" name="Picture 1042">
            <a:extLst>
              <a:ext uri="{FF2B5EF4-FFF2-40B4-BE49-F238E27FC236}">
                <a16:creationId xmlns:a16="http://schemas.microsoft.com/office/drawing/2014/main" id="{33FF9DFB-BD6B-ED8D-FCD2-7795EBD8EA4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018"/>
          <a:stretch/>
        </p:blipFill>
        <p:spPr>
          <a:xfrm>
            <a:off x="17490168" y="2913398"/>
            <a:ext cx="6893832" cy="2298504"/>
          </a:xfrm>
          <a:prstGeom prst="rect">
            <a:avLst/>
          </a:prstGeom>
        </p:spPr>
      </p:pic>
      <p:sp>
        <p:nvSpPr>
          <p:cNvPr id="1044" name="Rectangle: Rounded Corners 1043">
            <a:extLst>
              <a:ext uri="{FF2B5EF4-FFF2-40B4-BE49-F238E27FC236}">
                <a16:creationId xmlns:a16="http://schemas.microsoft.com/office/drawing/2014/main" id="{F00532A6-A5F9-959D-FCDE-964548C5FE5B}"/>
              </a:ext>
            </a:extLst>
          </p:cNvPr>
          <p:cNvSpPr/>
          <p:nvPr/>
        </p:nvSpPr>
        <p:spPr>
          <a:xfrm>
            <a:off x="11927205" y="6753225"/>
            <a:ext cx="563880" cy="233409"/>
          </a:xfrm>
          <a:prstGeom prst="roundRect">
            <a:avLst>
              <a:gd name="adj" fmla="val 13875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角丸四角形 62">
            <a:extLst>
              <a:ext uri="{FF2B5EF4-FFF2-40B4-BE49-F238E27FC236}">
                <a16:creationId xmlns:a16="http://schemas.microsoft.com/office/drawing/2014/main" id="{BD1AA973-3E93-F31A-122B-91397002448C}"/>
              </a:ext>
            </a:extLst>
          </p:cNvPr>
          <p:cNvSpPr/>
          <p:nvPr/>
        </p:nvSpPr>
        <p:spPr>
          <a:xfrm>
            <a:off x="8215387" y="6739895"/>
            <a:ext cx="97536" cy="227907"/>
          </a:xfrm>
          <a:prstGeom prst="roundRect">
            <a:avLst>
              <a:gd name="adj" fmla="val 50000"/>
            </a:avLst>
          </a:prstGeom>
          <a:solidFill>
            <a:srgbClr val="23121C"/>
          </a:solidFill>
          <a:ln>
            <a:noFill/>
          </a:ln>
          <a:effectLst>
            <a:glow rad="25400">
              <a:srgbClr val="23121C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1046" name="円/楕円 63">
            <a:extLst>
              <a:ext uri="{FF2B5EF4-FFF2-40B4-BE49-F238E27FC236}">
                <a16:creationId xmlns:a16="http://schemas.microsoft.com/office/drawing/2014/main" id="{440422B7-DF58-D2BC-E750-39D4CEEF2E5E}"/>
              </a:ext>
            </a:extLst>
          </p:cNvPr>
          <p:cNvSpPr/>
          <p:nvPr/>
        </p:nvSpPr>
        <p:spPr>
          <a:xfrm>
            <a:off x="8215387" y="6991270"/>
            <a:ext cx="97536" cy="141435"/>
          </a:xfrm>
          <a:prstGeom prst="ellipse">
            <a:avLst/>
          </a:prstGeom>
          <a:solidFill>
            <a:srgbClr val="681F00"/>
          </a:solidFill>
          <a:ln>
            <a:noFill/>
          </a:ln>
          <a:effectLst>
            <a:glow rad="25400">
              <a:srgbClr val="681F0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F13A757-A37E-3AEE-BCA6-CB969E17C5D3}"/>
              </a:ext>
            </a:extLst>
          </p:cNvPr>
          <p:cNvSpPr/>
          <p:nvPr/>
        </p:nvSpPr>
        <p:spPr>
          <a:xfrm>
            <a:off x="862964" y="1059817"/>
            <a:ext cx="1990929" cy="452695"/>
          </a:xfrm>
          <a:custGeom>
            <a:avLst/>
            <a:gdLst>
              <a:gd name="connsiteX0" fmla="*/ 42250 w 1990929"/>
              <a:gd name="connsiteY0" fmla="*/ 0 h 452695"/>
              <a:gd name="connsiteX1" fmla="*/ 1948679 w 1990929"/>
              <a:gd name="connsiteY1" fmla="*/ 0 h 452695"/>
              <a:gd name="connsiteX2" fmla="*/ 1990929 w 1990929"/>
              <a:gd name="connsiteY2" fmla="*/ 42250 h 452695"/>
              <a:gd name="connsiteX3" fmla="*/ 1990929 w 1990929"/>
              <a:gd name="connsiteY3" fmla="*/ 72152 h 452695"/>
              <a:gd name="connsiteX4" fmla="*/ 1821206 w 1990929"/>
              <a:gd name="connsiteY4" fmla="*/ 72152 h 452695"/>
              <a:gd name="connsiteX5" fmla="*/ 1821206 w 1990929"/>
              <a:gd name="connsiteY5" fmla="*/ 75635 h 452695"/>
              <a:gd name="connsiteX6" fmla="*/ 1713584 w 1990929"/>
              <a:gd name="connsiteY6" fmla="*/ 75635 h 452695"/>
              <a:gd name="connsiteX7" fmla="*/ 1676400 w 1990929"/>
              <a:gd name="connsiteY7" fmla="*/ 112819 h 452695"/>
              <a:gd name="connsiteX8" fmla="*/ 1676400 w 1990929"/>
              <a:gd name="connsiteY8" fmla="*/ 356933 h 452695"/>
              <a:gd name="connsiteX9" fmla="*/ 1676400 w 1990929"/>
              <a:gd name="connsiteY9" fmla="*/ 412027 h 452695"/>
              <a:gd name="connsiteX10" fmla="*/ 1676400 w 1990929"/>
              <a:gd name="connsiteY10" fmla="*/ 452695 h 452695"/>
              <a:gd name="connsiteX11" fmla="*/ 42250 w 1990929"/>
              <a:gd name="connsiteY11" fmla="*/ 452695 h 452695"/>
              <a:gd name="connsiteX12" fmla="*/ 0 w 1990929"/>
              <a:gd name="connsiteY12" fmla="*/ 410445 h 452695"/>
              <a:gd name="connsiteX13" fmla="*/ 0 w 1990929"/>
              <a:gd name="connsiteY13" fmla="*/ 42250 h 452695"/>
              <a:gd name="connsiteX14" fmla="*/ 42250 w 1990929"/>
              <a:gd name="connsiteY14" fmla="*/ 0 h 45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90929" h="452695">
                <a:moveTo>
                  <a:pt x="42250" y="0"/>
                </a:moveTo>
                <a:lnTo>
                  <a:pt x="1948679" y="0"/>
                </a:lnTo>
                <a:cubicBezTo>
                  <a:pt x="1972013" y="0"/>
                  <a:pt x="1990929" y="18916"/>
                  <a:pt x="1990929" y="42250"/>
                </a:cubicBezTo>
                <a:lnTo>
                  <a:pt x="1990929" y="72152"/>
                </a:lnTo>
                <a:lnTo>
                  <a:pt x="1821206" y="72152"/>
                </a:lnTo>
                <a:lnTo>
                  <a:pt x="1821206" y="75635"/>
                </a:lnTo>
                <a:lnTo>
                  <a:pt x="1713584" y="75635"/>
                </a:lnTo>
                <a:cubicBezTo>
                  <a:pt x="1693048" y="75635"/>
                  <a:pt x="1676400" y="92283"/>
                  <a:pt x="1676400" y="112819"/>
                </a:cubicBezTo>
                <a:lnTo>
                  <a:pt x="1676400" y="356933"/>
                </a:lnTo>
                <a:lnTo>
                  <a:pt x="1676400" y="412027"/>
                </a:lnTo>
                <a:lnTo>
                  <a:pt x="1676400" y="452695"/>
                </a:lnTo>
                <a:lnTo>
                  <a:pt x="42250" y="452695"/>
                </a:lnTo>
                <a:cubicBezTo>
                  <a:pt x="18916" y="452695"/>
                  <a:pt x="0" y="433779"/>
                  <a:pt x="0" y="410445"/>
                </a:cubicBezTo>
                <a:lnTo>
                  <a:pt x="0" y="42250"/>
                </a:lnTo>
                <a:cubicBezTo>
                  <a:pt x="0" y="18916"/>
                  <a:pt x="18916" y="0"/>
                  <a:pt x="4225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E2AC08E7-5061-0D92-5D8C-855C170EAB2D}"/>
              </a:ext>
            </a:extLst>
          </p:cNvPr>
          <p:cNvSpPr/>
          <p:nvPr/>
        </p:nvSpPr>
        <p:spPr>
          <a:xfrm>
            <a:off x="2971825" y="2440990"/>
            <a:ext cx="165735" cy="1062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41C1A8-8BB4-EFB1-EEFA-529D66EEDE3A}"/>
              </a:ext>
            </a:extLst>
          </p:cNvPr>
          <p:cNvSpPr/>
          <p:nvPr/>
        </p:nvSpPr>
        <p:spPr>
          <a:xfrm>
            <a:off x="2853893" y="1041324"/>
            <a:ext cx="1990929" cy="452695"/>
          </a:xfrm>
          <a:prstGeom prst="roundRect">
            <a:avLst>
              <a:gd name="adj" fmla="val 933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901E16-CEB3-5CA7-18B4-3ECB7255E114}"/>
              </a:ext>
            </a:extLst>
          </p:cNvPr>
          <p:cNvSpPr/>
          <p:nvPr/>
        </p:nvSpPr>
        <p:spPr>
          <a:xfrm>
            <a:off x="4530293" y="1116960"/>
            <a:ext cx="314529" cy="373576"/>
          </a:xfrm>
          <a:prstGeom prst="roundRect">
            <a:avLst>
              <a:gd name="adj" fmla="val 1182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B9297C-268C-4F7C-2D07-B5EA18313756}"/>
              </a:ext>
            </a:extLst>
          </p:cNvPr>
          <p:cNvSpPr/>
          <p:nvPr/>
        </p:nvSpPr>
        <p:spPr>
          <a:xfrm>
            <a:off x="4530293" y="1398258"/>
            <a:ext cx="345046" cy="1062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A2E145-3E08-02FF-25ED-072CE19E0559}"/>
              </a:ext>
            </a:extLst>
          </p:cNvPr>
          <p:cNvSpPr/>
          <p:nvPr/>
        </p:nvSpPr>
        <p:spPr>
          <a:xfrm>
            <a:off x="4675099" y="1113477"/>
            <a:ext cx="200240" cy="1062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228017B-9D5C-41CC-352E-F6B04360F825}"/>
              </a:ext>
            </a:extLst>
          </p:cNvPr>
          <p:cNvSpPr/>
          <p:nvPr/>
        </p:nvSpPr>
        <p:spPr>
          <a:xfrm>
            <a:off x="7424448" y="1324905"/>
            <a:ext cx="1990929" cy="452695"/>
          </a:xfrm>
          <a:prstGeom prst="roundRect">
            <a:avLst>
              <a:gd name="adj" fmla="val 933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E3822EB-AAD9-FAD4-5E80-020BC966ACFD}"/>
              </a:ext>
            </a:extLst>
          </p:cNvPr>
          <p:cNvSpPr/>
          <p:nvPr/>
        </p:nvSpPr>
        <p:spPr>
          <a:xfrm>
            <a:off x="9100848" y="1400541"/>
            <a:ext cx="314529" cy="373576"/>
          </a:xfrm>
          <a:prstGeom prst="roundRect">
            <a:avLst>
              <a:gd name="adj" fmla="val 1182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389F2E-4704-F5E1-3D6F-D730856B136C}"/>
              </a:ext>
            </a:extLst>
          </p:cNvPr>
          <p:cNvSpPr/>
          <p:nvPr/>
        </p:nvSpPr>
        <p:spPr>
          <a:xfrm>
            <a:off x="9100848" y="1681839"/>
            <a:ext cx="277467" cy="1062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129FB7-19D8-4C7F-3F3A-6968539AE941}"/>
              </a:ext>
            </a:extLst>
          </p:cNvPr>
          <p:cNvSpPr/>
          <p:nvPr/>
        </p:nvSpPr>
        <p:spPr>
          <a:xfrm>
            <a:off x="9245654" y="1397058"/>
            <a:ext cx="200240" cy="1062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Freeform: Shape 1035">
            <a:extLst>
              <a:ext uri="{FF2B5EF4-FFF2-40B4-BE49-F238E27FC236}">
                <a16:creationId xmlns:a16="http://schemas.microsoft.com/office/drawing/2014/main" id="{46855F1B-40F0-0D06-B879-1153649696B1}"/>
              </a:ext>
            </a:extLst>
          </p:cNvPr>
          <p:cNvSpPr/>
          <p:nvPr/>
        </p:nvSpPr>
        <p:spPr>
          <a:xfrm>
            <a:off x="6286392" y="2725383"/>
            <a:ext cx="1899361" cy="443890"/>
          </a:xfrm>
          <a:custGeom>
            <a:avLst/>
            <a:gdLst>
              <a:gd name="connsiteX0" fmla="*/ 1449781 w 1899361"/>
              <a:gd name="connsiteY0" fmla="*/ 0 h 443890"/>
              <a:gd name="connsiteX1" fmla="*/ 1899361 w 1899361"/>
              <a:gd name="connsiteY1" fmla="*/ 0 h 443890"/>
              <a:gd name="connsiteX2" fmla="*/ 1899361 w 1899361"/>
              <a:gd name="connsiteY2" fmla="*/ 89316 h 443890"/>
              <a:gd name="connsiteX3" fmla="*/ 1711488 w 1899361"/>
              <a:gd name="connsiteY3" fmla="*/ 89316 h 443890"/>
              <a:gd name="connsiteX4" fmla="*/ 1669150 w 1899361"/>
              <a:gd name="connsiteY4" fmla="*/ 131654 h 443890"/>
              <a:gd name="connsiteX5" fmla="*/ 1669150 w 1899361"/>
              <a:gd name="connsiteY5" fmla="*/ 177892 h 443890"/>
              <a:gd name="connsiteX6" fmla="*/ 1666419 w 1899361"/>
              <a:gd name="connsiteY6" fmla="*/ 177892 h 443890"/>
              <a:gd name="connsiteX7" fmla="*/ 1666419 w 1899361"/>
              <a:gd name="connsiteY7" fmla="*/ 404200 h 443890"/>
              <a:gd name="connsiteX8" fmla="*/ 1626729 w 1899361"/>
              <a:gd name="connsiteY8" fmla="*/ 443890 h 443890"/>
              <a:gd name="connsiteX9" fmla="*/ 735330 w 1899361"/>
              <a:gd name="connsiteY9" fmla="*/ 443890 h 443890"/>
              <a:gd name="connsiteX10" fmla="*/ 406899 w 1899361"/>
              <a:gd name="connsiteY10" fmla="*/ 443890 h 443890"/>
              <a:gd name="connsiteX11" fmla="*/ 0 w 1899361"/>
              <a:gd name="connsiteY11" fmla="*/ 443890 h 443890"/>
              <a:gd name="connsiteX12" fmla="*/ 0 w 1899361"/>
              <a:gd name="connsiteY12" fmla="*/ 753 h 443890"/>
              <a:gd name="connsiteX13" fmla="*/ 405142 w 1899361"/>
              <a:gd name="connsiteY13" fmla="*/ 753 h 443890"/>
              <a:gd name="connsiteX14" fmla="*/ 406899 w 1899361"/>
              <a:gd name="connsiteY14" fmla="*/ 25 h 443890"/>
              <a:gd name="connsiteX15" fmla="*/ 1449781 w 1899361"/>
              <a:gd name="connsiteY15" fmla="*/ 25 h 443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99361" h="443890">
                <a:moveTo>
                  <a:pt x="1449781" y="0"/>
                </a:moveTo>
                <a:lnTo>
                  <a:pt x="1899361" y="0"/>
                </a:lnTo>
                <a:lnTo>
                  <a:pt x="1899361" y="89316"/>
                </a:lnTo>
                <a:lnTo>
                  <a:pt x="1711488" y="89316"/>
                </a:lnTo>
                <a:cubicBezTo>
                  <a:pt x="1688105" y="89316"/>
                  <a:pt x="1669150" y="108271"/>
                  <a:pt x="1669150" y="131654"/>
                </a:cubicBezTo>
                <a:lnTo>
                  <a:pt x="1669150" y="177892"/>
                </a:lnTo>
                <a:lnTo>
                  <a:pt x="1666419" y="177892"/>
                </a:lnTo>
                <a:lnTo>
                  <a:pt x="1666419" y="404200"/>
                </a:lnTo>
                <a:cubicBezTo>
                  <a:pt x="1666419" y="426120"/>
                  <a:pt x="1648649" y="443890"/>
                  <a:pt x="1626729" y="443890"/>
                </a:cubicBezTo>
                <a:lnTo>
                  <a:pt x="735330" y="443890"/>
                </a:lnTo>
                <a:lnTo>
                  <a:pt x="406899" y="443890"/>
                </a:lnTo>
                <a:lnTo>
                  <a:pt x="0" y="443890"/>
                </a:lnTo>
                <a:lnTo>
                  <a:pt x="0" y="753"/>
                </a:lnTo>
                <a:lnTo>
                  <a:pt x="405142" y="753"/>
                </a:lnTo>
                <a:lnTo>
                  <a:pt x="406899" y="25"/>
                </a:lnTo>
                <a:lnTo>
                  <a:pt x="1449781" y="2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F11B45F3-D308-D844-815D-64F45579626D}"/>
              </a:ext>
            </a:extLst>
          </p:cNvPr>
          <p:cNvSpPr/>
          <p:nvPr/>
        </p:nvSpPr>
        <p:spPr>
          <a:xfrm>
            <a:off x="701753" y="6602344"/>
            <a:ext cx="1899361" cy="364071"/>
          </a:xfrm>
          <a:custGeom>
            <a:avLst/>
            <a:gdLst>
              <a:gd name="connsiteX0" fmla="*/ 1449781 w 1899361"/>
              <a:gd name="connsiteY0" fmla="*/ 0 h 443890"/>
              <a:gd name="connsiteX1" fmla="*/ 1899361 w 1899361"/>
              <a:gd name="connsiteY1" fmla="*/ 0 h 443890"/>
              <a:gd name="connsiteX2" fmla="*/ 1899361 w 1899361"/>
              <a:gd name="connsiteY2" fmla="*/ 89316 h 443890"/>
              <a:gd name="connsiteX3" fmla="*/ 1711488 w 1899361"/>
              <a:gd name="connsiteY3" fmla="*/ 89316 h 443890"/>
              <a:gd name="connsiteX4" fmla="*/ 1669150 w 1899361"/>
              <a:gd name="connsiteY4" fmla="*/ 131654 h 443890"/>
              <a:gd name="connsiteX5" fmla="*/ 1669150 w 1899361"/>
              <a:gd name="connsiteY5" fmla="*/ 177892 h 443890"/>
              <a:gd name="connsiteX6" fmla="*/ 1666419 w 1899361"/>
              <a:gd name="connsiteY6" fmla="*/ 177892 h 443890"/>
              <a:gd name="connsiteX7" fmla="*/ 1666419 w 1899361"/>
              <a:gd name="connsiteY7" fmla="*/ 404200 h 443890"/>
              <a:gd name="connsiteX8" fmla="*/ 1626729 w 1899361"/>
              <a:gd name="connsiteY8" fmla="*/ 443890 h 443890"/>
              <a:gd name="connsiteX9" fmla="*/ 735330 w 1899361"/>
              <a:gd name="connsiteY9" fmla="*/ 443890 h 443890"/>
              <a:gd name="connsiteX10" fmla="*/ 406899 w 1899361"/>
              <a:gd name="connsiteY10" fmla="*/ 443890 h 443890"/>
              <a:gd name="connsiteX11" fmla="*/ 0 w 1899361"/>
              <a:gd name="connsiteY11" fmla="*/ 443890 h 443890"/>
              <a:gd name="connsiteX12" fmla="*/ 0 w 1899361"/>
              <a:gd name="connsiteY12" fmla="*/ 753 h 443890"/>
              <a:gd name="connsiteX13" fmla="*/ 405142 w 1899361"/>
              <a:gd name="connsiteY13" fmla="*/ 753 h 443890"/>
              <a:gd name="connsiteX14" fmla="*/ 406899 w 1899361"/>
              <a:gd name="connsiteY14" fmla="*/ 25 h 443890"/>
              <a:gd name="connsiteX15" fmla="*/ 1449781 w 1899361"/>
              <a:gd name="connsiteY15" fmla="*/ 25 h 443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99361" h="443890">
                <a:moveTo>
                  <a:pt x="1449781" y="0"/>
                </a:moveTo>
                <a:lnTo>
                  <a:pt x="1899361" y="0"/>
                </a:lnTo>
                <a:lnTo>
                  <a:pt x="1899361" y="89316"/>
                </a:lnTo>
                <a:lnTo>
                  <a:pt x="1711488" y="89316"/>
                </a:lnTo>
                <a:cubicBezTo>
                  <a:pt x="1688105" y="89316"/>
                  <a:pt x="1669150" y="108271"/>
                  <a:pt x="1669150" y="131654"/>
                </a:cubicBezTo>
                <a:lnTo>
                  <a:pt x="1669150" y="177892"/>
                </a:lnTo>
                <a:lnTo>
                  <a:pt x="1666419" y="177892"/>
                </a:lnTo>
                <a:lnTo>
                  <a:pt x="1666419" y="404200"/>
                </a:lnTo>
                <a:cubicBezTo>
                  <a:pt x="1666419" y="426120"/>
                  <a:pt x="1648649" y="443890"/>
                  <a:pt x="1626729" y="443890"/>
                </a:cubicBezTo>
                <a:lnTo>
                  <a:pt x="735330" y="443890"/>
                </a:lnTo>
                <a:lnTo>
                  <a:pt x="406899" y="443890"/>
                </a:lnTo>
                <a:lnTo>
                  <a:pt x="0" y="443890"/>
                </a:lnTo>
                <a:lnTo>
                  <a:pt x="0" y="753"/>
                </a:lnTo>
                <a:lnTo>
                  <a:pt x="405142" y="753"/>
                </a:lnTo>
                <a:lnTo>
                  <a:pt x="406899" y="25"/>
                </a:lnTo>
                <a:lnTo>
                  <a:pt x="1449781" y="25"/>
                </a:lnTo>
                <a:close/>
              </a:path>
            </a:pathLst>
          </a:custGeom>
          <a:solidFill>
            <a:srgbClr val="FF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56" name="Freeform: Shape 1055">
            <a:extLst>
              <a:ext uri="{FF2B5EF4-FFF2-40B4-BE49-F238E27FC236}">
                <a16:creationId xmlns:a16="http://schemas.microsoft.com/office/drawing/2014/main" id="{CE47260C-89A4-2F79-4828-A1E68C72B350}"/>
              </a:ext>
            </a:extLst>
          </p:cNvPr>
          <p:cNvSpPr/>
          <p:nvPr/>
        </p:nvSpPr>
        <p:spPr>
          <a:xfrm>
            <a:off x="15392009" y="7698894"/>
            <a:ext cx="129540" cy="194760"/>
          </a:xfrm>
          <a:custGeom>
            <a:avLst/>
            <a:gdLst>
              <a:gd name="connsiteX0" fmla="*/ 0 w 129540"/>
              <a:gd name="connsiteY0" fmla="*/ 0 h 194760"/>
              <a:gd name="connsiteX1" fmla="*/ 67160 w 129540"/>
              <a:gd name="connsiteY1" fmla="*/ 0 h 194760"/>
              <a:gd name="connsiteX2" fmla="*/ 129540 w 129540"/>
              <a:gd name="connsiteY2" fmla="*/ 62380 h 194760"/>
              <a:gd name="connsiteX3" fmla="*/ 129540 w 129540"/>
              <a:gd name="connsiteY3" fmla="*/ 194760 h 194760"/>
              <a:gd name="connsiteX4" fmla="*/ 50800 w 129540"/>
              <a:gd name="connsiteY4" fmla="*/ 194760 h 194760"/>
              <a:gd name="connsiteX5" fmla="*/ 0 w 129540"/>
              <a:gd name="connsiteY5" fmla="*/ 143960 h 194760"/>
              <a:gd name="connsiteX6" fmla="*/ 0 w 129540"/>
              <a:gd name="connsiteY6" fmla="*/ 0 h 1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540" h="194760">
                <a:moveTo>
                  <a:pt x="0" y="0"/>
                </a:moveTo>
                <a:lnTo>
                  <a:pt x="67160" y="0"/>
                </a:lnTo>
                <a:cubicBezTo>
                  <a:pt x="101612" y="0"/>
                  <a:pt x="129540" y="27928"/>
                  <a:pt x="129540" y="62380"/>
                </a:cubicBezTo>
                <a:lnTo>
                  <a:pt x="129540" y="194760"/>
                </a:lnTo>
                <a:lnTo>
                  <a:pt x="50800" y="194760"/>
                </a:lnTo>
                <a:cubicBezTo>
                  <a:pt x="22744" y="194760"/>
                  <a:pt x="0" y="172016"/>
                  <a:pt x="0" y="14396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7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55" name="Freeform: Shape 1054">
            <a:extLst>
              <a:ext uri="{FF2B5EF4-FFF2-40B4-BE49-F238E27FC236}">
                <a16:creationId xmlns:a16="http://schemas.microsoft.com/office/drawing/2014/main" id="{9B37098F-E64D-3E4F-EA8B-959F94C0E51A}"/>
              </a:ext>
            </a:extLst>
          </p:cNvPr>
          <p:cNvSpPr/>
          <p:nvPr/>
        </p:nvSpPr>
        <p:spPr>
          <a:xfrm>
            <a:off x="15392009" y="7436836"/>
            <a:ext cx="259080" cy="456819"/>
          </a:xfrm>
          <a:custGeom>
            <a:avLst/>
            <a:gdLst>
              <a:gd name="connsiteX0" fmla="*/ 50800 w 259080"/>
              <a:gd name="connsiteY0" fmla="*/ 0 h 456819"/>
              <a:gd name="connsiteX1" fmla="*/ 208280 w 259080"/>
              <a:gd name="connsiteY1" fmla="*/ 0 h 456819"/>
              <a:gd name="connsiteX2" fmla="*/ 259080 w 259080"/>
              <a:gd name="connsiteY2" fmla="*/ 50800 h 456819"/>
              <a:gd name="connsiteX3" fmla="*/ 259080 w 259080"/>
              <a:gd name="connsiteY3" fmla="*/ 406019 h 456819"/>
              <a:gd name="connsiteX4" fmla="*/ 208280 w 259080"/>
              <a:gd name="connsiteY4" fmla="*/ 456819 h 456819"/>
              <a:gd name="connsiteX5" fmla="*/ 129540 w 259080"/>
              <a:gd name="connsiteY5" fmla="*/ 456819 h 456819"/>
              <a:gd name="connsiteX6" fmla="*/ 129540 w 259080"/>
              <a:gd name="connsiteY6" fmla="*/ 324439 h 456819"/>
              <a:gd name="connsiteX7" fmla="*/ 67160 w 259080"/>
              <a:gd name="connsiteY7" fmla="*/ 262059 h 456819"/>
              <a:gd name="connsiteX8" fmla="*/ 0 w 259080"/>
              <a:gd name="connsiteY8" fmla="*/ 262059 h 456819"/>
              <a:gd name="connsiteX9" fmla="*/ 0 w 259080"/>
              <a:gd name="connsiteY9" fmla="*/ 50800 h 456819"/>
              <a:gd name="connsiteX10" fmla="*/ 50800 w 259080"/>
              <a:gd name="connsiteY10" fmla="*/ 0 h 45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080" h="456819">
                <a:moveTo>
                  <a:pt x="50800" y="0"/>
                </a:moveTo>
                <a:lnTo>
                  <a:pt x="208280" y="0"/>
                </a:lnTo>
                <a:cubicBezTo>
                  <a:pt x="236336" y="0"/>
                  <a:pt x="259080" y="22744"/>
                  <a:pt x="259080" y="50800"/>
                </a:cubicBezTo>
                <a:lnTo>
                  <a:pt x="259080" y="406019"/>
                </a:lnTo>
                <a:cubicBezTo>
                  <a:pt x="259080" y="434075"/>
                  <a:pt x="236336" y="456819"/>
                  <a:pt x="208280" y="456819"/>
                </a:cubicBezTo>
                <a:lnTo>
                  <a:pt x="129540" y="456819"/>
                </a:lnTo>
                <a:lnTo>
                  <a:pt x="129540" y="324439"/>
                </a:lnTo>
                <a:cubicBezTo>
                  <a:pt x="129540" y="289987"/>
                  <a:pt x="101612" y="262059"/>
                  <a:pt x="67160" y="262059"/>
                </a:cubicBezTo>
                <a:lnTo>
                  <a:pt x="0" y="262059"/>
                </a:ln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close/>
              </a:path>
            </a:pathLst>
          </a:custGeom>
          <a:solidFill>
            <a:srgbClr val="F646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60" name="Freeform: Shape 1059">
            <a:extLst>
              <a:ext uri="{FF2B5EF4-FFF2-40B4-BE49-F238E27FC236}">
                <a16:creationId xmlns:a16="http://schemas.microsoft.com/office/drawing/2014/main" id="{697DE7A7-CC56-7B3E-45B6-C88D7590D737}"/>
              </a:ext>
            </a:extLst>
          </p:cNvPr>
          <p:cNvSpPr/>
          <p:nvPr/>
        </p:nvSpPr>
        <p:spPr>
          <a:xfrm>
            <a:off x="15203414" y="8201660"/>
            <a:ext cx="35129" cy="102970"/>
          </a:xfrm>
          <a:custGeom>
            <a:avLst/>
            <a:gdLst>
              <a:gd name="connsiteX0" fmla="*/ 0 w 35129"/>
              <a:gd name="connsiteY0" fmla="*/ 0 h 102970"/>
              <a:gd name="connsiteX1" fmla="*/ 18862 w 35129"/>
              <a:gd name="connsiteY1" fmla="*/ 0 h 102970"/>
              <a:gd name="connsiteX2" fmla="*/ 35129 w 35129"/>
              <a:gd name="connsiteY2" fmla="*/ 16267 h 102970"/>
              <a:gd name="connsiteX3" fmla="*/ 35129 w 35129"/>
              <a:gd name="connsiteY3" fmla="*/ 102970 h 102970"/>
              <a:gd name="connsiteX4" fmla="*/ 18271 w 35129"/>
              <a:gd name="connsiteY4" fmla="*/ 91604 h 102970"/>
              <a:gd name="connsiteX5" fmla="*/ 0 w 35129"/>
              <a:gd name="connsiteY5" fmla="*/ 47494 h 102970"/>
              <a:gd name="connsiteX6" fmla="*/ 0 w 35129"/>
              <a:gd name="connsiteY6" fmla="*/ 0 h 10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29" h="102970">
                <a:moveTo>
                  <a:pt x="0" y="0"/>
                </a:moveTo>
                <a:lnTo>
                  <a:pt x="18862" y="0"/>
                </a:lnTo>
                <a:cubicBezTo>
                  <a:pt x="27846" y="0"/>
                  <a:pt x="35129" y="7283"/>
                  <a:pt x="35129" y="16267"/>
                </a:cubicBezTo>
                <a:lnTo>
                  <a:pt x="35129" y="102970"/>
                </a:lnTo>
                <a:lnTo>
                  <a:pt x="18271" y="91604"/>
                </a:lnTo>
                <a:cubicBezTo>
                  <a:pt x="6982" y="80315"/>
                  <a:pt x="0" y="64720"/>
                  <a:pt x="0" y="47494"/>
                </a:cubicBezTo>
                <a:lnTo>
                  <a:pt x="0" y="0"/>
                </a:lnTo>
                <a:close/>
              </a:path>
            </a:pathLst>
          </a:custGeom>
          <a:solidFill>
            <a:srgbClr val="FF77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9" name="Freeform: Shape 1058">
            <a:extLst>
              <a:ext uri="{FF2B5EF4-FFF2-40B4-BE49-F238E27FC236}">
                <a16:creationId xmlns:a16="http://schemas.microsoft.com/office/drawing/2014/main" id="{14ABE544-994D-2755-E564-704ECA38C3B6}"/>
              </a:ext>
            </a:extLst>
          </p:cNvPr>
          <p:cNvSpPr/>
          <p:nvPr/>
        </p:nvSpPr>
        <p:spPr>
          <a:xfrm>
            <a:off x="15203414" y="7698893"/>
            <a:ext cx="318135" cy="612640"/>
          </a:xfrm>
          <a:custGeom>
            <a:avLst/>
            <a:gdLst>
              <a:gd name="connsiteX0" fmla="*/ 62380 w 318135"/>
              <a:gd name="connsiteY0" fmla="*/ 0 h 612640"/>
              <a:gd name="connsiteX1" fmla="*/ 188595 w 318135"/>
              <a:gd name="connsiteY1" fmla="*/ 0 h 612640"/>
              <a:gd name="connsiteX2" fmla="*/ 188595 w 318135"/>
              <a:gd name="connsiteY2" fmla="*/ 143960 h 612640"/>
              <a:gd name="connsiteX3" fmla="*/ 239395 w 318135"/>
              <a:gd name="connsiteY3" fmla="*/ 194760 h 612640"/>
              <a:gd name="connsiteX4" fmla="*/ 318135 w 318135"/>
              <a:gd name="connsiteY4" fmla="*/ 194760 h 612640"/>
              <a:gd name="connsiteX5" fmla="*/ 318135 w 318135"/>
              <a:gd name="connsiteY5" fmla="*/ 550260 h 612640"/>
              <a:gd name="connsiteX6" fmla="*/ 255755 w 318135"/>
              <a:gd name="connsiteY6" fmla="*/ 612640 h 612640"/>
              <a:gd name="connsiteX7" fmla="*/ 62380 w 318135"/>
              <a:gd name="connsiteY7" fmla="*/ 612640 h 612640"/>
              <a:gd name="connsiteX8" fmla="*/ 38099 w 318135"/>
              <a:gd name="connsiteY8" fmla="*/ 607738 h 612640"/>
              <a:gd name="connsiteX9" fmla="*/ 35129 w 318135"/>
              <a:gd name="connsiteY9" fmla="*/ 605736 h 612640"/>
              <a:gd name="connsiteX10" fmla="*/ 35129 w 318135"/>
              <a:gd name="connsiteY10" fmla="*/ 519033 h 612640"/>
              <a:gd name="connsiteX11" fmla="*/ 18862 w 318135"/>
              <a:gd name="connsiteY11" fmla="*/ 502766 h 612640"/>
              <a:gd name="connsiteX12" fmla="*/ 0 w 318135"/>
              <a:gd name="connsiteY12" fmla="*/ 502766 h 612640"/>
              <a:gd name="connsiteX13" fmla="*/ 0 w 318135"/>
              <a:gd name="connsiteY13" fmla="*/ 62380 h 612640"/>
              <a:gd name="connsiteX14" fmla="*/ 62380 w 318135"/>
              <a:gd name="connsiteY14" fmla="*/ 0 h 61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8135" h="612640">
                <a:moveTo>
                  <a:pt x="62380" y="0"/>
                </a:moveTo>
                <a:lnTo>
                  <a:pt x="188595" y="0"/>
                </a:lnTo>
                <a:lnTo>
                  <a:pt x="188595" y="143960"/>
                </a:lnTo>
                <a:cubicBezTo>
                  <a:pt x="188595" y="172016"/>
                  <a:pt x="211339" y="194760"/>
                  <a:pt x="239395" y="194760"/>
                </a:cubicBezTo>
                <a:lnTo>
                  <a:pt x="318135" y="194760"/>
                </a:lnTo>
                <a:lnTo>
                  <a:pt x="318135" y="550260"/>
                </a:lnTo>
                <a:cubicBezTo>
                  <a:pt x="318135" y="584712"/>
                  <a:pt x="290207" y="612640"/>
                  <a:pt x="255755" y="612640"/>
                </a:cubicBezTo>
                <a:lnTo>
                  <a:pt x="62380" y="612640"/>
                </a:lnTo>
                <a:cubicBezTo>
                  <a:pt x="53767" y="612640"/>
                  <a:pt x="45562" y="610895"/>
                  <a:pt x="38099" y="607738"/>
                </a:cubicBezTo>
                <a:lnTo>
                  <a:pt x="35129" y="605736"/>
                </a:lnTo>
                <a:lnTo>
                  <a:pt x="35129" y="519033"/>
                </a:lnTo>
                <a:cubicBezTo>
                  <a:pt x="35129" y="510049"/>
                  <a:pt x="27846" y="502766"/>
                  <a:pt x="18862" y="502766"/>
                </a:cubicBezTo>
                <a:lnTo>
                  <a:pt x="0" y="502766"/>
                </a:lnTo>
                <a:lnTo>
                  <a:pt x="0" y="62380"/>
                </a:lnTo>
                <a:cubicBezTo>
                  <a:pt x="0" y="27928"/>
                  <a:pt x="27928" y="0"/>
                  <a:pt x="62380" y="0"/>
                </a:cubicBezTo>
                <a:close/>
              </a:path>
            </a:pathLst>
          </a:cu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8" name="Freeform: Shape 1057">
            <a:extLst>
              <a:ext uri="{FF2B5EF4-FFF2-40B4-BE49-F238E27FC236}">
                <a16:creationId xmlns:a16="http://schemas.microsoft.com/office/drawing/2014/main" id="{73FC84A9-3E6C-BD10-5A00-2A755976FA63}"/>
              </a:ext>
            </a:extLst>
          </p:cNvPr>
          <p:cNvSpPr/>
          <p:nvPr/>
        </p:nvSpPr>
        <p:spPr>
          <a:xfrm>
            <a:off x="15140940" y="8201660"/>
            <a:ext cx="97603" cy="200677"/>
          </a:xfrm>
          <a:custGeom>
            <a:avLst/>
            <a:gdLst>
              <a:gd name="connsiteX0" fmla="*/ 16267 w 97603"/>
              <a:gd name="connsiteY0" fmla="*/ 0 h 200677"/>
              <a:gd name="connsiteX1" fmla="*/ 62474 w 97603"/>
              <a:gd name="connsiteY1" fmla="*/ 0 h 200677"/>
              <a:gd name="connsiteX2" fmla="*/ 62474 w 97603"/>
              <a:gd name="connsiteY2" fmla="*/ 47494 h 200677"/>
              <a:gd name="connsiteX3" fmla="*/ 80745 w 97603"/>
              <a:gd name="connsiteY3" fmla="*/ 91604 h 200677"/>
              <a:gd name="connsiteX4" fmla="*/ 97603 w 97603"/>
              <a:gd name="connsiteY4" fmla="*/ 102970 h 200677"/>
              <a:gd name="connsiteX5" fmla="*/ 97603 w 97603"/>
              <a:gd name="connsiteY5" fmla="*/ 184410 h 200677"/>
              <a:gd name="connsiteX6" fmla="*/ 81336 w 97603"/>
              <a:gd name="connsiteY6" fmla="*/ 200677 h 200677"/>
              <a:gd name="connsiteX7" fmla="*/ 16267 w 97603"/>
              <a:gd name="connsiteY7" fmla="*/ 200677 h 200677"/>
              <a:gd name="connsiteX8" fmla="*/ 0 w 97603"/>
              <a:gd name="connsiteY8" fmla="*/ 184410 h 200677"/>
              <a:gd name="connsiteX9" fmla="*/ 0 w 97603"/>
              <a:gd name="connsiteY9" fmla="*/ 16267 h 200677"/>
              <a:gd name="connsiteX10" fmla="*/ 16267 w 97603"/>
              <a:gd name="connsiteY10" fmla="*/ 0 h 200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603" h="200677">
                <a:moveTo>
                  <a:pt x="16267" y="0"/>
                </a:moveTo>
                <a:lnTo>
                  <a:pt x="62474" y="0"/>
                </a:lnTo>
                <a:lnTo>
                  <a:pt x="62474" y="47494"/>
                </a:lnTo>
                <a:cubicBezTo>
                  <a:pt x="62474" y="64720"/>
                  <a:pt x="69456" y="80315"/>
                  <a:pt x="80745" y="91604"/>
                </a:cubicBezTo>
                <a:lnTo>
                  <a:pt x="97603" y="102970"/>
                </a:lnTo>
                <a:lnTo>
                  <a:pt x="97603" y="184410"/>
                </a:lnTo>
                <a:cubicBezTo>
                  <a:pt x="97603" y="193394"/>
                  <a:pt x="90320" y="200677"/>
                  <a:pt x="81336" y="200677"/>
                </a:cubicBezTo>
                <a:lnTo>
                  <a:pt x="16267" y="200677"/>
                </a:lnTo>
                <a:cubicBezTo>
                  <a:pt x="7283" y="200677"/>
                  <a:pt x="0" y="193394"/>
                  <a:pt x="0" y="184410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FE3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1" name="Rectangle: Rounded Corners 1060">
            <a:extLst>
              <a:ext uri="{FF2B5EF4-FFF2-40B4-BE49-F238E27FC236}">
                <a16:creationId xmlns:a16="http://schemas.microsoft.com/office/drawing/2014/main" id="{F22E26EA-306E-0AFC-E78F-43477680492B}"/>
              </a:ext>
            </a:extLst>
          </p:cNvPr>
          <p:cNvSpPr/>
          <p:nvPr/>
        </p:nvSpPr>
        <p:spPr>
          <a:xfrm>
            <a:off x="15354300" y="8440420"/>
            <a:ext cx="239208" cy="496411"/>
          </a:xfrm>
          <a:prstGeom prst="roundRect">
            <a:avLst>
              <a:gd name="adj" fmla="val 11358"/>
            </a:avLst>
          </a:prstGeom>
          <a:solidFill>
            <a:srgbClr val="FE3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2" name="Rectangle: Rounded Corners 1061">
            <a:extLst>
              <a:ext uri="{FF2B5EF4-FFF2-40B4-BE49-F238E27FC236}">
                <a16:creationId xmlns:a16="http://schemas.microsoft.com/office/drawing/2014/main" id="{94B2D183-DE92-BC2F-C3EF-5E5851CC1ADF}"/>
              </a:ext>
            </a:extLst>
          </p:cNvPr>
          <p:cNvSpPr/>
          <p:nvPr/>
        </p:nvSpPr>
        <p:spPr>
          <a:xfrm>
            <a:off x="15179452" y="8777819"/>
            <a:ext cx="128102" cy="295475"/>
          </a:xfrm>
          <a:prstGeom prst="roundRect">
            <a:avLst>
              <a:gd name="adj" fmla="val 11358"/>
            </a:avLst>
          </a:pr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3" name="Rectangle: Rounded Corners 1062">
            <a:extLst>
              <a:ext uri="{FF2B5EF4-FFF2-40B4-BE49-F238E27FC236}">
                <a16:creationId xmlns:a16="http://schemas.microsoft.com/office/drawing/2014/main" id="{760C2F01-6382-94C0-B051-E91BDF70D852}"/>
              </a:ext>
            </a:extLst>
          </p:cNvPr>
          <p:cNvSpPr/>
          <p:nvPr/>
        </p:nvSpPr>
        <p:spPr>
          <a:xfrm>
            <a:off x="15252310" y="7231708"/>
            <a:ext cx="128102" cy="199882"/>
          </a:xfrm>
          <a:prstGeom prst="roundRect">
            <a:avLst>
              <a:gd name="adj" fmla="val 11358"/>
            </a:avLst>
          </a:pr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15FDFD94-6F98-3D9C-E6EE-4BE22470AFA7}"/>
              </a:ext>
            </a:extLst>
          </p:cNvPr>
          <p:cNvSpPr/>
          <p:nvPr/>
        </p:nvSpPr>
        <p:spPr>
          <a:xfrm>
            <a:off x="1655818" y="7240434"/>
            <a:ext cx="239208" cy="496411"/>
          </a:xfrm>
          <a:prstGeom prst="roundRect">
            <a:avLst>
              <a:gd name="adj" fmla="val 21976"/>
            </a:avLst>
          </a:prstGeom>
          <a:solidFill>
            <a:srgbClr val="FE3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9" name="Freeform: Shape 1068">
            <a:extLst>
              <a:ext uri="{FF2B5EF4-FFF2-40B4-BE49-F238E27FC236}">
                <a16:creationId xmlns:a16="http://schemas.microsoft.com/office/drawing/2014/main" id="{49A1F695-9BA0-2B1E-D5C8-33E628066718}"/>
              </a:ext>
            </a:extLst>
          </p:cNvPr>
          <p:cNvSpPr/>
          <p:nvPr/>
        </p:nvSpPr>
        <p:spPr>
          <a:xfrm>
            <a:off x="1864026" y="8355026"/>
            <a:ext cx="128121" cy="235254"/>
          </a:xfrm>
          <a:custGeom>
            <a:avLst/>
            <a:gdLst>
              <a:gd name="connsiteX0" fmla="*/ 56235 w 128121"/>
              <a:gd name="connsiteY0" fmla="*/ 0 h 235254"/>
              <a:gd name="connsiteX1" fmla="*/ 128121 w 128121"/>
              <a:gd name="connsiteY1" fmla="*/ 0 h 235254"/>
              <a:gd name="connsiteX2" fmla="*/ 128121 w 128121"/>
              <a:gd name="connsiteY2" fmla="*/ 165226 h 235254"/>
              <a:gd name="connsiteX3" fmla="*/ 58093 w 128121"/>
              <a:gd name="connsiteY3" fmla="*/ 235254 h 235254"/>
              <a:gd name="connsiteX4" fmla="*/ 0 w 128121"/>
              <a:gd name="connsiteY4" fmla="*/ 235254 h 235254"/>
              <a:gd name="connsiteX5" fmla="*/ 0 w 128121"/>
              <a:gd name="connsiteY5" fmla="*/ 56235 h 235254"/>
              <a:gd name="connsiteX6" fmla="*/ 56235 w 128121"/>
              <a:gd name="connsiteY6" fmla="*/ 0 h 235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21" h="235254">
                <a:moveTo>
                  <a:pt x="56235" y="0"/>
                </a:moveTo>
                <a:lnTo>
                  <a:pt x="128121" y="0"/>
                </a:lnTo>
                <a:lnTo>
                  <a:pt x="128121" y="165226"/>
                </a:lnTo>
                <a:cubicBezTo>
                  <a:pt x="128121" y="203901"/>
                  <a:pt x="96768" y="235254"/>
                  <a:pt x="58093" y="235254"/>
                </a:cubicBezTo>
                <a:lnTo>
                  <a:pt x="0" y="235254"/>
                </a:lnTo>
                <a:lnTo>
                  <a:pt x="0" y="56235"/>
                </a:lnTo>
                <a:cubicBezTo>
                  <a:pt x="0" y="25177"/>
                  <a:pt x="25177" y="0"/>
                  <a:pt x="56235" y="0"/>
                </a:cubicBezTo>
                <a:close/>
              </a:path>
            </a:pathLst>
          </a:custGeom>
          <a:solidFill>
            <a:srgbClr val="FF77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8" name="Freeform: Shape 1067">
            <a:extLst>
              <a:ext uri="{FF2B5EF4-FFF2-40B4-BE49-F238E27FC236}">
                <a16:creationId xmlns:a16="http://schemas.microsoft.com/office/drawing/2014/main" id="{95570DA3-E20B-EF13-E3FE-E413D760EB1F}"/>
              </a:ext>
            </a:extLst>
          </p:cNvPr>
          <p:cNvSpPr/>
          <p:nvPr/>
        </p:nvSpPr>
        <p:spPr>
          <a:xfrm>
            <a:off x="1673492" y="7963845"/>
            <a:ext cx="318655" cy="626435"/>
          </a:xfrm>
          <a:custGeom>
            <a:avLst/>
            <a:gdLst>
              <a:gd name="connsiteX0" fmla="*/ 70028 w 318655"/>
              <a:gd name="connsiteY0" fmla="*/ 0 h 626435"/>
              <a:gd name="connsiteX1" fmla="*/ 248627 w 318655"/>
              <a:gd name="connsiteY1" fmla="*/ 0 h 626435"/>
              <a:gd name="connsiteX2" fmla="*/ 318655 w 318655"/>
              <a:gd name="connsiteY2" fmla="*/ 70028 h 626435"/>
              <a:gd name="connsiteX3" fmla="*/ 318655 w 318655"/>
              <a:gd name="connsiteY3" fmla="*/ 391181 h 626435"/>
              <a:gd name="connsiteX4" fmla="*/ 246769 w 318655"/>
              <a:gd name="connsiteY4" fmla="*/ 391181 h 626435"/>
              <a:gd name="connsiteX5" fmla="*/ 190534 w 318655"/>
              <a:gd name="connsiteY5" fmla="*/ 447416 h 626435"/>
              <a:gd name="connsiteX6" fmla="*/ 190534 w 318655"/>
              <a:gd name="connsiteY6" fmla="*/ 626435 h 626435"/>
              <a:gd name="connsiteX7" fmla="*/ 70028 w 318655"/>
              <a:gd name="connsiteY7" fmla="*/ 626435 h 626435"/>
              <a:gd name="connsiteX8" fmla="*/ 0 w 318655"/>
              <a:gd name="connsiteY8" fmla="*/ 556407 h 626435"/>
              <a:gd name="connsiteX9" fmla="*/ 0 w 318655"/>
              <a:gd name="connsiteY9" fmla="*/ 70028 h 626435"/>
              <a:gd name="connsiteX10" fmla="*/ 70028 w 318655"/>
              <a:gd name="connsiteY10" fmla="*/ 0 h 626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8655" h="626435">
                <a:moveTo>
                  <a:pt x="70028" y="0"/>
                </a:moveTo>
                <a:lnTo>
                  <a:pt x="248627" y="0"/>
                </a:lnTo>
                <a:cubicBezTo>
                  <a:pt x="287302" y="0"/>
                  <a:pt x="318655" y="31353"/>
                  <a:pt x="318655" y="70028"/>
                </a:cubicBezTo>
                <a:lnTo>
                  <a:pt x="318655" y="391181"/>
                </a:lnTo>
                <a:lnTo>
                  <a:pt x="246769" y="391181"/>
                </a:lnTo>
                <a:cubicBezTo>
                  <a:pt x="215711" y="391181"/>
                  <a:pt x="190534" y="416358"/>
                  <a:pt x="190534" y="447416"/>
                </a:cubicBezTo>
                <a:lnTo>
                  <a:pt x="190534" y="626435"/>
                </a:lnTo>
                <a:lnTo>
                  <a:pt x="70028" y="626435"/>
                </a:lnTo>
                <a:cubicBezTo>
                  <a:pt x="31353" y="626435"/>
                  <a:pt x="0" y="595082"/>
                  <a:pt x="0" y="556407"/>
                </a:cubicBezTo>
                <a:lnTo>
                  <a:pt x="0" y="70028"/>
                </a:lnTo>
                <a:cubicBezTo>
                  <a:pt x="0" y="31353"/>
                  <a:pt x="31353" y="0"/>
                  <a:pt x="70028" y="0"/>
                </a:cubicBezTo>
                <a:close/>
              </a:path>
            </a:pathLst>
          </a:cu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7" name="Freeform: Shape 1066">
            <a:extLst>
              <a:ext uri="{FF2B5EF4-FFF2-40B4-BE49-F238E27FC236}">
                <a16:creationId xmlns:a16="http://schemas.microsoft.com/office/drawing/2014/main" id="{BA261B2F-FFC3-813E-467F-AE041818BB5F}"/>
              </a:ext>
            </a:extLst>
          </p:cNvPr>
          <p:cNvSpPr/>
          <p:nvPr/>
        </p:nvSpPr>
        <p:spPr>
          <a:xfrm>
            <a:off x="1864026" y="8355026"/>
            <a:ext cx="255893" cy="471727"/>
          </a:xfrm>
          <a:custGeom>
            <a:avLst/>
            <a:gdLst>
              <a:gd name="connsiteX0" fmla="*/ 128121 w 255893"/>
              <a:gd name="connsiteY0" fmla="*/ 0 h 471727"/>
              <a:gd name="connsiteX1" fmla="*/ 199658 w 255893"/>
              <a:gd name="connsiteY1" fmla="*/ 0 h 471727"/>
              <a:gd name="connsiteX2" fmla="*/ 255893 w 255893"/>
              <a:gd name="connsiteY2" fmla="*/ 56235 h 471727"/>
              <a:gd name="connsiteX3" fmla="*/ 255893 w 255893"/>
              <a:gd name="connsiteY3" fmla="*/ 415492 h 471727"/>
              <a:gd name="connsiteX4" fmla="*/ 199658 w 255893"/>
              <a:gd name="connsiteY4" fmla="*/ 471727 h 471727"/>
              <a:gd name="connsiteX5" fmla="*/ 56235 w 255893"/>
              <a:gd name="connsiteY5" fmla="*/ 471727 h 471727"/>
              <a:gd name="connsiteX6" fmla="*/ 0 w 255893"/>
              <a:gd name="connsiteY6" fmla="*/ 415492 h 471727"/>
              <a:gd name="connsiteX7" fmla="*/ 0 w 255893"/>
              <a:gd name="connsiteY7" fmla="*/ 235254 h 471727"/>
              <a:gd name="connsiteX8" fmla="*/ 58093 w 255893"/>
              <a:gd name="connsiteY8" fmla="*/ 235254 h 471727"/>
              <a:gd name="connsiteX9" fmla="*/ 128121 w 255893"/>
              <a:gd name="connsiteY9" fmla="*/ 165226 h 471727"/>
              <a:gd name="connsiteX10" fmla="*/ 128121 w 255893"/>
              <a:gd name="connsiteY10" fmla="*/ 0 h 47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5893" h="471727">
                <a:moveTo>
                  <a:pt x="128121" y="0"/>
                </a:moveTo>
                <a:lnTo>
                  <a:pt x="199658" y="0"/>
                </a:lnTo>
                <a:cubicBezTo>
                  <a:pt x="230716" y="0"/>
                  <a:pt x="255893" y="25177"/>
                  <a:pt x="255893" y="56235"/>
                </a:cubicBezTo>
                <a:lnTo>
                  <a:pt x="255893" y="415492"/>
                </a:lnTo>
                <a:cubicBezTo>
                  <a:pt x="255893" y="446550"/>
                  <a:pt x="230716" y="471727"/>
                  <a:pt x="199658" y="471727"/>
                </a:cubicBezTo>
                <a:lnTo>
                  <a:pt x="56235" y="471727"/>
                </a:lnTo>
                <a:cubicBezTo>
                  <a:pt x="25177" y="471727"/>
                  <a:pt x="0" y="446550"/>
                  <a:pt x="0" y="415492"/>
                </a:cubicBezTo>
                <a:lnTo>
                  <a:pt x="0" y="235254"/>
                </a:lnTo>
                <a:lnTo>
                  <a:pt x="58093" y="235254"/>
                </a:lnTo>
                <a:cubicBezTo>
                  <a:pt x="96768" y="235254"/>
                  <a:pt x="128121" y="203901"/>
                  <a:pt x="128121" y="165226"/>
                </a:cubicBezTo>
                <a:lnTo>
                  <a:pt x="128121" y="0"/>
                </a:lnTo>
                <a:close/>
              </a:path>
            </a:pathLst>
          </a:cu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0" name="Rectangle: Rounded Corners 1069">
            <a:extLst>
              <a:ext uri="{FF2B5EF4-FFF2-40B4-BE49-F238E27FC236}">
                <a16:creationId xmlns:a16="http://schemas.microsoft.com/office/drawing/2014/main" id="{54FD7F58-7DA2-E2A4-8FE4-B826D2157586}"/>
              </a:ext>
            </a:extLst>
          </p:cNvPr>
          <p:cNvSpPr/>
          <p:nvPr/>
        </p:nvSpPr>
        <p:spPr>
          <a:xfrm>
            <a:off x="1641385" y="8826753"/>
            <a:ext cx="148940" cy="244278"/>
          </a:xfrm>
          <a:prstGeom prst="roundRect">
            <a:avLst>
              <a:gd name="adj" fmla="val 21976"/>
            </a:avLst>
          </a:pr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ED2779-75E7-1151-8591-6DEE58572FD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55" t="4057" r="918" b="1410"/>
          <a:stretch>
            <a:fillRect/>
          </a:stretch>
        </p:blipFill>
        <p:spPr>
          <a:xfrm>
            <a:off x="1915668" y="6677927"/>
            <a:ext cx="196977" cy="243503"/>
          </a:xfrm>
          <a:custGeom>
            <a:avLst/>
            <a:gdLst>
              <a:gd name="connsiteX0" fmla="*/ 92239 w 598789"/>
              <a:gd name="connsiteY0" fmla="*/ 0 h 576276"/>
              <a:gd name="connsiteX1" fmla="*/ 506550 w 598789"/>
              <a:gd name="connsiteY1" fmla="*/ 0 h 576276"/>
              <a:gd name="connsiteX2" fmla="*/ 598789 w 598789"/>
              <a:gd name="connsiteY2" fmla="*/ 92239 h 576276"/>
              <a:gd name="connsiteX3" fmla="*/ 598789 w 598789"/>
              <a:gd name="connsiteY3" fmla="*/ 484037 h 576276"/>
              <a:gd name="connsiteX4" fmla="*/ 506550 w 598789"/>
              <a:gd name="connsiteY4" fmla="*/ 576276 h 576276"/>
              <a:gd name="connsiteX5" fmla="*/ 92239 w 598789"/>
              <a:gd name="connsiteY5" fmla="*/ 576276 h 576276"/>
              <a:gd name="connsiteX6" fmla="*/ 0 w 598789"/>
              <a:gd name="connsiteY6" fmla="*/ 484037 h 576276"/>
              <a:gd name="connsiteX7" fmla="*/ 0 w 598789"/>
              <a:gd name="connsiteY7" fmla="*/ 92239 h 576276"/>
              <a:gd name="connsiteX8" fmla="*/ 92239 w 598789"/>
              <a:gd name="connsiteY8" fmla="*/ 0 h 576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8789" h="576276">
                <a:moveTo>
                  <a:pt x="92239" y="0"/>
                </a:moveTo>
                <a:lnTo>
                  <a:pt x="506550" y="0"/>
                </a:lnTo>
                <a:cubicBezTo>
                  <a:pt x="557492" y="0"/>
                  <a:pt x="598789" y="41297"/>
                  <a:pt x="598789" y="92239"/>
                </a:cubicBezTo>
                <a:lnTo>
                  <a:pt x="598789" y="484037"/>
                </a:lnTo>
                <a:cubicBezTo>
                  <a:pt x="598789" y="534979"/>
                  <a:pt x="557492" y="576276"/>
                  <a:pt x="506550" y="576276"/>
                </a:cubicBezTo>
                <a:lnTo>
                  <a:pt x="92239" y="576276"/>
                </a:lnTo>
                <a:cubicBezTo>
                  <a:pt x="41297" y="576276"/>
                  <a:pt x="0" y="534979"/>
                  <a:pt x="0" y="484037"/>
                </a:cubicBezTo>
                <a:lnTo>
                  <a:pt x="0" y="92239"/>
                </a:lnTo>
                <a:cubicBezTo>
                  <a:pt x="0" y="41297"/>
                  <a:pt x="41297" y="0"/>
                  <a:pt x="92239" y="0"/>
                </a:cubicBezTo>
                <a:close/>
              </a:path>
            </a:pathLst>
          </a:cu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B4BBD8C-D78D-DD7C-8A9A-335D8FEFA31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932" t="7012" r="1894" b="2191"/>
          <a:stretch>
            <a:fillRect/>
          </a:stretch>
        </p:blipFill>
        <p:spPr>
          <a:xfrm>
            <a:off x="1548765" y="6685075"/>
            <a:ext cx="191208" cy="232484"/>
          </a:xfrm>
          <a:custGeom>
            <a:avLst/>
            <a:gdLst>
              <a:gd name="connsiteX0" fmla="*/ 82087 w 516255"/>
              <a:gd name="connsiteY0" fmla="*/ 0 h 492515"/>
              <a:gd name="connsiteX1" fmla="*/ 434168 w 516255"/>
              <a:gd name="connsiteY1" fmla="*/ 0 h 492515"/>
              <a:gd name="connsiteX2" fmla="*/ 516255 w 516255"/>
              <a:gd name="connsiteY2" fmla="*/ 82087 h 492515"/>
              <a:gd name="connsiteX3" fmla="*/ 516255 w 516255"/>
              <a:gd name="connsiteY3" fmla="*/ 410428 h 492515"/>
              <a:gd name="connsiteX4" fmla="*/ 434168 w 516255"/>
              <a:gd name="connsiteY4" fmla="*/ 492515 h 492515"/>
              <a:gd name="connsiteX5" fmla="*/ 82087 w 516255"/>
              <a:gd name="connsiteY5" fmla="*/ 492515 h 492515"/>
              <a:gd name="connsiteX6" fmla="*/ 0 w 516255"/>
              <a:gd name="connsiteY6" fmla="*/ 410428 h 492515"/>
              <a:gd name="connsiteX7" fmla="*/ 0 w 516255"/>
              <a:gd name="connsiteY7" fmla="*/ 82087 h 492515"/>
              <a:gd name="connsiteX8" fmla="*/ 82087 w 516255"/>
              <a:gd name="connsiteY8" fmla="*/ 0 h 49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6255" h="492515">
                <a:moveTo>
                  <a:pt x="82087" y="0"/>
                </a:moveTo>
                <a:lnTo>
                  <a:pt x="434168" y="0"/>
                </a:lnTo>
                <a:cubicBezTo>
                  <a:pt x="479503" y="0"/>
                  <a:pt x="516255" y="36752"/>
                  <a:pt x="516255" y="82087"/>
                </a:cubicBezTo>
                <a:lnTo>
                  <a:pt x="516255" y="410428"/>
                </a:lnTo>
                <a:cubicBezTo>
                  <a:pt x="516255" y="455763"/>
                  <a:pt x="479503" y="492515"/>
                  <a:pt x="434168" y="492515"/>
                </a:cubicBezTo>
                <a:lnTo>
                  <a:pt x="82087" y="492515"/>
                </a:lnTo>
                <a:cubicBezTo>
                  <a:pt x="36752" y="492515"/>
                  <a:pt x="0" y="455763"/>
                  <a:pt x="0" y="410428"/>
                </a:cubicBezTo>
                <a:lnTo>
                  <a:pt x="0" y="82087"/>
                </a:lnTo>
                <a:cubicBezTo>
                  <a:pt x="0" y="36752"/>
                  <a:pt x="36752" y="0"/>
                  <a:pt x="8208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10977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2EF16-3E5F-5E24-D648-887DA5258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D86068-CCD9-B4EA-A2C7-D69ABEBEC7A4}"/>
              </a:ext>
            </a:extLst>
          </p:cNvPr>
          <p:cNvSpPr/>
          <p:nvPr/>
        </p:nvSpPr>
        <p:spPr>
          <a:xfrm>
            <a:off x="698660" y="6262457"/>
            <a:ext cx="15866194" cy="4185138"/>
          </a:xfrm>
          <a:prstGeom prst="rect">
            <a:avLst/>
          </a:prstGeom>
          <a:gradFill>
            <a:gsLst>
              <a:gs pos="100000">
                <a:srgbClr val="C4C5CA"/>
              </a:gs>
              <a:gs pos="12000">
                <a:srgbClr val="D1D1D7"/>
              </a:gs>
              <a:gs pos="48939">
                <a:srgbClr val="D0D0D7"/>
              </a:gs>
              <a:gs pos="31000">
                <a:srgbClr val="AFB4BE"/>
              </a:gs>
              <a:gs pos="62976">
                <a:srgbClr val="B0B5BE"/>
              </a:gs>
              <a:gs pos="82000">
                <a:srgbClr val="CCCDD3"/>
              </a:gs>
              <a:gs pos="0">
                <a:srgbClr val="A3A3A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67CDFA-2304-863F-E690-FE8EB46575F4}"/>
              </a:ext>
            </a:extLst>
          </p:cNvPr>
          <p:cNvSpPr/>
          <p:nvPr/>
        </p:nvSpPr>
        <p:spPr>
          <a:xfrm>
            <a:off x="698660" y="9905163"/>
            <a:ext cx="15860088" cy="542431"/>
          </a:xfrm>
          <a:prstGeom prst="rect">
            <a:avLst/>
          </a:prstGeom>
          <a:gradFill>
            <a:gsLst>
              <a:gs pos="54000">
                <a:schemeClr val="tx1">
                  <a:alpha val="10000"/>
                </a:schemeClr>
              </a:gs>
              <a:gs pos="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6DBB8644-3769-9CCC-E30E-B00B2BACF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468"/>
          <a:stretch/>
        </p:blipFill>
        <p:spPr bwMode="auto">
          <a:xfrm>
            <a:off x="7065498" y="2056730"/>
            <a:ext cx="17318502" cy="2423347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800000" scaled="0"/>
          </a:gradFill>
        </p:spPr>
      </p:pic>
      <p:pic>
        <p:nvPicPr>
          <p:cNvPr id="5" name="Picture 2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40CDB7EB-951C-2A19-8E6F-20A4521271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9" t="34055" b="21597"/>
          <a:stretch/>
        </p:blipFill>
        <p:spPr bwMode="auto">
          <a:xfrm>
            <a:off x="752705" y="1873086"/>
            <a:ext cx="16696286" cy="432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808FFA-C3AB-E5E3-C509-4358D4859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2062" y="6616069"/>
            <a:ext cx="3558962" cy="3831525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D40062B-0C48-CB1D-0CA9-BDE653069A05}"/>
              </a:ext>
            </a:extLst>
          </p:cNvPr>
          <p:cNvSpPr/>
          <p:nvPr/>
        </p:nvSpPr>
        <p:spPr>
          <a:xfrm>
            <a:off x="862964" y="4370718"/>
            <a:ext cx="15270444" cy="282274"/>
          </a:xfrm>
          <a:custGeom>
            <a:avLst/>
            <a:gdLst>
              <a:gd name="connsiteX0" fmla="*/ 14560061 w 15270444"/>
              <a:gd name="connsiteY0" fmla="*/ 0 h 282274"/>
              <a:gd name="connsiteX1" fmla="*/ 15270444 w 15270444"/>
              <a:gd name="connsiteY1" fmla="*/ 0 h 282274"/>
              <a:gd name="connsiteX2" fmla="*/ 15245679 w 15270444"/>
              <a:gd name="connsiteY2" fmla="*/ 5994 h 282274"/>
              <a:gd name="connsiteX3" fmla="*/ 14560061 w 15270444"/>
              <a:gd name="connsiteY3" fmla="*/ 280314 h 282274"/>
              <a:gd name="connsiteX4" fmla="*/ 14560061 w 15270444"/>
              <a:gd name="connsiteY4" fmla="*/ 282274 h 282274"/>
              <a:gd name="connsiteX5" fmla="*/ 0 w 15270444"/>
              <a:gd name="connsiteY5" fmla="*/ 282274 h 282274"/>
              <a:gd name="connsiteX6" fmla="*/ 0 w 15270444"/>
              <a:gd name="connsiteY6" fmla="*/ 1960 h 282274"/>
              <a:gd name="connsiteX7" fmla="*/ 14560061 w 15270444"/>
              <a:gd name="connsiteY7" fmla="*/ 1960 h 2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70444" h="282274">
                <a:moveTo>
                  <a:pt x="14560061" y="0"/>
                </a:moveTo>
                <a:lnTo>
                  <a:pt x="15270444" y="0"/>
                </a:lnTo>
                <a:lnTo>
                  <a:pt x="15245679" y="5994"/>
                </a:lnTo>
                <a:cubicBezTo>
                  <a:pt x="15196210" y="253644"/>
                  <a:pt x="14929570" y="265074"/>
                  <a:pt x="14560061" y="280314"/>
                </a:cubicBezTo>
                <a:lnTo>
                  <a:pt x="14560061" y="282274"/>
                </a:lnTo>
                <a:lnTo>
                  <a:pt x="0" y="282274"/>
                </a:lnTo>
                <a:lnTo>
                  <a:pt x="0" y="1960"/>
                </a:lnTo>
                <a:lnTo>
                  <a:pt x="14560061" y="1960"/>
                </a:lnTo>
                <a:close/>
              </a:path>
            </a:pathLst>
          </a:custGeom>
          <a:gradFill>
            <a:gsLst>
              <a:gs pos="100000">
                <a:srgbClr val="97AFB3"/>
              </a:gs>
              <a:gs pos="0">
                <a:srgbClr val="9DA5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7B5D6C-045E-9E3D-4262-97B3E029F5E8}"/>
              </a:ext>
            </a:extLst>
          </p:cNvPr>
          <p:cNvSpPr/>
          <p:nvPr/>
        </p:nvSpPr>
        <p:spPr>
          <a:xfrm>
            <a:off x="692554" y="9247840"/>
            <a:ext cx="15866194" cy="354252"/>
          </a:xfrm>
          <a:custGeom>
            <a:avLst/>
            <a:gdLst>
              <a:gd name="connsiteX0" fmla="*/ 0 w 15661358"/>
              <a:gd name="connsiteY0" fmla="*/ 0 h 354252"/>
              <a:gd name="connsiteX1" fmla="*/ 15661358 w 15661358"/>
              <a:gd name="connsiteY1" fmla="*/ 0 h 354252"/>
              <a:gd name="connsiteX2" fmla="*/ 15661358 w 15661358"/>
              <a:gd name="connsiteY2" fmla="*/ 354252 h 354252"/>
              <a:gd name="connsiteX3" fmla="*/ 0 w 15661358"/>
              <a:gd name="connsiteY3" fmla="*/ 354252 h 354252"/>
              <a:gd name="connsiteX4" fmla="*/ 0 w 15661358"/>
              <a:gd name="connsiteY4" fmla="*/ 0 h 354252"/>
              <a:gd name="connsiteX0" fmla="*/ 0 w 15661358"/>
              <a:gd name="connsiteY0" fmla="*/ 0 h 354252"/>
              <a:gd name="connsiteX1" fmla="*/ 15661358 w 15661358"/>
              <a:gd name="connsiteY1" fmla="*/ 0 h 354252"/>
              <a:gd name="connsiteX2" fmla="*/ 15634688 w 15661358"/>
              <a:gd name="connsiteY2" fmla="*/ 354252 h 354252"/>
              <a:gd name="connsiteX3" fmla="*/ 0 w 15661358"/>
              <a:gd name="connsiteY3" fmla="*/ 354252 h 354252"/>
              <a:gd name="connsiteX4" fmla="*/ 0 w 15661358"/>
              <a:gd name="connsiteY4" fmla="*/ 0 h 354252"/>
              <a:gd name="connsiteX0" fmla="*/ 0 w 15691838"/>
              <a:gd name="connsiteY0" fmla="*/ 0 h 354252"/>
              <a:gd name="connsiteX1" fmla="*/ 15691838 w 15691838"/>
              <a:gd name="connsiteY1" fmla="*/ 6096 h 354252"/>
              <a:gd name="connsiteX2" fmla="*/ 15634688 w 15691838"/>
              <a:gd name="connsiteY2" fmla="*/ 354252 h 354252"/>
              <a:gd name="connsiteX3" fmla="*/ 0 w 15691838"/>
              <a:gd name="connsiteY3" fmla="*/ 354252 h 354252"/>
              <a:gd name="connsiteX4" fmla="*/ 0 w 15691838"/>
              <a:gd name="connsiteY4" fmla="*/ 0 h 354252"/>
              <a:gd name="connsiteX0" fmla="*/ 0 w 15634688"/>
              <a:gd name="connsiteY0" fmla="*/ 0 h 354252"/>
              <a:gd name="connsiteX1" fmla="*/ 15611491 w 15634688"/>
              <a:gd name="connsiteY1" fmla="*/ 2286 h 354252"/>
              <a:gd name="connsiteX2" fmla="*/ 15634688 w 15634688"/>
              <a:gd name="connsiteY2" fmla="*/ 354252 h 354252"/>
              <a:gd name="connsiteX3" fmla="*/ 0 w 15634688"/>
              <a:gd name="connsiteY3" fmla="*/ 354252 h 354252"/>
              <a:gd name="connsiteX4" fmla="*/ 0 w 15634688"/>
              <a:gd name="connsiteY4" fmla="*/ 0 h 354252"/>
              <a:gd name="connsiteX0" fmla="*/ 0 w 15616427"/>
              <a:gd name="connsiteY0" fmla="*/ 0 h 354252"/>
              <a:gd name="connsiteX1" fmla="*/ 15611491 w 15616427"/>
              <a:gd name="connsiteY1" fmla="*/ 2286 h 354252"/>
              <a:gd name="connsiteX2" fmla="*/ 15616427 w 15616427"/>
              <a:gd name="connsiteY2" fmla="*/ 354252 h 354252"/>
              <a:gd name="connsiteX3" fmla="*/ 0 w 15616427"/>
              <a:gd name="connsiteY3" fmla="*/ 354252 h 354252"/>
              <a:gd name="connsiteX4" fmla="*/ 0 w 15616427"/>
              <a:gd name="connsiteY4" fmla="*/ 0 h 35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16427" h="354252">
                <a:moveTo>
                  <a:pt x="0" y="0"/>
                </a:moveTo>
                <a:lnTo>
                  <a:pt x="15611491" y="2286"/>
                </a:lnTo>
                <a:cubicBezTo>
                  <a:pt x="15613136" y="119608"/>
                  <a:pt x="15614782" y="236930"/>
                  <a:pt x="15616427" y="354252"/>
                </a:cubicBezTo>
                <a:lnTo>
                  <a:pt x="0" y="3542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BC4034B-639E-B096-810C-1F194C9719E2}"/>
              </a:ext>
            </a:extLst>
          </p:cNvPr>
          <p:cNvSpPr/>
          <p:nvPr/>
        </p:nvSpPr>
        <p:spPr>
          <a:xfrm>
            <a:off x="14036869" y="715719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6DE8FA4-1605-B944-6413-6D282BA73D5A}"/>
              </a:ext>
            </a:extLst>
          </p:cNvPr>
          <p:cNvCxnSpPr/>
          <p:nvPr/>
        </p:nvCxnSpPr>
        <p:spPr>
          <a:xfrm>
            <a:off x="14564681" y="715719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E289A236-5B38-5343-E657-6D2797A472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87" t="43681" r="13408" b="26244"/>
          <a:stretch/>
        </p:blipFill>
        <p:spPr bwMode="auto">
          <a:xfrm>
            <a:off x="21412708" y="4795485"/>
            <a:ext cx="1055624" cy="2933659"/>
          </a:xfrm>
          <a:custGeom>
            <a:avLst/>
            <a:gdLst>
              <a:gd name="connsiteX0" fmla="*/ 103546 w 1055624"/>
              <a:gd name="connsiteY0" fmla="*/ 0 h 2933659"/>
              <a:gd name="connsiteX1" fmla="*/ 952078 w 1055624"/>
              <a:gd name="connsiteY1" fmla="*/ 0 h 2933659"/>
              <a:gd name="connsiteX2" fmla="*/ 1055624 w 1055624"/>
              <a:gd name="connsiteY2" fmla="*/ 103895 h 2933659"/>
              <a:gd name="connsiteX3" fmla="*/ 1055624 w 1055624"/>
              <a:gd name="connsiteY3" fmla="*/ 2829764 h 2933659"/>
              <a:gd name="connsiteX4" fmla="*/ 997798 w 1055624"/>
              <a:gd name="connsiteY4" fmla="*/ 2929836 h 2933659"/>
              <a:gd name="connsiteX5" fmla="*/ 80686 w 1055624"/>
              <a:gd name="connsiteY5" fmla="*/ 2933659 h 2933659"/>
              <a:gd name="connsiteX6" fmla="*/ 0 w 1055624"/>
              <a:gd name="connsiteY6" fmla="*/ 2867992 h 2933659"/>
              <a:gd name="connsiteX7" fmla="*/ 0 w 1055624"/>
              <a:gd name="connsiteY7" fmla="*/ 103895 h 2933659"/>
              <a:gd name="connsiteX8" fmla="*/ 103546 w 1055624"/>
              <a:gd name="connsiteY8" fmla="*/ 0 h 293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33659">
                <a:moveTo>
                  <a:pt x="103546" y="0"/>
                </a:moveTo>
                <a:lnTo>
                  <a:pt x="952078" y="0"/>
                </a:lnTo>
                <a:cubicBezTo>
                  <a:pt x="1009264" y="0"/>
                  <a:pt x="1055624" y="46515"/>
                  <a:pt x="1055624" y="103895"/>
                </a:cubicBezTo>
                <a:lnTo>
                  <a:pt x="1055624" y="2829764"/>
                </a:lnTo>
                <a:cubicBezTo>
                  <a:pt x="1055624" y="2887144"/>
                  <a:pt x="1054984" y="2929836"/>
                  <a:pt x="997798" y="2929836"/>
                </a:cubicBezTo>
                <a:lnTo>
                  <a:pt x="80686" y="2933659"/>
                </a:lnTo>
                <a:cubicBezTo>
                  <a:pt x="23500" y="2933659"/>
                  <a:pt x="0" y="2925372"/>
                  <a:pt x="0" y="2867992"/>
                </a:cubicBezTo>
                <a:lnTo>
                  <a:pt x="0" y="103895"/>
                </a:lnTo>
                <a:cubicBezTo>
                  <a:pt x="0" y="46515"/>
                  <a:pt x="46360" y="0"/>
                  <a:pt x="10354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D4AE811-3186-FD59-C739-1CDC6A061FAB}"/>
              </a:ext>
            </a:extLst>
          </p:cNvPr>
          <p:cNvSpPr/>
          <p:nvPr/>
        </p:nvSpPr>
        <p:spPr>
          <a:xfrm>
            <a:off x="14678013" y="735826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8858DE8-DCEB-F50E-12B9-E0BAE9D94FA4}"/>
              </a:ext>
            </a:extLst>
          </p:cNvPr>
          <p:cNvSpPr/>
          <p:nvPr/>
        </p:nvSpPr>
        <p:spPr>
          <a:xfrm>
            <a:off x="14150201" y="735204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1B0DB9-7FB6-326D-C7ED-A01AF9A66C18}"/>
              </a:ext>
            </a:extLst>
          </p:cNvPr>
          <p:cNvSpPr/>
          <p:nvPr/>
        </p:nvSpPr>
        <p:spPr>
          <a:xfrm>
            <a:off x="14050832" y="9258300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1F12471-CB35-5A47-AE24-155CB36BFBF7}"/>
              </a:ext>
            </a:extLst>
          </p:cNvPr>
          <p:cNvSpPr/>
          <p:nvPr/>
        </p:nvSpPr>
        <p:spPr>
          <a:xfrm>
            <a:off x="14591157" y="9258300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Rectangle: Rounded Corners 30">
            <a:extLst>
              <a:ext uri="{FF2B5EF4-FFF2-40B4-BE49-F238E27FC236}">
                <a16:creationId xmlns:a16="http://schemas.microsoft.com/office/drawing/2014/main" id="{EA1491D1-3222-CFA6-65BB-6B42C0693AEE}"/>
              </a:ext>
            </a:extLst>
          </p:cNvPr>
          <p:cNvSpPr/>
          <p:nvPr/>
        </p:nvSpPr>
        <p:spPr>
          <a:xfrm>
            <a:off x="21398745" y="7974542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58D6942-93A7-C6DD-3738-9BD70DEFCC70}"/>
              </a:ext>
            </a:extLst>
          </p:cNvPr>
          <p:cNvCxnSpPr/>
          <p:nvPr/>
        </p:nvCxnSpPr>
        <p:spPr>
          <a:xfrm>
            <a:off x="21926557" y="7974542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E4438FD-E229-2770-7236-8A6E242F72FE}"/>
              </a:ext>
            </a:extLst>
          </p:cNvPr>
          <p:cNvSpPr/>
          <p:nvPr/>
        </p:nvSpPr>
        <p:spPr>
          <a:xfrm>
            <a:off x="22039889" y="8175617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EF439AA-F48B-4C33-7892-0E4ACD5E8EAF}"/>
              </a:ext>
            </a:extLst>
          </p:cNvPr>
          <p:cNvSpPr/>
          <p:nvPr/>
        </p:nvSpPr>
        <p:spPr>
          <a:xfrm>
            <a:off x="21512077" y="8169394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FDC55C8-DB39-4566-4490-FFFEE6D96FCA}"/>
              </a:ext>
            </a:extLst>
          </p:cNvPr>
          <p:cNvSpPr/>
          <p:nvPr/>
        </p:nvSpPr>
        <p:spPr>
          <a:xfrm>
            <a:off x="21412708" y="10075651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2432658-79D5-2660-ED01-6D7016A9C0AC}"/>
              </a:ext>
            </a:extLst>
          </p:cNvPr>
          <p:cNvSpPr/>
          <p:nvPr/>
        </p:nvSpPr>
        <p:spPr>
          <a:xfrm>
            <a:off x="21953033" y="10075651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Rectangle: Rounded Corners 30">
            <a:extLst>
              <a:ext uri="{FF2B5EF4-FFF2-40B4-BE49-F238E27FC236}">
                <a16:creationId xmlns:a16="http://schemas.microsoft.com/office/drawing/2014/main" id="{9304D6B6-52DF-0351-6D58-977EF2D3EB1C}"/>
              </a:ext>
            </a:extLst>
          </p:cNvPr>
          <p:cNvSpPr/>
          <p:nvPr/>
        </p:nvSpPr>
        <p:spPr>
          <a:xfrm>
            <a:off x="10086590" y="717626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A14F354-7A7D-2373-476D-345725DDC2FE}"/>
              </a:ext>
            </a:extLst>
          </p:cNvPr>
          <p:cNvCxnSpPr/>
          <p:nvPr/>
        </p:nvCxnSpPr>
        <p:spPr>
          <a:xfrm>
            <a:off x="10614402" y="717626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E021B6D-E6E6-8A80-5B5C-30ACCA3C8679}"/>
              </a:ext>
            </a:extLst>
          </p:cNvPr>
          <p:cNvSpPr/>
          <p:nvPr/>
        </p:nvSpPr>
        <p:spPr>
          <a:xfrm>
            <a:off x="10731827" y="7383298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FA87CC3-7DF5-C346-4184-D69A647D6C3A}"/>
              </a:ext>
            </a:extLst>
          </p:cNvPr>
          <p:cNvSpPr/>
          <p:nvPr/>
        </p:nvSpPr>
        <p:spPr>
          <a:xfrm>
            <a:off x="10199922" y="737111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DC011C7-49CF-B14D-BEF4-59ADA92DA6A4}"/>
              </a:ext>
            </a:extLst>
          </p:cNvPr>
          <p:cNvSpPr/>
          <p:nvPr/>
        </p:nvSpPr>
        <p:spPr>
          <a:xfrm>
            <a:off x="10100553" y="9277369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B92CA8B-0E18-FD82-8B13-FC34765D2FDC}"/>
              </a:ext>
            </a:extLst>
          </p:cNvPr>
          <p:cNvSpPr/>
          <p:nvPr/>
        </p:nvSpPr>
        <p:spPr>
          <a:xfrm>
            <a:off x="10640878" y="9277369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Rectangle: Rounded Corners 30">
            <a:extLst>
              <a:ext uri="{FF2B5EF4-FFF2-40B4-BE49-F238E27FC236}">
                <a16:creationId xmlns:a16="http://schemas.microsoft.com/office/drawing/2014/main" id="{AA5AF516-8146-7BC3-1EE6-5CC4BD8EE504}"/>
              </a:ext>
            </a:extLst>
          </p:cNvPr>
          <p:cNvSpPr/>
          <p:nvPr/>
        </p:nvSpPr>
        <p:spPr>
          <a:xfrm>
            <a:off x="6130160" y="718388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7914671-BCA2-CE7A-636E-2F0B39E506B1}"/>
              </a:ext>
            </a:extLst>
          </p:cNvPr>
          <p:cNvCxnSpPr/>
          <p:nvPr/>
        </p:nvCxnSpPr>
        <p:spPr>
          <a:xfrm>
            <a:off x="6657972" y="718388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E27F95D-4718-2AF3-B381-E546D8FDDD41}"/>
              </a:ext>
            </a:extLst>
          </p:cNvPr>
          <p:cNvSpPr/>
          <p:nvPr/>
        </p:nvSpPr>
        <p:spPr>
          <a:xfrm>
            <a:off x="6771304" y="7384955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A84A9C2-F21C-A837-D0D7-F052D8978E6E}"/>
              </a:ext>
            </a:extLst>
          </p:cNvPr>
          <p:cNvSpPr/>
          <p:nvPr/>
        </p:nvSpPr>
        <p:spPr>
          <a:xfrm>
            <a:off x="6243492" y="737873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F04884B9-24F5-FFA0-07EF-FCC5CC2E9352}"/>
              </a:ext>
            </a:extLst>
          </p:cNvPr>
          <p:cNvSpPr/>
          <p:nvPr/>
        </p:nvSpPr>
        <p:spPr>
          <a:xfrm>
            <a:off x="6144123" y="9284989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CFFC39D1-2B82-1A6E-A715-00AB2A1344A1}"/>
              </a:ext>
            </a:extLst>
          </p:cNvPr>
          <p:cNvSpPr/>
          <p:nvPr/>
        </p:nvSpPr>
        <p:spPr>
          <a:xfrm>
            <a:off x="6684448" y="9284989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7" name="Rectangle: Rounded Corners 30">
            <a:extLst>
              <a:ext uri="{FF2B5EF4-FFF2-40B4-BE49-F238E27FC236}">
                <a16:creationId xmlns:a16="http://schemas.microsoft.com/office/drawing/2014/main" id="{631F1E03-3072-BFF2-EFA2-C4715B7B7EB8}"/>
              </a:ext>
            </a:extLst>
          </p:cNvPr>
          <p:cNvSpPr/>
          <p:nvPr/>
        </p:nvSpPr>
        <p:spPr>
          <a:xfrm>
            <a:off x="2212750" y="715719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46CFC0CC-C837-2766-C8EB-F0633595F498}"/>
              </a:ext>
            </a:extLst>
          </p:cNvPr>
          <p:cNvCxnSpPr/>
          <p:nvPr/>
        </p:nvCxnSpPr>
        <p:spPr>
          <a:xfrm>
            <a:off x="2740562" y="715719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Rectangle: Rounded Corners 1028">
            <a:extLst>
              <a:ext uri="{FF2B5EF4-FFF2-40B4-BE49-F238E27FC236}">
                <a16:creationId xmlns:a16="http://schemas.microsoft.com/office/drawing/2014/main" id="{4B379B9C-5C71-688A-8937-0272081F74A8}"/>
              </a:ext>
            </a:extLst>
          </p:cNvPr>
          <p:cNvSpPr/>
          <p:nvPr/>
        </p:nvSpPr>
        <p:spPr>
          <a:xfrm>
            <a:off x="2853894" y="735826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Rectangle: Rounded Corners 1029">
            <a:extLst>
              <a:ext uri="{FF2B5EF4-FFF2-40B4-BE49-F238E27FC236}">
                <a16:creationId xmlns:a16="http://schemas.microsoft.com/office/drawing/2014/main" id="{B1D7B54D-616D-528B-E58F-27CD344CF22A}"/>
              </a:ext>
            </a:extLst>
          </p:cNvPr>
          <p:cNvSpPr/>
          <p:nvPr/>
        </p:nvSpPr>
        <p:spPr>
          <a:xfrm>
            <a:off x="2326082" y="735204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BD5163A-3777-2502-E178-8B518696397C}"/>
              </a:ext>
            </a:extLst>
          </p:cNvPr>
          <p:cNvSpPr/>
          <p:nvPr/>
        </p:nvSpPr>
        <p:spPr>
          <a:xfrm>
            <a:off x="2226713" y="9258300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E2B142AB-15F1-00FE-0042-968C66E264A5}"/>
              </a:ext>
            </a:extLst>
          </p:cNvPr>
          <p:cNvSpPr/>
          <p:nvPr/>
        </p:nvSpPr>
        <p:spPr>
          <a:xfrm>
            <a:off x="2761958" y="9258300"/>
            <a:ext cx="491938" cy="333632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Rectangle: Rounded Corners 1032">
            <a:extLst>
              <a:ext uri="{FF2B5EF4-FFF2-40B4-BE49-F238E27FC236}">
                <a16:creationId xmlns:a16="http://schemas.microsoft.com/office/drawing/2014/main" id="{1A007989-C49C-10D5-2A07-84611872915B}"/>
              </a:ext>
            </a:extLst>
          </p:cNvPr>
          <p:cNvSpPr/>
          <p:nvPr/>
        </p:nvSpPr>
        <p:spPr>
          <a:xfrm>
            <a:off x="11829904" y="7232235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Rectangle: Rounded Corners 1033">
            <a:extLst>
              <a:ext uri="{FF2B5EF4-FFF2-40B4-BE49-F238E27FC236}">
                <a16:creationId xmlns:a16="http://schemas.microsoft.com/office/drawing/2014/main" id="{F5FE7309-E334-D37E-D78F-388B651B3552}"/>
              </a:ext>
            </a:extLst>
          </p:cNvPr>
          <p:cNvSpPr/>
          <p:nvPr/>
        </p:nvSpPr>
        <p:spPr>
          <a:xfrm>
            <a:off x="13448420" y="11540430"/>
            <a:ext cx="1538033" cy="1627914"/>
          </a:xfrm>
          <a:prstGeom prst="roundRect">
            <a:avLst>
              <a:gd name="adj" fmla="val 9731"/>
            </a:avLst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A55D7E69-DDD7-5645-80DD-7B8D25B919B2}"/>
              </a:ext>
            </a:extLst>
          </p:cNvPr>
          <p:cNvCxnSpPr>
            <a:cxnSpLocks/>
            <a:endCxn id="1033" idx="2"/>
          </p:cNvCxnSpPr>
          <p:nvPr/>
        </p:nvCxnSpPr>
        <p:spPr>
          <a:xfrm>
            <a:off x="12598920" y="7248763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Rectangle: Rounded Corners 1036">
            <a:extLst>
              <a:ext uri="{FF2B5EF4-FFF2-40B4-BE49-F238E27FC236}">
                <a16:creationId xmlns:a16="http://schemas.microsoft.com/office/drawing/2014/main" id="{766617F5-9174-A3F6-33EE-9F7548177E41}"/>
              </a:ext>
            </a:extLst>
          </p:cNvPr>
          <p:cNvSpPr/>
          <p:nvPr/>
        </p:nvSpPr>
        <p:spPr>
          <a:xfrm>
            <a:off x="7877344" y="7202046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BA5476CE-E379-562D-004B-7324C8AC3E0E}"/>
              </a:ext>
            </a:extLst>
          </p:cNvPr>
          <p:cNvCxnSpPr>
            <a:cxnSpLocks/>
            <a:endCxn id="1037" idx="2"/>
          </p:cNvCxnSpPr>
          <p:nvPr/>
        </p:nvCxnSpPr>
        <p:spPr>
          <a:xfrm>
            <a:off x="8646360" y="7218574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3AD36BF1-2E7C-736B-B8B6-EEEBB53C350D}"/>
              </a:ext>
            </a:extLst>
          </p:cNvPr>
          <p:cNvSpPr/>
          <p:nvPr/>
        </p:nvSpPr>
        <p:spPr>
          <a:xfrm>
            <a:off x="3945660" y="7244444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2EAD0DDE-7852-033C-4052-DA928CAE5004}"/>
              </a:ext>
            </a:extLst>
          </p:cNvPr>
          <p:cNvCxnSpPr>
            <a:cxnSpLocks/>
            <a:endCxn id="1039" idx="2"/>
          </p:cNvCxnSpPr>
          <p:nvPr/>
        </p:nvCxnSpPr>
        <p:spPr>
          <a:xfrm>
            <a:off x="4714676" y="7260972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Rectangle: Rounded Corners 1040">
            <a:extLst>
              <a:ext uri="{FF2B5EF4-FFF2-40B4-BE49-F238E27FC236}">
                <a16:creationId xmlns:a16="http://schemas.microsoft.com/office/drawing/2014/main" id="{CB125861-3257-3E85-30E7-99B29D5FC538}"/>
              </a:ext>
            </a:extLst>
          </p:cNvPr>
          <p:cNvSpPr/>
          <p:nvPr/>
        </p:nvSpPr>
        <p:spPr>
          <a:xfrm>
            <a:off x="958503" y="7256614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3" name="Picture 1042">
            <a:extLst>
              <a:ext uri="{FF2B5EF4-FFF2-40B4-BE49-F238E27FC236}">
                <a16:creationId xmlns:a16="http://schemas.microsoft.com/office/drawing/2014/main" id="{0E9720FC-C0E5-8763-0E1B-E06E50737A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018"/>
          <a:stretch/>
        </p:blipFill>
        <p:spPr>
          <a:xfrm>
            <a:off x="17490168" y="2913398"/>
            <a:ext cx="6893832" cy="2298504"/>
          </a:xfrm>
          <a:prstGeom prst="rect">
            <a:avLst/>
          </a:prstGeom>
        </p:spPr>
      </p:pic>
      <p:sp>
        <p:nvSpPr>
          <p:cNvPr id="1044" name="Rectangle: Rounded Corners 1043">
            <a:extLst>
              <a:ext uri="{FF2B5EF4-FFF2-40B4-BE49-F238E27FC236}">
                <a16:creationId xmlns:a16="http://schemas.microsoft.com/office/drawing/2014/main" id="{44BF4E4F-8605-A47E-C364-CE085DF4B751}"/>
              </a:ext>
            </a:extLst>
          </p:cNvPr>
          <p:cNvSpPr/>
          <p:nvPr/>
        </p:nvSpPr>
        <p:spPr>
          <a:xfrm>
            <a:off x="11927205" y="6753225"/>
            <a:ext cx="563880" cy="233409"/>
          </a:xfrm>
          <a:prstGeom prst="roundRect">
            <a:avLst>
              <a:gd name="adj" fmla="val 13875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角丸四角形 62">
            <a:extLst>
              <a:ext uri="{FF2B5EF4-FFF2-40B4-BE49-F238E27FC236}">
                <a16:creationId xmlns:a16="http://schemas.microsoft.com/office/drawing/2014/main" id="{F5903E59-2993-E994-CFF7-8AD08BE53408}"/>
              </a:ext>
            </a:extLst>
          </p:cNvPr>
          <p:cNvSpPr/>
          <p:nvPr/>
        </p:nvSpPr>
        <p:spPr>
          <a:xfrm>
            <a:off x="8215387" y="6739895"/>
            <a:ext cx="97536" cy="227907"/>
          </a:xfrm>
          <a:prstGeom prst="roundRect">
            <a:avLst>
              <a:gd name="adj" fmla="val 50000"/>
            </a:avLst>
          </a:prstGeom>
          <a:solidFill>
            <a:srgbClr val="23121C"/>
          </a:solidFill>
          <a:ln>
            <a:noFill/>
          </a:ln>
          <a:effectLst>
            <a:glow rad="25400">
              <a:srgbClr val="23121C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1046" name="円/楕円 63">
            <a:extLst>
              <a:ext uri="{FF2B5EF4-FFF2-40B4-BE49-F238E27FC236}">
                <a16:creationId xmlns:a16="http://schemas.microsoft.com/office/drawing/2014/main" id="{0D62E235-EBE8-32C0-5521-81E8C3FE13FF}"/>
              </a:ext>
            </a:extLst>
          </p:cNvPr>
          <p:cNvSpPr/>
          <p:nvPr/>
        </p:nvSpPr>
        <p:spPr>
          <a:xfrm>
            <a:off x="8215387" y="6991270"/>
            <a:ext cx="97536" cy="141435"/>
          </a:xfrm>
          <a:prstGeom prst="ellipse">
            <a:avLst/>
          </a:prstGeom>
          <a:solidFill>
            <a:srgbClr val="681F00"/>
          </a:solidFill>
          <a:ln>
            <a:noFill/>
          </a:ln>
          <a:effectLst>
            <a:glow rad="25400">
              <a:srgbClr val="681F0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D5CC257-EC5C-541F-5113-4DFD1F7A962D}"/>
              </a:ext>
            </a:extLst>
          </p:cNvPr>
          <p:cNvSpPr/>
          <p:nvPr/>
        </p:nvSpPr>
        <p:spPr>
          <a:xfrm>
            <a:off x="862964" y="1059817"/>
            <a:ext cx="1990929" cy="452695"/>
          </a:xfrm>
          <a:custGeom>
            <a:avLst/>
            <a:gdLst>
              <a:gd name="connsiteX0" fmla="*/ 42250 w 1990929"/>
              <a:gd name="connsiteY0" fmla="*/ 0 h 452695"/>
              <a:gd name="connsiteX1" fmla="*/ 1948679 w 1990929"/>
              <a:gd name="connsiteY1" fmla="*/ 0 h 452695"/>
              <a:gd name="connsiteX2" fmla="*/ 1990929 w 1990929"/>
              <a:gd name="connsiteY2" fmla="*/ 42250 h 452695"/>
              <a:gd name="connsiteX3" fmla="*/ 1990929 w 1990929"/>
              <a:gd name="connsiteY3" fmla="*/ 72152 h 452695"/>
              <a:gd name="connsiteX4" fmla="*/ 1821206 w 1990929"/>
              <a:gd name="connsiteY4" fmla="*/ 72152 h 452695"/>
              <a:gd name="connsiteX5" fmla="*/ 1821206 w 1990929"/>
              <a:gd name="connsiteY5" fmla="*/ 75635 h 452695"/>
              <a:gd name="connsiteX6" fmla="*/ 1713584 w 1990929"/>
              <a:gd name="connsiteY6" fmla="*/ 75635 h 452695"/>
              <a:gd name="connsiteX7" fmla="*/ 1676400 w 1990929"/>
              <a:gd name="connsiteY7" fmla="*/ 112819 h 452695"/>
              <a:gd name="connsiteX8" fmla="*/ 1676400 w 1990929"/>
              <a:gd name="connsiteY8" fmla="*/ 356933 h 452695"/>
              <a:gd name="connsiteX9" fmla="*/ 1676400 w 1990929"/>
              <a:gd name="connsiteY9" fmla="*/ 412027 h 452695"/>
              <a:gd name="connsiteX10" fmla="*/ 1676400 w 1990929"/>
              <a:gd name="connsiteY10" fmla="*/ 452695 h 452695"/>
              <a:gd name="connsiteX11" fmla="*/ 42250 w 1990929"/>
              <a:gd name="connsiteY11" fmla="*/ 452695 h 452695"/>
              <a:gd name="connsiteX12" fmla="*/ 0 w 1990929"/>
              <a:gd name="connsiteY12" fmla="*/ 410445 h 452695"/>
              <a:gd name="connsiteX13" fmla="*/ 0 w 1990929"/>
              <a:gd name="connsiteY13" fmla="*/ 42250 h 452695"/>
              <a:gd name="connsiteX14" fmla="*/ 42250 w 1990929"/>
              <a:gd name="connsiteY14" fmla="*/ 0 h 45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90929" h="452695">
                <a:moveTo>
                  <a:pt x="42250" y="0"/>
                </a:moveTo>
                <a:lnTo>
                  <a:pt x="1948679" y="0"/>
                </a:lnTo>
                <a:cubicBezTo>
                  <a:pt x="1972013" y="0"/>
                  <a:pt x="1990929" y="18916"/>
                  <a:pt x="1990929" y="42250"/>
                </a:cubicBezTo>
                <a:lnTo>
                  <a:pt x="1990929" y="72152"/>
                </a:lnTo>
                <a:lnTo>
                  <a:pt x="1821206" y="72152"/>
                </a:lnTo>
                <a:lnTo>
                  <a:pt x="1821206" y="75635"/>
                </a:lnTo>
                <a:lnTo>
                  <a:pt x="1713584" y="75635"/>
                </a:lnTo>
                <a:cubicBezTo>
                  <a:pt x="1693048" y="75635"/>
                  <a:pt x="1676400" y="92283"/>
                  <a:pt x="1676400" y="112819"/>
                </a:cubicBezTo>
                <a:lnTo>
                  <a:pt x="1676400" y="356933"/>
                </a:lnTo>
                <a:lnTo>
                  <a:pt x="1676400" y="412027"/>
                </a:lnTo>
                <a:lnTo>
                  <a:pt x="1676400" y="452695"/>
                </a:lnTo>
                <a:lnTo>
                  <a:pt x="42250" y="452695"/>
                </a:lnTo>
                <a:cubicBezTo>
                  <a:pt x="18916" y="452695"/>
                  <a:pt x="0" y="433779"/>
                  <a:pt x="0" y="410445"/>
                </a:cubicBezTo>
                <a:lnTo>
                  <a:pt x="0" y="42250"/>
                </a:lnTo>
                <a:cubicBezTo>
                  <a:pt x="0" y="18916"/>
                  <a:pt x="18916" y="0"/>
                  <a:pt x="4225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15C5C670-1C97-E8B9-2048-2DB01596A904}"/>
              </a:ext>
            </a:extLst>
          </p:cNvPr>
          <p:cNvSpPr/>
          <p:nvPr/>
        </p:nvSpPr>
        <p:spPr>
          <a:xfrm>
            <a:off x="2971825" y="2440990"/>
            <a:ext cx="165735" cy="1062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566E6D-B7A0-AB30-4DE0-E009E4356493}"/>
              </a:ext>
            </a:extLst>
          </p:cNvPr>
          <p:cNvSpPr/>
          <p:nvPr/>
        </p:nvSpPr>
        <p:spPr>
          <a:xfrm>
            <a:off x="2853893" y="1041324"/>
            <a:ext cx="1990929" cy="452695"/>
          </a:xfrm>
          <a:prstGeom prst="roundRect">
            <a:avLst>
              <a:gd name="adj" fmla="val 933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CBE9D5-61DD-59FC-B145-18BA262EF7B4}"/>
              </a:ext>
            </a:extLst>
          </p:cNvPr>
          <p:cNvSpPr/>
          <p:nvPr/>
        </p:nvSpPr>
        <p:spPr>
          <a:xfrm>
            <a:off x="4530293" y="1116960"/>
            <a:ext cx="314529" cy="373576"/>
          </a:xfrm>
          <a:prstGeom prst="roundRect">
            <a:avLst>
              <a:gd name="adj" fmla="val 1182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ACB3FD-A448-53FF-0AD7-97D250B2C047}"/>
              </a:ext>
            </a:extLst>
          </p:cNvPr>
          <p:cNvSpPr/>
          <p:nvPr/>
        </p:nvSpPr>
        <p:spPr>
          <a:xfrm>
            <a:off x="4530293" y="1398258"/>
            <a:ext cx="345046" cy="1062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A29A72-71DA-86CF-E38A-1678B5B60B5F}"/>
              </a:ext>
            </a:extLst>
          </p:cNvPr>
          <p:cNvSpPr/>
          <p:nvPr/>
        </p:nvSpPr>
        <p:spPr>
          <a:xfrm>
            <a:off x="4675099" y="1113477"/>
            <a:ext cx="200240" cy="1062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BE6533-6DCC-1FDF-B53B-4210A0188A90}"/>
              </a:ext>
            </a:extLst>
          </p:cNvPr>
          <p:cNvSpPr/>
          <p:nvPr/>
        </p:nvSpPr>
        <p:spPr>
          <a:xfrm>
            <a:off x="7424448" y="1324905"/>
            <a:ext cx="1990929" cy="452695"/>
          </a:xfrm>
          <a:prstGeom prst="roundRect">
            <a:avLst>
              <a:gd name="adj" fmla="val 933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1B869C3-0D9B-D39A-AEAC-95D2A4719112}"/>
              </a:ext>
            </a:extLst>
          </p:cNvPr>
          <p:cNvSpPr/>
          <p:nvPr/>
        </p:nvSpPr>
        <p:spPr>
          <a:xfrm>
            <a:off x="9100848" y="1400541"/>
            <a:ext cx="314529" cy="373576"/>
          </a:xfrm>
          <a:prstGeom prst="roundRect">
            <a:avLst>
              <a:gd name="adj" fmla="val 1182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642A9A-B5AA-4856-E1FE-A536441A6B2F}"/>
              </a:ext>
            </a:extLst>
          </p:cNvPr>
          <p:cNvSpPr/>
          <p:nvPr/>
        </p:nvSpPr>
        <p:spPr>
          <a:xfrm>
            <a:off x="9100848" y="1681839"/>
            <a:ext cx="277467" cy="1062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C060BB-65DC-55AC-6BB4-1305C3593DBA}"/>
              </a:ext>
            </a:extLst>
          </p:cNvPr>
          <p:cNvSpPr/>
          <p:nvPr/>
        </p:nvSpPr>
        <p:spPr>
          <a:xfrm>
            <a:off x="9245654" y="1397058"/>
            <a:ext cx="200240" cy="1062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Freeform: Shape 1035">
            <a:extLst>
              <a:ext uri="{FF2B5EF4-FFF2-40B4-BE49-F238E27FC236}">
                <a16:creationId xmlns:a16="http://schemas.microsoft.com/office/drawing/2014/main" id="{BEBC74A3-6358-3629-0255-5B531D653143}"/>
              </a:ext>
            </a:extLst>
          </p:cNvPr>
          <p:cNvSpPr/>
          <p:nvPr/>
        </p:nvSpPr>
        <p:spPr>
          <a:xfrm>
            <a:off x="6286392" y="2725383"/>
            <a:ext cx="1899361" cy="443890"/>
          </a:xfrm>
          <a:custGeom>
            <a:avLst/>
            <a:gdLst>
              <a:gd name="connsiteX0" fmla="*/ 1449781 w 1899361"/>
              <a:gd name="connsiteY0" fmla="*/ 0 h 443890"/>
              <a:gd name="connsiteX1" fmla="*/ 1899361 w 1899361"/>
              <a:gd name="connsiteY1" fmla="*/ 0 h 443890"/>
              <a:gd name="connsiteX2" fmla="*/ 1899361 w 1899361"/>
              <a:gd name="connsiteY2" fmla="*/ 89316 h 443890"/>
              <a:gd name="connsiteX3" fmla="*/ 1711488 w 1899361"/>
              <a:gd name="connsiteY3" fmla="*/ 89316 h 443890"/>
              <a:gd name="connsiteX4" fmla="*/ 1669150 w 1899361"/>
              <a:gd name="connsiteY4" fmla="*/ 131654 h 443890"/>
              <a:gd name="connsiteX5" fmla="*/ 1669150 w 1899361"/>
              <a:gd name="connsiteY5" fmla="*/ 177892 h 443890"/>
              <a:gd name="connsiteX6" fmla="*/ 1666419 w 1899361"/>
              <a:gd name="connsiteY6" fmla="*/ 177892 h 443890"/>
              <a:gd name="connsiteX7" fmla="*/ 1666419 w 1899361"/>
              <a:gd name="connsiteY7" fmla="*/ 404200 h 443890"/>
              <a:gd name="connsiteX8" fmla="*/ 1626729 w 1899361"/>
              <a:gd name="connsiteY8" fmla="*/ 443890 h 443890"/>
              <a:gd name="connsiteX9" fmla="*/ 735330 w 1899361"/>
              <a:gd name="connsiteY9" fmla="*/ 443890 h 443890"/>
              <a:gd name="connsiteX10" fmla="*/ 406899 w 1899361"/>
              <a:gd name="connsiteY10" fmla="*/ 443890 h 443890"/>
              <a:gd name="connsiteX11" fmla="*/ 0 w 1899361"/>
              <a:gd name="connsiteY11" fmla="*/ 443890 h 443890"/>
              <a:gd name="connsiteX12" fmla="*/ 0 w 1899361"/>
              <a:gd name="connsiteY12" fmla="*/ 753 h 443890"/>
              <a:gd name="connsiteX13" fmla="*/ 405142 w 1899361"/>
              <a:gd name="connsiteY13" fmla="*/ 753 h 443890"/>
              <a:gd name="connsiteX14" fmla="*/ 406899 w 1899361"/>
              <a:gd name="connsiteY14" fmla="*/ 25 h 443890"/>
              <a:gd name="connsiteX15" fmla="*/ 1449781 w 1899361"/>
              <a:gd name="connsiteY15" fmla="*/ 25 h 443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99361" h="443890">
                <a:moveTo>
                  <a:pt x="1449781" y="0"/>
                </a:moveTo>
                <a:lnTo>
                  <a:pt x="1899361" y="0"/>
                </a:lnTo>
                <a:lnTo>
                  <a:pt x="1899361" y="89316"/>
                </a:lnTo>
                <a:lnTo>
                  <a:pt x="1711488" y="89316"/>
                </a:lnTo>
                <a:cubicBezTo>
                  <a:pt x="1688105" y="89316"/>
                  <a:pt x="1669150" y="108271"/>
                  <a:pt x="1669150" y="131654"/>
                </a:cubicBezTo>
                <a:lnTo>
                  <a:pt x="1669150" y="177892"/>
                </a:lnTo>
                <a:lnTo>
                  <a:pt x="1666419" y="177892"/>
                </a:lnTo>
                <a:lnTo>
                  <a:pt x="1666419" y="404200"/>
                </a:lnTo>
                <a:cubicBezTo>
                  <a:pt x="1666419" y="426120"/>
                  <a:pt x="1648649" y="443890"/>
                  <a:pt x="1626729" y="443890"/>
                </a:cubicBezTo>
                <a:lnTo>
                  <a:pt x="735330" y="443890"/>
                </a:lnTo>
                <a:lnTo>
                  <a:pt x="406899" y="443890"/>
                </a:lnTo>
                <a:lnTo>
                  <a:pt x="0" y="443890"/>
                </a:lnTo>
                <a:lnTo>
                  <a:pt x="0" y="753"/>
                </a:lnTo>
                <a:lnTo>
                  <a:pt x="405142" y="753"/>
                </a:lnTo>
                <a:lnTo>
                  <a:pt x="406899" y="25"/>
                </a:lnTo>
                <a:lnTo>
                  <a:pt x="1449781" y="2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56" name="Freeform: Shape 1055">
            <a:extLst>
              <a:ext uri="{FF2B5EF4-FFF2-40B4-BE49-F238E27FC236}">
                <a16:creationId xmlns:a16="http://schemas.microsoft.com/office/drawing/2014/main" id="{03E2BA0A-C50D-00F9-CC59-34BABE719B5F}"/>
              </a:ext>
            </a:extLst>
          </p:cNvPr>
          <p:cNvSpPr/>
          <p:nvPr/>
        </p:nvSpPr>
        <p:spPr>
          <a:xfrm>
            <a:off x="15392009" y="7698894"/>
            <a:ext cx="129540" cy="194760"/>
          </a:xfrm>
          <a:custGeom>
            <a:avLst/>
            <a:gdLst>
              <a:gd name="connsiteX0" fmla="*/ 0 w 129540"/>
              <a:gd name="connsiteY0" fmla="*/ 0 h 194760"/>
              <a:gd name="connsiteX1" fmla="*/ 67160 w 129540"/>
              <a:gd name="connsiteY1" fmla="*/ 0 h 194760"/>
              <a:gd name="connsiteX2" fmla="*/ 129540 w 129540"/>
              <a:gd name="connsiteY2" fmla="*/ 62380 h 194760"/>
              <a:gd name="connsiteX3" fmla="*/ 129540 w 129540"/>
              <a:gd name="connsiteY3" fmla="*/ 194760 h 194760"/>
              <a:gd name="connsiteX4" fmla="*/ 50800 w 129540"/>
              <a:gd name="connsiteY4" fmla="*/ 194760 h 194760"/>
              <a:gd name="connsiteX5" fmla="*/ 0 w 129540"/>
              <a:gd name="connsiteY5" fmla="*/ 143960 h 194760"/>
              <a:gd name="connsiteX6" fmla="*/ 0 w 129540"/>
              <a:gd name="connsiteY6" fmla="*/ 0 h 1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540" h="194760">
                <a:moveTo>
                  <a:pt x="0" y="0"/>
                </a:moveTo>
                <a:lnTo>
                  <a:pt x="67160" y="0"/>
                </a:lnTo>
                <a:cubicBezTo>
                  <a:pt x="101612" y="0"/>
                  <a:pt x="129540" y="27928"/>
                  <a:pt x="129540" y="62380"/>
                </a:cubicBezTo>
                <a:lnTo>
                  <a:pt x="129540" y="194760"/>
                </a:lnTo>
                <a:lnTo>
                  <a:pt x="50800" y="194760"/>
                </a:lnTo>
                <a:cubicBezTo>
                  <a:pt x="22744" y="194760"/>
                  <a:pt x="0" y="172016"/>
                  <a:pt x="0" y="14396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7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55" name="Freeform: Shape 1054">
            <a:extLst>
              <a:ext uri="{FF2B5EF4-FFF2-40B4-BE49-F238E27FC236}">
                <a16:creationId xmlns:a16="http://schemas.microsoft.com/office/drawing/2014/main" id="{685998B3-00E1-E6FE-8F1F-7BE5DDBEEF84}"/>
              </a:ext>
            </a:extLst>
          </p:cNvPr>
          <p:cNvSpPr/>
          <p:nvPr/>
        </p:nvSpPr>
        <p:spPr>
          <a:xfrm>
            <a:off x="15392009" y="7436836"/>
            <a:ext cx="259080" cy="456819"/>
          </a:xfrm>
          <a:custGeom>
            <a:avLst/>
            <a:gdLst>
              <a:gd name="connsiteX0" fmla="*/ 50800 w 259080"/>
              <a:gd name="connsiteY0" fmla="*/ 0 h 456819"/>
              <a:gd name="connsiteX1" fmla="*/ 208280 w 259080"/>
              <a:gd name="connsiteY1" fmla="*/ 0 h 456819"/>
              <a:gd name="connsiteX2" fmla="*/ 259080 w 259080"/>
              <a:gd name="connsiteY2" fmla="*/ 50800 h 456819"/>
              <a:gd name="connsiteX3" fmla="*/ 259080 w 259080"/>
              <a:gd name="connsiteY3" fmla="*/ 406019 h 456819"/>
              <a:gd name="connsiteX4" fmla="*/ 208280 w 259080"/>
              <a:gd name="connsiteY4" fmla="*/ 456819 h 456819"/>
              <a:gd name="connsiteX5" fmla="*/ 129540 w 259080"/>
              <a:gd name="connsiteY5" fmla="*/ 456819 h 456819"/>
              <a:gd name="connsiteX6" fmla="*/ 129540 w 259080"/>
              <a:gd name="connsiteY6" fmla="*/ 324439 h 456819"/>
              <a:gd name="connsiteX7" fmla="*/ 67160 w 259080"/>
              <a:gd name="connsiteY7" fmla="*/ 262059 h 456819"/>
              <a:gd name="connsiteX8" fmla="*/ 0 w 259080"/>
              <a:gd name="connsiteY8" fmla="*/ 262059 h 456819"/>
              <a:gd name="connsiteX9" fmla="*/ 0 w 259080"/>
              <a:gd name="connsiteY9" fmla="*/ 50800 h 456819"/>
              <a:gd name="connsiteX10" fmla="*/ 50800 w 259080"/>
              <a:gd name="connsiteY10" fmla="*/ 0 h 45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080" h="456819">
                <a:moveTo>
                  <a:pt x="50800" y="0"/>
                </a:moveTo>
                <a:lnTo>
                  <a:pt x="208280" y="0"/>
                </a:lnTo>
                <a:cubicBezTo>
                  <a:pt x="236336" y="0"/>
                  <a:pt x="259080" y="22744"/>
                  <a:pt x="259080" y="50800"/>
                </a:cubicBezTo>
                <a:lnTo>
                  <a:pt x="259080" y="406019"/>
                </a:lnTo>
                <a:cubicBezTo>
                  <a:pt x="259080" y="434075"/>
                  <a:pt x="236336" y="456819"/>
                  <a:pt x="208280" y="456819"/>
                </a:cubicBezTo>
                <a:lnTo>
                  <a:pt x="129540" y="456819"/>
                </a:lnTo>
                <a:lnTo>
                  <a:pt x="129540" y="324439"/>
                </a:lnTo>
                <a:cubicBezTo>
                  <a:pt x="129540" y="289987"/>
                  <a:pt x="101612" y="262059"/>
                  <a:pt x="67160" y="262059"/>
                </a:cubicBezTo>
                <a:lnTo>
                  <a:pt x="0" y="262059"/>
                </a:ln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close/>
              </a:path>
            </a:pathLst>
          </a:custGeom>
          <a:solidFill>
            <a:srgbClr val="F646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60" name="Freeform: Shape 1059">
            <a:extLst>
              <a:ext uri="{FF2B5EF4-FFF2-40B4-BE49-F238E27FC236}">
                <a16:creationId xmlns:a16="http://schemas.microsoft.com/office/drawing/2014/main" id="{00D304E0-3DB8-C3FB-07D2-E8470941DEC3}"/>
              </a:ext>
            </a:extLst>
          </p:cNvPr>
          <p:cNvSpPr/>
          <p:nvPr/>
        </p:nvSpPr>
        <p:spPr>
          <a:xfrm>
            <a:off x="15203414" y="8201660"/>
            <a:ext cx="35129" cy="102970"/>
          </a:xfrm>
          <a:custGeom>
            <a:avLst/>
            <a:gdLst>
              <a:gd name="connsiteX0" fmla="*/ 0 w 35129"/>
              <a:gd name="connsiteY0" fmla="*/ 0 h 102970"/>
              <a:gd name="connsiteX1" fmla="*/ 18862 w 35129"/>
              <a:gd name="connsiteY1" fmla="*/ 0 h 102970"/>
              <a:gd name="connsiteX2" fmla="*/ 35129 w 35129"/>
              <a:gd name="connsiteY2" fmla="*/ 16267 h 102970"/>
              <a:gd name="connsiteX3" fmla="*/ 35129 w 35129"/>
              <a:gd name="connsiteY3" fmla="*/ 102970 h 102970"/>
              <a:gd name="connsiteX4" fmla="*/ 18271 w 35129"/>
              <a:gd name="connsiteY4" fmla="*/ 91604 h 102970"/>
              <a:gd name="connsiteX5" fmla="*/ 0 w 35129"/>
              <a:gd name="connsiteY5" fmla="*/ 47494 h 102970"/>
              <a:gd name="connsiteX6" fmla="*/ 0 w 35129"/>
              <a:gd name="connsiteY6" fmla="*/ 0 h 10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29" h="102970">
                <a:moveTo>
                  <a:pt x="0" y="0"/>
                </a:moveTo>
                <a:lnTo>
                  <a:pt x="18862" y="0"/>
                </a:lnTo>
                <a:cubicBezTo>
                  <a:pt x="27846" y="0"/>
                  <a:pt x="35129" y="7283"/>
                  <a:pt x="35129" y="16267"/>
                </a:cubicBezTo>
                <a:lnTo>
                  <a:pt x="35129" y="102970"/>
                </a:lnTo>
                <a:lnTo>
                  <a:pt x="18271" y="91604"/>
                </a:lnTo>
                <a:cubicBezTo>
                  <a:pt x="6982" y="80315"/>
                  <a:pt x="0" y="64720"/>
                  <a:pt x="0" y="47494"/>
                </a:cubicBezTo>
                <a:lnTo>
                  <a:pt x="0" y="0"/>
                </a:lnTo>
                <a:close/>
              </a:path>
            </a:pathLst>
          </a:custGeom>
          <a:solidFill>
            <a:srgbClr val="FF77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9" name="Freeform: Shape 1058">
            <a:extLst>
              <a:ext uri="{FF2B5EF4-FFF2-40B4-BE49-F238E27FC236}">
                <a16:creationId xmlns:a16="http://schemas.microsoft.com/office/drawing/2014/main" id="{C13986CD-3C6D-D76F-56E4-EB452ED71BF2}"/>
              </a:ext>
            </a:extLst>
          </p:cNvPr>
          <p:cNvSpPr/>
          <p:nvPr/>
        </p:nvSpPr>
        <p:spPr>
          <a:xfrm>
            <a:off x="15203414" y="7698893"/>
            <a:ext cx="318135" cy="612640"/>
          </a:xfrm>
          <a:custGeom>
            <a:avLst/>
            <a:gdLst>
              <a:gd name="connsiteX0" fmla="*/ 62380 w 318135"/>
              <a:gd name="connsiteY0" fmla="*/ 0 h 612640"/>
              <a:gd name="connsiteX1" fmla="*/ 188595 w 318135"/>
              <a:gd name="connsiteY1" fmla="*/ 0 h 612640"/>
              <a:gd name="connsiteX2" fmla="*/ 188595 w 318135"/>
              <a:gd name="connsiteY2" fmla="*/ 143960 h 612640"/>
              <a:gd name="connsiteX3" fmla="*/ 239395 w 318135"/>
              <a:gd name="connsiteY3" fmla="*/ 194760 h 612640"/>
              <a:gd name="connsiteX4" fmla="*/ 318135 w 318135"/>
              <a:gd name="connsiteY4" fmla="*/ 194760 h 612640"/>
              <a:gd name="connsiteX5" fmla="*/ 318135 w 318135"/>
              <a:gd name="connsiteY5" fmla="*/ 550260 h 612640"/>
              <a:gd name="connsiteX6" fmla="*/ 255755 w 318135"/>
              <a:gd name="connsiteY6" fmla="*/ 612640 h 612640"/>
              <a:gd name="connsiteX7" fmla="*/ 62380 w 318135"/>
              <a:gd name="connsiteY7" fmla="*/ 612640 h 612640"/>
              <a:gd name="connsiteX8" fmla="*/ 38099 w 318135"/>
              <a:gd name="connsiteY8" fmla="*/ 607738 h 612640"/>
              <a:gd name="connsiteX9" fmla="*/ 35129 w 318135"/>
              <a:gd name="connsiteY9" fmla="*/ 605736 h 612640"/>
              <a:gd name="connsiteX10" fmla="*/ 35129 w 318135"/>
              <a:gd name="connsiteY10" fmla="*/ 519033 h 612640"/>
              <a:gd name="connsiteX11" fmla="*/ 18862 w 318135"/>
              <a:gd name="connsiteY11" fmla="*/ 502766 h 612640"/>
              <a:gd name="connsiteX12" fmla="*/ 0 w 318135"/>
              <a:gd name="connsiteY12" fmla="*/ 502766 h 612640"/>
              <a:gd name="connsiteX13" fmla="*/ 0 w 318135"/>
              <a:gd name="connsiteY13" fmla="*/ 62380 h 612640"/>
              <a:gd name="connsiteX14" fmla="*/ 62380 w 318135"/>
              <a:gd name="connsiteY14" fmla="*/ 0 h 61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8135" h="612640">
                <a:moveTo>
                  <a:pt x="62380" y="0"/>
                </a:moveTo>
                <a:lnTo>
                  <a:pt x="188595" y="0"/>
                </a:lnTo>
                <a:lnTo>
                  <a:pt x="188595" y="143960"/>
                </a:lnTo>
                <a:cubicBezTo>
                  <a:pt x="188595" y="172016"/>
                  <a:pt x="211339" y="194760"/>
                  <a:pt x="239395" y="194760"/>
                </a:cubicBezTo>
                <a:lnTo>
                  <a:pt x="318135" y="194760"/>
                </a:lnTo>
                <a:lnTo>
                  <a:pt x="318135" y="550260"/>
                </a:lnTo>
                <a:cubicBezTo>
                  <a:pt x="318135" y="584712"/>
                  <a:pt x="290207" y="612640"/>
                  <a:pt x="255755" y="612640"/>
                </a:cubicBezTo>
                <a:lnTo>
                  <a:pt x="62380" y="612640"/>
                </a:lnTo>
                <a:cubicBezTo>
                  <a:pt x="53767" y="612640"/>
                  <a:pt x="45562" y="610895"/>
                  <a:pt x="38099" y="607738"/>
                </a:cubicBezTo>
                <a:lnTo>
                  <a:pt x="35129" y="605736"/>
                </a:lnTo>
                <a:lnTo>
                  <a:pt x="35129" y="519033"/>
                </a:lnTo>
                <a:cubicBezTo>
                  <a:pt x="35129" y="510049"/>
                  <a:pt x="27846" y="502766"/>
                  <a:pt x="18862" y="502766"/>
                </a:cubicBezTo>
                <a:lnTo>
                  <a:pt x="0" y="502766"/>
                </a:lnTo>
                <a:lnTo>
                  <a:pt x="0" y="62380"/>
                </a:lnTo>
                <a:cubicBezTo>
                  <a:pt x="0" y="27928"/>
                  <a:pt x="27928" y="0"/>
                  <a:pt x="62380" y="0"/>
                </a:cubicBezTo>
                <a:close/>
              </a:path>
            </a:pathLst>
          </a:cu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8" name="Freeform: Shape 1057">
            <a:extLst>
              <a:ext uri="{FF2B5EF4-FFF2-40B4-BE49-F238E27FC236}">
                <a16:creationId xmlns:a16="http://schemas.microsoft.com/office/drawing/2014/main" id="{AE17B91F-8D67-4656-16C9-BB7D34D3603E}"/>
              </a:ext>
            </a:extLst>
          </p:cNvPr>
          <p:cNvSpPr/>
          <p:nvPr/>
        </p:nvSpPr>
        <p:spPr>
          <a:xfrm>
            <a:off x="15140940" y="8201660"/>
            <a:ext cx="97603" cy="200677"/>
          </a:xfrm>
          <a:custGeom>
            <a:avLst/>
            <a:gdLst>
              <a:gd name="connsiteX0" fmla="*/ 16267 w 97603"/>
              <a:gd name="connsiteY0" fmla="*/ 0 h 200677"/>
              <a:gd name="connsiteX1" fmla="*/ 62474 w 97603"/>
              <a:gd name="connsiteY1" fmla="*/ 0 h 200677"/>
              <a:gd name="connsiteX2" fmla="*/ 62474 w 97603"/>
              <a:gd name="connsiteY2" fmla="*/ 47494 h 200677"/>
              <a:gd name="connsiteX3" fmla="*/ 80745 w 97603"/>
              <a:gd name="connsiteY3" fmla="*/ 91604 h 200677"/>
              <a:gd name="connsiteX4" fmla="*/ 97603 w 97603"/>
              <a:gd name="connsiteY4" fmla="*/ 102970 h 200677"/>
              <a:gd name="connsiteX5" fmla="*/ 97603 w 97603"/>
              <a:gd name="connsiteY5" fmla="*/ 184410 h 200677"/>
              <a:gd name="connsiteX6" fmla="*/ 81336 w 97603"/>
              <a:gd name="connsiteY6" fmla="*/ 200677 h 200677"/>
              <a:gd name="connsiteX7" fmla="*/ 16267 w 97603"/>
              <a:gd name="connsiteY7" fmla="*/ 200677 h 200677"/>
              <a:gd name="connsiteX8" fmla="*/ 0 w 97603"/>
              <a:gd name="connsiteY8" fmla="*/ 184410 h 200677"/>
              <a:gd name="connsiteX9" fmla="*/ 0 w 97603"/>
              <a:gd name="connsiteY9" fmla="*/ 16267 h 200677"/>
              <a:gd name="connsiteX10" fmla="*/ 16267 w 97603"/>
              <a:gd name="connsiteY10" fmla="*/ 0 h 200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603" h="200677">
                <a:moveTo>
                  <a:pt x="16267" y="0"/>
                </a:moveTo>
                <a:lnTo>
                  <a:pt x="62474" y="0"/>
                </a:lnTo>
                <a:lnTo>
                  <a:pt x="62474" y="47494"/>
                </a:lnTo>
                <a:cubicBezTo>
                  <a:pt x="62474" y="64720"/>
                  <a:pt x="69456" y="80315"/>
                  <a:pt x="80745" y="91604"/>
                </a:cubicBezTo>
                <a:lnTo>
                  <a:pt x="97603" y="102970"/>
                </a:lnTo>
                <a:lnTo>
                  <a:pt x="97603" y="184410"/>
                </a:lnTo>
                <a:cubicBezTo>
                  <a:pt x="97603" y="193394"/>
                  <a:pt x="90320" y="200677"/>
                  <a:pt x="81336" y="200677"/>
                </a:cubicBezTo>
                <a:lnTo>
                  <a:pt x="16267" y="200677"/>
                </a:lnTo>
                <a:cubicBezTo>
                  <a:pt x="7283" y="200677"/>
                  <a:pt x="0" y="193394"/>
                  <a:pt x="0" y="184410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FE3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1" name="Rectangle: Rounded Corners 1060">
            <a:extLst>
              <a:ext uri="{FF2B5EF4-FFF2-40B4-BE49-F238E27FC236}">
                <a16:creationId xmlns:a16="http://schemas.microsoft.com/office/drawing/2014/main" id="{7C131534-A673-B8A1-774A-FAD026E4F61B}"/>
              </a:ext>
            </a:extLst>
          </p:cNvPr>
          <p:cNvSpPr/>
          <p:nvPr/>
        </p:nvSpPr>
        <p:spPr>
          <a:xfrm>
            <a:off x="15354300" y="8440420"/>
            <a:ext cx="239208" cy="496411"/>
          </a:xfrm>
          <a:prstGeom prst="roundRect">
            <a:avLst>
              <a:gd name="adj" fmla="val 11358"/>
            </a:avLst>
          </a:prstGeom>
          <a:solidFill>
            <a:srgbClr val="FE3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2" name="Rectangle: Rounded Corners 1061">
            <a:extLst>
              <a:ext uri="{FF2B5EF4-FFF2-40B4-BE49-F238E27FC236}">
                <a16:creationId xmlns:a16="http://schemas.microsoft.com/office/drawing/2014/main" id="{E871232F-B448-3376-03D9-15728FD9DFED}"/>
              </a:ext>
            </a:extLst>
          </p:cNvPr>
          <p:cNvSpPr/>
          <p:nvPr/>
        </p:nvSpPr>
        <p:spPr>
          <a:xfrm>
            <a:off x="15179452" y="8777819"/>
            <a:ext cx="128102" cy="295475"/>
          </a:xfrm>
          <a:prstGeom prst="roundRect">
            <a:avLst>
              <a:gd name="adj" fmla="val 11358"/>
            </a:avLst>
          </a:pr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3" name="Rectangle: Rounded Corners 1062">
            <a:extLst>
              <a:ext uri="{FF2B5EF4-FFF2-40B4-BE49-F238E27FC236}">
                <a16:creationId xmlns:a16="http://schemas.microsoft.com/office/drawing/2014/main" id="{B9919D4B-8446-C094-DAA5-142A0F3DAE4F}"/>
              </a:ext>
            </a:extLst>
          </p:cNvPr>
          <p:cNvSpPr/>
          <p:nvPr/>
        </p:nvSpPr>
        <p:spPr>
          <a:xfrm>
            <a:off x="15252310" y="7231708"/>
            <a:ext cx="128102" cy="199882"/>
          </a:xfrm>
          <a:prstGeom prst="roundRect">
            <a:avLst>
              <a:gd name="adj" fmla="val 11358"/>
            </a:avLst>
          </a:pr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9C19E412-A8DF-042D-D14C-2F5C35449008}"/>
              </a:ext>
            </a:extLst>
          </p:cNvPr>
          <p:cNvSpPr/>
          <p:nvPr/>
        </p:nvSpPr>
        <p:spPr>
          <a:xfrm>
            <a:off x="1655818" y="7240434"/>
            <a:ext cx="239208" cy="496411"/>
          </a:xfrm>
          <a:prstGeom prst="roundRect">
            <a:avLst>
              <a:gd name="adj" fmla="val 21976"/>
            </a:avLst>
          </a:prstGeom>
          <a:solidFill>
            <a:srgbClr val="FE3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9" name="Freeform: Shape 1068">
            <a:extLst>
              <a:ext uri="{FF2B5EF4-FFF2-40B4-BE49-F238E27FC236}">
                <a16:creationId xmlns:a16="http://schemas.microsoft.com/office/drawing/2014/main" id="{D9B305D5-0090-0243-DF45-545A78ECDBC7}"/>
              </a:ext>
            </a:extLst>
          </p:cNvPr>
          <p:cNvSpPr/>
          <p:nvPr/>
        </p:nvSpPr>
        <p:spPr>
          <a:xfrm>
            <a:off x="1864026" y="8355026"/>
            <a:ext cx="128121" cy="235254"/>
          </a:xfrm>
          <a:custGeom>
            <a:avLst/>
            <a:gdLst>
              <a:gd name="connsiteX0" fmla="*/ 56235 w 128121"/>
              <a:gd name="connsiteY0" fmla="*/ 0 h 235254"/>
              <a:gd name="connsiteX1" fmla="*/ 128121 w 128121"/>
              <a:gd name="connsiteY1" fmla="*/ 0 h 235254"/>
              <a:gd name="connsiteX2" fmla="*/ 128121 w 128121"/>
              <a:gd name="connsiteY2" fmla="*/ 165226 h 235254"/>
              <a:gd name="connsiteX3" fmla="*/ 58093 w 128121"/>
              <a:gd name="connsiteY3" fmla="*/ 235254 h 235254"/>
              <a:gd name="connsiteX4" fmla="*/ 0 w 128121"/>
              <a:gd name="connsiteY4" fmla="*/ 235254 h 235254"/>
              <a:gd name="connsiteX5" fmla="*/ 0 w 128121"/>
              <a:gd name="connsiteY5" fmla="*/ 56235 h 235254"/>
              <a:gd name="connsiteX6" fmla="*/ 56235 w 128121"/>
              <a:gd name="connsiteY6" fmla="*/ 0 h 235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21" h="235254">
                <a:moveTo>
                  <a:pt x="56235" y="0"/>
                </a:moveTo>
                <a:lnTo>
                  <a:pt x="128121" y="0"/>
                </a:lnTo>
                <a:lnTo>
                  <a:pt x="128121" y="165226"/>
                </a:lnTo>
                <a:cubicBezTo>
                  <a:pt x="128121" y="203901"/>
                  <a:pt x="96768" y="235254"/>
                  <a:pt x="58093" y="235254"/>
                </a:cubicBezTo>
                <a:lnTo>
                  <a:pt x="0" y="235254"/>
                </a:lnTo>
                <a:lnTo>
                  <a:pt x="0" y="56235"/>
                </a:lnTo>
                <a:cubicBezTo>
                  <a:pt x="0" y="25177"/>
                  <a:pt x="25177" y="0"/>
                  <a:pt x="56235" y="0"/>
                </a:cubicBezTo>
                <a:close/>
              </a:path>
            </a:pathLst>
          </a:custGeom>
          <a:solidFill>
            <a:srgbClr val="FF77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8" name="Freeform: Shape 1067">
            <a:extLst>
              <a:ext uri="{FF2B5EF4-FFF2-40B4-BE49-F238E27FC236}">
                <a16:creationId xmlns:a16="http://schemas.microsoft.com/office/drawing/2014/main" id="{315C5A85-C55D-4F92-BA2F-4FC79C06D0E0}"/>
              </a:ext>
            </a:extLst>
          </p:cNvPr>
          <p:cNvSpPr/>
          <p:nvPr/>
        </p:nvSpPr>
        <p:spPr>
          <a:xfrm>
            <a:off x="1673492" y="7963845"/>
            <a:ext cx="318655" cy="626435"/>
          </a:xfrm>
          <a:custGeom>
            <a:avLst/>
            <a:gdLst>
              <a:gd name="connsiteX0" fmla="*/ 70028 w 318655"/>
              <a:gd name="connsiteY0" fmla="*/ 0 h 626435"/>
              <a:gd name="connsiteX1" fmla="*/ 248627 w 318655"/>
              <a:gd name="connsiteY1" fmla="*/ 0 h 626435"/>
              <a:gd name="connsiteX2" fmla="*/ 318655 w 318655"/>
              <a:gd name="connsiteY2" fmla="*/ 70028 h 626435"/>
              <a:gd name="connsiteX3" fmla="*/ 318655 w 318655"/>
              <a:gd name="connsiteY3" fmla="*/ 391181 h 626435"/>
              <a:gd name="connsiteX4" fmla="*/ 246769 w 318655"/>
              <a:gd name="connsiteY4" fmla="*/ 391181 h 626435"/>
              <a:gd name="connsiteX5" fmla="*/ 190534 w 318655"/>
              <a:gd name="connsiteY5" fmla="*/ 447416 h 626435"/>
              <a:gd name="connsiteX6" fmla="*/ 190534 w 318655"/>
              <a:gd name="connsiteY6" fmla="*/ 626435 h 626435"/>
              <a:gd name="connsiteX7" fmla="*/ 70028 w 318655"/>
              <a:gd name="connsiteY7" fmla="*/ 626435 h 626435"/>
              <a:gd name="connsiteX8" fmla="*/ 0 w 318655"/>
              <a:gd name="connsiteY8" fmla="*/ 556407 h 626435"/>
              <a:gd name="connsiteX9" fmla="*/ 0 w 318655"/>
              <a:gd name="connsiteY9" fmla="*/ 70028 h 626435"/>
              <a:gd name="connsiteX10" fmla="*/ 70028 w 318655"/>
              <a:gd name="connsiteY10" fmla="*/ 0 h 626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8655" h="626435">
                <a:moveTo>
                  <a:pt x="70028" y="0"/>
                </a:moveTo>
                <a:lnTo>
                  <a:pt x="248627" y="0"/>
                </a:lnTo>
                <a:cubicBezTo>
                  <a:pt x="287302" y="0"/>
                  <a:pt x="318655" y="31353"/>
                  <a:pt x="318655" y="70028"/>
                </a:cubicBezTo>
                <a:lnTo>
                  <a:pt x="318655" y="391181"/>
                </a:lnTo>
                <a:lnTo>
                  <a:pt x="246769" y="391181"/>
                </a:lnTo>
                <a:cubicBezTo>
                  <a:pt x="215711" y="391181"/>
                  <a:pt x="190534" y="416358"/>
                  <a:pt x="190534" y="447416"/>
                </a:cubicBezTo>
                <a:lnTo>
                  <a:pt x="190534" y="626435"/>
                </a:lnTo>
                <a:lnTo>
                  <a:pt x="70028" y="626435"/>
                </a:lnTo>
                <a:cubicBezTo>
                  <a:pt x="31353" y="626435"/>
                  <a:pt x="0" y="595082"/>
                  <a:pt x="0" y="556407"/>
                </a:cubicBezTo>
                <a:lnTo>
                  <a:pt x="0" y="70028"/>
                </a:lnTo>
                <a:cubicBezTo>
                  <a:pt x="0" y="31353"/>
                  <a:pt x="31353" y="0"/>
                  <a:pt x="70028" y="0"/>
                </a:cubicBezTo>
                <a:close/>
              </a:path>
            </a:pathLst>
          </a:cu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7" name="Freeform: Shape 1066">
            <a:extLst>
              <a:ext uri="{FF2B5EF4-FFF2-40B4-BE49-F238E27FC236}">
                <a16:creationId xmlns:a16="http://schemas.microsoft.com/office/drawing/2014/main" id="{2154AD9A-957D-5481-26D6-898A05879043}"/>
              </a:ext>
            </a:extLst>
          </p:cNvPr>
          <p:cNvSpPr/>
          <p:nvPr/>
        </p:nvSpPr>
        <p:spPr>
          <a:xfrm>
            <a:off x="1864026" y="8355026"/>
            <a:ext cx="255893" cy="471727"/>
          </a:xfrm>
          <a:custGeom>
            <a:avLst/>
            <a:gdLst>
              <a:gd name="connsiteX0" fmla="*/ 128121 w 255893"/>
              <a:gd name="connsiteY0" fmla="*/ 0 h 471727"/>
              <a:gd name="connsiteX1" fmla="*/ 199658 w 255893"/>
              <a:gd name="connsiteY1" fmla="*/ 0 h 471727"/>
              <a:gd name="connsiteX2" fmla="*/ 255893 w 255893"/>
              <a:gd name="connsiteY2" fmla="*/ 56235 h 471727"/>
              <a:gd name="connsiteX3" fmla="*/ 255893 w 255893"/>
              <a:gd name="connsiteY3" fmla="*/ 415492 h 471727"/>
              <a:gd name="connsiteX4" fmla="*/ 199658 w 255893"/>
              <a:gd name="connsiteY4" fmla="*/ 471727 h 471727"/>
              <a:gd name="connsiteX5" fmla="*/ 56235 w 255893"/>
              <a:gd name="connsiteY5" fmla="*/ 471727 h 471727"/>
              <a:gd name="connsiteX6" fmla="*/ 0 w 255893"/>
              <a:gd name="connsiteY6" fmla="*/ 415492 h 471727"/>
              <a:gd name="connsiteX7" fmla="*/ 0 w 255893"/>
              <a:gd name="connsiteY7" fmla="*/ 235254 h 471727"/>
              <a:gd name="connsiteX8" fmla="*/ 58093 w 255893"/>
              <a:gd name="connsiteY8" fmla="*/ 235254 h 471727"/>
              <a:gd name="connsiteX9" fmla="*/ 128121 w 255893"/>
              <a:gd name="connsiteY9" fmla="*/ 165226 h 471727"/>
              <a:gd name="connsiteX10" fmla="*/ 128121 w 255893"/>
              <a:gd name="connsiteY10" fmla="*/ 0 h 47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5893" h="471727">
                <a:moveTo>
                  <a:pt x="128121" y="0"/>
                </a:moveTo>
                <a:lnTo>
                  <a:pt x="199658" y="0"/>
                </a:lnTo>
                <a:cubicBezTo>
                  <a:pt x="230716" y="0"/>
                  <a:pt x="255893" y="25177"/>
                  <a:pt x="255893" y="56235"/>
                </a:cubicBezTo>
                <a:lnTo>
                  <a:pt x="255893" y="415492"/>
                </a:lnTo>
                <a:cubicBezTo>
                  <a:pt x="255893" y="446550"/>
                  <a:pt x="230716" y="471727"/>
                  <a:pt x="199658" y="471727"/>
                </a:cubicBezTo>
                <a:lnTo>
                  <a:pt x="56235" y="471727"/>
                </a:lnTo>
                <a:cubicBezTo>
                  <a:pt x="25177" y="471727"/>
                  <a:pt x="0" y="446550"/>
                  <a:pt x="0" y="415492"/>
                </a:cubicBezTo>
                <a:lnTo>
                  <a:pt x="0" y="235254"/>
                </a:lnTo>
                <a:lnTo>
                  <a:pt x="58093" y="235254"/>
                </a:lnTo>
                <a:cubicBezTo>
                  <a:pt x="96768" y="235254"/>
                  <a:pt x="128121" y="203901"/>
                  <a:pt x="128121" y="165226"/>
                </a:cubicBezTo>
                <a:lnTo>
                  <a:pt x="128121" y="0"/>
                </a:lnTo>
                <a:close/>
              </a:path>
            </a:pathLst>
          </a:cu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0" name="Rectangle: Rounded Corners 1069">
            <a:extLst>
              <a:ext uri="{FF2B5EF4-FFF2-40B4-BE49-F238E27FC236}">
                <a16:creationId xmlns:a16="http://schemas.microsoft.com/office/drawing/2014/main" id="{94CE52E9-670A-0D17-49A7-013ECE025586}"/>
              </a:ext>
            </a:extLst>
          </p:cNvPr>
          <p:cNvSpPr/>
          <p:nvPr/>
        </p:nvSpPr>
        <p:spPr>
          <a:xfrm>
            <a:off x="1641385" y="8826753"/>
            <a:ext cx="148940" cy="244278"/>
          </a:xfrm>
          <a:prstGeom prst="roundRect">
            <a:avLst>
              <a:gd name="adj" fmla="val 21976"/>
            </a:avLst>
          </a:pr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F0C6C1-C389-43EF-9781-3DF69E8AB276}"/>
              </a:ext>
            </a:extLst>
          </p:cNvPr>
          <p:cNvSpPr/>
          <p:nvPr/>
        </p:nvSpPr>
        <p:spPr>
          <a:xfrm>
            <a:off x="15757293" y="7250589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3AB23A-4F64-1A01-F2AC-388CCF5E40E5}"/>
              </a:ext>
            </a:extLst>
          </p:cNvPr>
          <p:cNvSpPr/>
          <p:nvPr/>
        </p:nvSpPr>
        <p:spPr>
          <a:xfrm>
            <a:off x="692554" y="6506540"/>
            <a:ext cx="15866194" cy="171387"/>
          </a:xfrm>
          <a:prstGeom prst="rect">
            <a:avLst/>
          </a:prstGeom>
          <a:solidFill>
            <a:srgbClr val="FF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115C1C-0DC1-C56A-D955-0FD9047D09DE}"/>
              </a:ext>
            </a:extLst>
          </p:cNvPr>
          <p:cNvSpPr/>
          <p:nvPr/>
        </p:nvSpPr>
        <p:spPr>
          <a:xfrm>
            <a:off x="692554" y="6282267"/>
            <a:ext cx="15866194" cy="242813"/>
          </a:xfrm>
          <a:prstGeom prst="rect">
            <a:avLst/>
          </a:prstGeom>
          <a:gradFill>
            <a:gsLst>
              <a:gs pos="100000">
                <a:srgbClr val="97AFB3"/>
              </a:gs>
              <a:gs pos="0">
                <a:srgbClr val="9DA5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9D43E86-C4B4-0FF8-9DEE-B7CC93158BBE}"/>
              </a:ext>
            </a:extLst>
          </p:cNvPr>
          <p:cNvSpPr/>
          <p:nvPr/>
        </p:nvSpPr>
        <p:spPr>
          <a:xfrm flipH="1">
            <a:off x="14672943" y="6608436"/>
            <a:ext cx="1885966" cy="364071"/>
          </a:xfrm>
          <a:custGeom>
            <a:avLst/>
            <a:gdLst>
              <a:gd name="connsiteX0" fmla="*/ 1449781 w 1899361"/>
              <a:gd name="connsiteY0" fmla="*/ 0 h 443890"/>
              <a:gd name="connsiteX1" fmla="*/ 1899361 w 1899361"/>
              <a:gd name="connsiteY1" fmla="*/ 0 h 443890"/>
              <a:gd name="connsiteX2" fmla="*/ 1899361 w 1899361"/>
              <a:gd name="connsiteY2" fmla="*/ 89316 h 443890"/>
              <a:gd name="connsiteX3" fmla="*/ 1711488 w 1899361"/>
              <a:gd name="connsiteY3" fmla="*/ 89316 h 443890"/>
              <a:gd name="connsiteX4" fmla="*/ 1669150 w 1899361"/>
              <a:gd name="connsiteY4" fmla="*/ 131654 h 443890"/>
              <a:gd name="connsiteX5" fmla="*/ 1669150 w 1899361"/>
              <a:gd name="connsiteY5" fmla="*/ 177892 h 443890"/>
              <a:gd name="connsiteX6" fmla="*/ 1666419 w 1899361"/>
              <a:gd name="connsiteY6" fmla="*/ 177892 h 443890"/>
              <a:gd name="connsiteX7" fmla="*/ 1666419 w 1899361"/>
              <a:gd name="connsiteY7" fmla="*/ 404200 h 443890"/>
              <a:gd name="connsiteX8" fmla="*/ 1626729 w 1899361"/>
              <a:gd name="connsiteY8" fmla="*/ 443890 h 443890"/>
              <a:gd name="connsiteX9" fmla="*/ 735330 w 1899361"/>
              <a:gd name="connsiteY9" fmla="*/ 443890 h 443890"/>
              <a:gd name="connsiteX10" fmla="*/ 406899 w 1899361"/>
              <a:gd name="connsiteY10" fmla="*/ 443890 h 443890"/>
              <a:gd name="connsiteX11" fmla="*/ 0 w 1899361"/>
              <a:gd name="connsiteY11" fmla="*/ 443890 h 443890"/>
              <a:gd name="connsiteX12" fmla="*/ 0 w 1899361"/>
              <a:gd name="connsiteY12" fmla="*/ 753 h 443890"/>
              <a:gd name="connsiteX13" fmla="*/ 405142 w 1899361"/>
              <a:gd name="connsiteY13" fmla="*/ 753 h 443890"/>
              <a:gd name="connsiteX14" fmla="*/ 406899 w 1899361"/>
              <a:gd name="connsiteY14" fmla="*/ 25 h 443890"/>
              <a:gd name="connsiteX15" fmla="*/ 1449781 w 1899361"/>
              <a:gd name="connsiteY15" fmla="*/ 25 h 443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99361" h="443890">
                <a:moveTo>
                  <a:pt x="1449781" y="0"/>
                </a:moveTo>
                <a:lnTo>
                  <a:pt x="1899361" y="0"/>
                </a:lnTo>
                <a:lnTo>
                  <a:pt x="1899361" y="89316"/>
                </a:lnTo>
                <a:lnTo>
                  <a:pt x="1711488" y="89316"/>
                </a:lnTo>
                <a:cubicBezTo>
                  <a:pt x="1688105" y="89316"/>
                  <a:pt x="1669150" y="108271"/>
                  <a:pt x="1669150" y="131654"/>
                </a:cubicBezTo>
                <a:lnTo>
                  <a:pt x="1669150" y="177892"/>
                </a:lnTo>
                <a:lnTo>
                  <a:pt x="1666419" y="177892"/>
                </a:lnTo>
                <a:lnTo>
                  <a:pt x="1666419" y="404200"/>
                </a:lnTo>
                <a:cubicBezTo>
                  <a:pt x="1666419" y="426120"/>
                  <a:pt x="1648649" y="443890"/>
                  <a:pt x="1626729" y="443890"/>
                </a:cubicBezTo>
                <a:lnTo>
                  <a:pt x="735330" y="443890"/>
                </a:lnTo>
                <a:lnTo>
                  <a:pt x="406899" y="443890"/>
                </a:lnTo>
                <a:lnTo>
                  <a:pt x="0" y="443890"/>
                </a:lnTo>
                <a:lnTo>
                  <a:pt x="0" y="753"/>
                </a:lnTo>
                <a:lnTo>
                  <a:pt x="405142" y="753"/>
                </a:lnTo>
                <a:lnTo>
                  <a:pt x="406899" y="25"/>
                </a:lnTo>
                <a:lnTo>
                  <a:pt x="1449781" y="25"/>
                </a:lnTo>
                <a:close/>
              </a:path>
            </a:pathLst>
          </a:custGeom>
          <a:solidFill>
            <a:srgbClr val="FF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E48751-3CAC-E37C-0512-7CC1FC7F6C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55" t="4057" r="918" b="1410"/>
          <a:stretch>
            <a:fillRect/>
          </a:stretch>
        </p:blipFill>
        <p:spPr>
          <a:xfrm>
            <a:off x="15503953" y="6665187"/>
            <a:ext cx="196977" cy="243503"/>
          </a:xfrm>
          <a:custGeom>
            <a:avLst/>
            <a:gdLst>
              <a:gd name="connsiteX0" fmla="*/ 92239 w 598789"/>
              <a:gd name="connsiteY0" fmla="*/ 0 h 576276"/>
              <a:gd name="connsiteX1" fmla="*/ 506550 w 598789"/>
              <a:gd name="connsiteY1" fmla="*/ 0 h 576276"/>
              <a:gd name="connsiteX2" fmla="*/ 598789 w 598789"/>
              <a:gd name="connsiteY2" fmla="*/ 92239 h 576276"/>
              <a:gd name="connsiteX3" fmla="*/ 598789 w 598789"/>
              <a:gd name="connsiteY3" fmla="*/ 484037 h 576276"/>
              <a:gd name="connsiteX4" fmla="*/ 506550 w 598789"/>
              <a:gd name="connsiteY4" fmla="*/ 576276 h 576276"/>
              <a:gd name="connsiteX5" fmla="*/ 92239 w 598789"/>
              <a:gd name="connsiteY5" fmla="*/ 576276 h 576276"/>
              <a:gd name="connsiteX6" fmla="*/ 0 w 598789"/>
              <a:gd name="connsiteY6" fmla="*/ 484037 h 576276"/>
              <a:gd name="connsiteX7" fmla="*/ 0 w 598789"/>
              <a:gd name="connsiteY7" fmla="*/ 92239 h 576276"/>
              <a:gd name="connsiteX8" fmla="*/ 92239 w 598789"/>
              <a:gd name="connsiteY8" fmla="*/ 0 h 576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8789" h="576276">
                <a:moveTo>
                  <a:pt x="92239" y="0"/>
                </a:moveTo>
                <a:lnTo>
                  <a:pt x="506550" y="0"/>
                </a:lnTo>
                <a:cubicBezTo>
                  <a:pt x="557492" y="0"/>
                  <a:pt x="598789" y="41297"/>
                  <a:pt x="598789" y="92239"/>
                </a:cubicBezTo>
                <a:lnTo>
                  <a:pt x="598789" y="484037"/>
                </a:lnTo>
                <a:cubicBezTo>
                  <a:pt x="598789" y="534979"/>
                  <a:pt x="557492" y="576276"/>
                  <a:pt x="506550" y="576276"/>
                </a:cubicBezTo>
                <a:lnTo>
                  <a:pt x="92239" y="576276"/>
                </a:lnTo>
                <a:cubicBezTo>
                  <a:pt x="41297" y="576276"/>
                  <a:pt x="0" y="534979"/>
                  <a:pt x="0" y="484037"/>
                </a:cubicBezTo>
                <a:lnTo>
                  <a:pt x="0" y="92239"/>
                </a:lnTo>
                <a:cubicBezTo>
                  <a:pt x="0" y="41297"/>
                  <a:pt x="41297" y="0"/>
                  <a:pt x="92239" y="0"/>
                </a:cubicBezTo>
                <a:close/>
              </a:path>
            </a:pathLst>
          </a:cu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A78D214-650B-800B-9153-BB496F8820A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32" t="7012" r="1894" b="2191"/>
          <a:stretch>
            <a:fillRect/>
          </a:stretch>
        </p:blipFill>
        <p:spPr>
          <a:xfrm>
            <a:off x="15137050" y="6672335"/>
            <a:ext cx="191208" cy="232484"/>
          </a:xfrm>
          <a:custGeom>
            <a:avLst/>
            <a:gdLst>
              <a:gd name="connsiteX0" fmla="*/ 82087 w 516255"/>
              <a:gd name="connsiteY0" fmla="*/ 0 h 492515"/>
              <a:gd name="connsiteX1" fmla="*/ 434168 w 516255"/>
              <a:gd name="connsiteY1" fmla="*/ 0 h 492515"/>
              <a:gd name="connsiteX2" fmla="*/ 516255 w 516255"/>
              <a:gd name="connsiteY2" fmla="*/ 82087 h 492515"/>
              <a:gd name="connsiteX3" fmla="*/ 516255 w 516255"/>
              <a:gd name="connsiteY3" fmla="*/ 410428 h 492515"/>
              <a:gd name="connsiteX4" fmla="*/ 434168 w 516255"/>
              <a:gd name="connsiteY4" fmla="*/ 492515 h 492515"/>
              <a:gd name="connsiteX5" fmla="*/ 82087 w 516255"/>
              <a:gd name="connsiteY5" fmla="*/ 492515 h 492515"/>
              <a:gd name="connsiteX6" fmla="*/ 0 w 516255"/>
              <a:gd name="connsiteY6" fmla="*/ 410428 h 492515"/>
              <a:gd name="connsiteX7" fmla="*/ 0 w 516255"/>
              <a:gd name="connsiteY7" fmla="*/ 82087 h 492515"/>
              <a:gd name="connsiteX8" fmla="*/ 82087 w 516255"/>
              <a:gd name="connsiteY8" fmla="*/ 0 h 49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6255" h="492515">
                <a:moveTo>
                  <a:pt x="82087" y="0"/>
                </a:moveTo>
                <a:lnTo>
                  <a:pt x="434168" y="0"/>
                </a:lnTo>
                <a:cubicBezTo>
                  <a:pt x="479503" y="0"/>
                  <a:pt x="516255" y="36752"/>
                  <a:pt x="516255" y="82087"/>
                </a:cubicBezTo>
                <a:lnTo>
                  <a:pt x="516255" y="410428"/>
                </a:lnTo>
                <a:cubicBezTo>
                  <a:pt x="516255" y="455763"/>
                  <a:pt x="479503" y="492515"/>
                  <a:pt x="434168" y="492515"/>
                </a:cubicBezTo>
                <a:lnTo>
                  <a:pt x="82087" y="492515"/>
                </a:lnTo>
                <a:cubicBezTo>
                  <a:pt x="36752" y="492515"/>
                  <a:pt x="0" y="455763"/>
                  <a:pt x="0" y="410428"/>
                </a:cubicBezTo>
                <a:lnTo>
                  <a:pt x="0" y="82087"/>
                </a:lnTo>
                <a:cubicBezTo>
                  <a:pt x="0" y="36752"/>
                  <a:pt x="36752" y="0"/>
                  <a:pt x="8208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80321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8E626-B96D-F2D1-5B9B-83C3B350B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49007FB-4FB9-5CD2-28E4-843CF2F2311A}"/>
              </a:ext>
            </a:extLst>
          </p:cNvPr>
          <p:cNvSpPr/>
          <p:nvPr/>
        </p:nvSpPr>
        <p:spPr>
          <a:xfrm>
            <a:off x="522086" y="203507"/>
            <a:ext cx="15866194" cy="3948343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26A558D7-CF9D-717C-EE32-7241509AEDD5}"/>
              </a:ext>
            </a:extLst>
          </p:cNvPr>
          <p:cNvSpPr/>
          <p:nvPr/>
        </p:nvSpPr>
        <p:spPr>
          <a:xfrm>
            <a:off x="3657600" y="1134113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4" name="Rectangle 1173">
            <a:extLst>
              <a:ext uri="{FF2B5EF4-FFF2-40B4-BE49-F238E27FC236}">
                <a16:creationId xmlns:a16="http://schemas.microsoft.com/office/drawing/2014/main" id="{E30CF9FF-9345-3583-5F65-D5A75B3B6DBF}"/>
              </a:ext>
            </a:extLst>
          </p:cNvPr>
          <p:cNvSpPr/>
          <p:nvPr/>
        </p:nvSpPr>
        <p:spPr>
          <a:xfrm>
            <a:off x="7571831" y="1111706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5" name="Rectangle 1174">
            <a:extLst>
              <a:ext uri="{FF2B5EF4-FFF2-40B4-BE49-F238E27FC236}">
                <a16:creationId xmlns:a16="http://schemas.microsoft.com/office/drawing/2014/main" id="{DBF46EEA-4A63-AD23-792A-3FC17C29AA56}"/>
              </a:ext>
            </a:extLst>
          </p:cNvPr>
          <p:cNvSpPr/>
          <p:nvPr/>
        </p:nvSpPr>
        <p:spPr>
          <a:xfrm>
            <a:off x="11549611" y="1124930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F7193360-29AF-18D5-DE15-69F21DDF7FB7}"/>
              </a:ext>
            </a:extLst>
          </p:cNvPr>
          <p:cNvSpPr/>
          <p:nvPr/>
        </p:nvSpPr>
        <p:spPr>
          <a:xfrm>
            <a:off x="15385144" y="1197664"/>
            <a:ext cx="832764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7" name="Rectangle 1176">
            <a:extLst>
              <a:ext uri="{FF2B5EF4-FFF2-40B4-BE49-F238E27FC236}">
                <a16:creationId xmlns:a16="http://schemas.microsoft.com/office/drawing/2014/main" id="{AA93F71E-4F46-82B8-28DD-363C884AF111}"/>
              </a:ext>
            </a:extLst>
          </p:cNvPr>
          <p:cNvSpPr/>
          <p:nvPr/>
        </p:nvSpPr>
        <p:spPr>
          <a:xfrm>
            <a:off x="651944" y="1134113"/>
            <a:ext cx="832764" cy="1745727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8C3BC1BA-1BDE-794E-3AAB-3D6F0EF9BF3D}"/>
              </a:ext>
            </a:extLst>
          </p:cNvPr>
          <p:cNvSpPr/>
          <p:nvPr/>
        </p:nvSpPr>
        <p:spPr>
          <a:xfrm>
            <a:off x="13860295" y="109824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: Rounded Corners 30">
            <a:extLst>
              <a:ext uri="{FF2B5EF4-FFF2-40B4-BE49-F238E27FC236}">
                <a16:creationId xmlns:a16="http://schemas.microsoft.com/office/drawing/2014/main" id="{26181C2B-CC25-D096-9B8F-46B2447B8F1F}"/>
              </a:ext>
            </a:extLst>
          </p:cNvPr>
          <p:cNvSpPr/>
          <p:nvPr/>
        </p:nvSpPr>
        <p:spPr>
          <a:xfrm>
            <a:off x="9910016" y="111731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Rectangle: Rounded Corners 30">
            <a:extLst>
              <a:ext uri="{FF2B5EF4-FFF2-40B4-BE49-F238E27FC236}">
                <a16:creationId xmlns:a16="http://schemas.microsoft.com/office/drawing/2014/main" id="{8D231D87-FF82-5695-3C48-E187C8CB7D6C}"/>
              </a:ext>
            </a:extLst>
          </p:cNvPr>
          <p:cNvSpPr/>
          <p:nvPr/>
        </p:nvSpPr>
        <p:spPr>
          <a:xfrm>
            <a:off x="5953586" y="112493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Rectangle: Rounded Corners 30">
            <a:extLst>
              <a:ext uri="{FF2B5EF4-FFF2-40B4-BE49-F238E27FC236}">
                <a16:creationId xmlns:a16="http://schemas.microsoft.com/office/drawing/2014/main" id="{6E6FEEE7-393F-14C7-5E4C-4BD1B317EE91}"/>
              </a:ext>
            </a:extLst>
          </p:cNvPr>
          <p:cNvSpPr/>
          <p:nvPr/>
        </p:nvSpPr>
        <p:spPr>
          <a:xfrm>
            <a:off x="2036176" y="109824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0A6B78E-3142-EE1C-DD37-8B06C48C1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0383" y="6563144"/>
            <a:ext cx="9115514" cy="6476809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EA98F3F-26E9-F089-6628-B7630BF90F2C}"/>
              </a:ext>
            </a:extLst>
          </p:cNvPr>
          <p:cNvSpPr/>
          <p:nvPr/>
        </p:nvSpPr>
        <p:spPr>
          <a:xfrm>
            <a:off x="14501439" y="129931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179E96-D282-9859-812C-7C08F31529DC}"/>
              </a:ext>
            </a:extLst>
          </p:cNvPr>
          <p:cNvSpPr/>
          <p:nvPr/>
        </p:nvSpPr>
        <p:spPr>
          <a:xfrm>
            <a:off x="13973627" y="129309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2B3B1CF-8B0C-DA37-4B01-F74F31AF126E}"/>
              </a:ext>
            </a:extLst>
          </p:cNvPr>
          <p:cNvSpPr/>
          <p:nvPr/>
        </p:nvSpPr>
        <p:spPr>
          <a:xfrm>
            <a:off x="10555253" y="1324348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856BF8B-3951-BB6C-D23A-CBF8F8556CE4}"/>
              </a:ext>
            </a:extLst>
          </p:cNvPr>
          <p:cNvSpPr/>
          <p:nvPr/>
        </p:nvSpPr>
        <p:spPr>
          <a:xfrm>
            <a:off x="10023348" y="131216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CF0E46C3-50A1-E9F3-1114-E591377C6812}"/>
              </a:ext>
            </a:extLst>
          </p:cNvPr>
          <p:cNvSpPr/>
          <p:nvPr/>
        </p:nvSpPr>
        <p:spPr>
          <a:xfrm>
            <a:off x="6594730" y="1326005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Rectangle: Rounded Corners 1047">
            <a:extLst>
              <a:ext uri="{FF2B5EF4-FFF2-40B4-BE49-F238E27FC236}">
                <a16:creationId xmlns:a16="http://schemas.microsoft.com/office/drawing/2014/main" id="{81C844F1-3908-DED8-273C-16BAE1ADE99A}"/>
              </a:ext>
            </a:extLst>
          </p:cNvPr>
          <p:cNvSpPr/>
          <p:nvPr/>
        </p:nvSpPr>
        <p:spPr>
          <a:xfrm>
            <a:off x="6066918" y="131978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Rectangle: Rounded Corners 1053">
            <a:extLst>
              <a:ext uri="{FF2B5EF4-FFF2-40B4-BE49-F238E27FC236}">
                <a16:creationId xmlns:a16="http://schemas.microsoft.com/office/drawing/2014/main" id="{076FAC83-29EC-3A97-2769-4C0171F3B5B0}"/>
              </a:ext>
            </a:extLst>
          </p:cNvPr>
          <p:cNvSpPr/>
          <p:nvPr/>
        </p:nvSpPr>
        <p:spPr>
          <a:xfrm>
            <a:off x="2677320" y="129931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BB76CE69-4E99-1D76-3D3A-4E7ACDB7AF4B}"/>
              </a:ext>
            </a:extLst>
          </p:cNvPr>
          <p:cNvSpPr/>
          <p:nvPr/>
        </p:nvSpPr>
        <p:spPr>
          <a:xfrm>
            <a:off x="2149508" y="129309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1" name="Rectangle: Rounded Corners 1070">
            <a:extLst>
              <a:ext uri="{FF2B5EF4-FFF2-40B4-BE49-F238E27FC236}">
                <a16:creationId xmlns:a16="http://schemas.microsoft.com/office/drawing/2014/main" id="{E7414F37-3F40-B63A-3034-2DC4089331DA}"/>
              </a:ext>
            </a:extLst>
          </p:cNvPr>
          <p:cNvSpPr/>
          <p:nvPr/>
        </p:nvSpPr>
        <p:spPr>
          <a:xfrm>
            <a:off x="11653330" y="1173285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2" name="Straight Connector 1071">
            <a:extLst>
              <a:ext uri="{FF2B5EF4-FFF2-40B4-BE49-F238E27FC236}">
                <a16:creationId xmlns:a16="http://schemas.microsoft.com/office/drawing/2014/main" id="{9EAF04F6-2B52-7E6E-25AC-4D8452F0AC79}"/>
              </a:ext>
            </a:extLst>
          </p:cNvPr>
          <p:cNvCxnSpPr>
            <a:cxnSpLocks/>
            <a:endCxn id="1071" idx="2"/>
          </p:cNvCxnSpPr>
          <p:nvPr/>
        </p:nvCxnSpPr>
        <p:spPr>
          <a:xfrm>
            <a:off x="12422346" y="1189813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3" name="Rectangle: Rounded Corners 1072">
            <a:extLst>
              <a:ext uri="{FF2B5EF4-FFF2-40B4-BE49-F238E27FC236}">
                <a16:creationId xmlns:a16="http://schemas.microsoft.com/office/drawing/2014/main" id="{0B9A424C-57E5-79F2-3A60-F6ECBEA12716}"/>
              </a:ext>
            </a:extLst>
          </p:cNvPr>
          <p:cNvSpPr/>
          <p:nvPr/>
        </p:nvSpPr>
        <p:spPr>
          <a:xfrm>
            <a:off x="7700770" y="1143096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186383B6-01C5-AC67-0C49-B01BB7B4EC87}"/>
              </a:ext>
            </a:extLst>
          </p:cNvPr>
          <p:cNvCxnSpPr>
            <a:cxnSpLocks/>
            <a:endCxn id="1073" idx="2"/>
          </p:cNvCxnSpPr>
          <p:nvPr/>
        </p:nvCxnSpPr>
        <p:spPr>
          <a:xfrm>
            <a:off x="8469786" y="1159624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" name="Rectangle: Rounded Corners 1074">
            <a:extLst>
              <a:ext uri="{FF2B5EF4-FFF2-40B4-BE49-F238E27FC236}">
                <a16:creationId xmlns:a16="http://schemas.microsoft.com/office/drawing/2014/main" id="{15F682A5-F2BA-F778-ECAB-28722FC7E514}"/>
              </a:ext>
            </a:extLst>
          </p:cNvPr>
          <p:cNvSpPr/>
          <p:nvPr/>
        </p:nvSpPr>
        <p:spPr>
          <a:xfrm>
            <a:off x="3769086" y="1185494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FC46D364-7975-1AB1-BDE6-BA5AAB192E82}"/>
              </a:ext>
            </a:extLst>
          </p:cNvPr>
          <p:cNvCxnSpPr>
            <a:cxnSpLocks/>
            <a:endCxn id="1075" idx="2"/>
          </p:cNvCxnSpPr>
          <p:nvPr/>
        </p:nvCxnSpPr>
        <p:spPr>
          <a:xfrm>
            <a:off x="4538102" y="1202022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Rectangle: Rounded Corners 1076">
            <a:extLst>
              <a:ext uri="{FF2B5EF4-FFF2-40B4-BE49-F238E27FC236}">
                <a16:creationId xmlns:a16="http://schemas.microsoft.com/office/drawing/2014/main" id="{53F6C69E-7F9D-B0D0-7630-460DFAED04D4}"/>
              </a:ext>
            </a:extLst>
          </p:cNvPr>
          <p:cNvSpPr/>
          <p:nvPr/>
        </p:nvSpPr>
        <p:spPr>
          <a:xfrm>
            <a:off x="781929" y="1197664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4" name="Rectangle: Rounded Corners 1093">
            <a:extLst>
              <a:ext uri="{FF2B5EF4-FFF2-40B4-BE49-F238E27FC236}">
                <a16:creationId xmlns:a16="http://schemas.microsoft.com/office/drawing/2014/main" id="{4F151A22-EA2E-4C4C-0239-F7B224583918}"/>
              </a:ext>
            </a:extLst>
          </p:cNvPr>
          <p:cNvSpPr/>
          <p:nvPr/>
        </p:nvSpPr>
        <p:spPr>
          <a:xfrm>
            <a:off x="15580719" y="1191639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EA9CBDD6-5F45-ECB7-65E6-7A31DC06B5C7}"/>
              </a:ext>
            </a:extLst>
          </p:cNvPr>
          <p:cNvSpPr/>
          <p:nvPr/>
        </p:nvSpPr>
        <p:spPr>
          <a:xfrm>
            <a:off x="515980" y="184860"/>
            <a:ext cx="15866194" cy="805162"/>
          </a:xfrm>
          <a:prstGeom prst="rect">
            <a:avLst/>
          </a:prstGeom>
          <a:gradFill>
            <a:gsLst>
              <a:gs pos="33000">
                <a:srgbClr val="9E9392"/>
              </a:gs>
              <a:gs pos="28688">
                <a:srgbClr val="A99E9D"/>
              </a:gs>
              <a:gs pos="19000">
                <a:srgbClr val="7D7473"/>
              </a:gs>
              <a:gs pos="59000">
                <a:srgbClr val="A59D9A"/>
              </a:gs>
              <a:gs pos="100000">
                <a:srgbClr val="BDB9B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01" name="Picture 4" descr="東武70000系70090型 | 車内観察日記">
            <a:extLst>
              <a:ext uri="{FF2B5EF4-FFF2-40B4-BE49-F238E27FC236}">
                <a16:creationId xmlns:a16="http://schemas.microsoft.com/office/drawing/2014/main" id="{9560FEFF-CFAB-DBCB-E74F-0164CE3A6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8544" y="5086764"/>
            <a:ext cx="67056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2" name="Picture 6" descr="東武70000系 | 車内観察日記">
            <a:extLst>
              <a:ext uri="{FF2B5EF4-FFF2-40B4-BE49-F238E27FC236}">
                <a16:creationId xmlns:a16="http://schemas.microsoft.com/office/drawing/2014/main" id="{ADBEF460-804B-EC2C-F9CC-C5B0F520C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8244" y="5616972"/>
            <a:ext cx="48006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0" name="Rectangle 1109">
            <a:extLst>
              <a:ext uri="{FF2B5EF4-FFF2-40B4-BE49-F238E27FC236}">
                <a16:creationId xmlns:a16="http://schemas.microsoft.com/office/drawing/2014/main" id="{7E8FFCE5-C8D7-26E4-5CF6-45D3D63663B5}"/>
              </a:ext>
            </a:extLst>
          </p:cNvPr>
          <p:cNvSpPr/>
          <p:nvPr/>
        </p:nvSpPr>
        <p:spPr>
          <a:xfrm>
            <a:off x="1760989" y="502032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BCDFC372-A713-61F9-7EDC-9AAC567F3D83}"/>
              </a:ext>
            </a:extLst>
          </p:cNvPr>
          <p:cNvSpPr/>
          <p:nvPr/>
        </p:nvSpPr>
        <p:spPr>
          <a:xfrm>
            <a:off x="5705813" y="483233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8CA11390-F6CA-2B8D-6397-EA5DEE73FAC1}"/>
              </a:ext>
            </a:extLst>
          </p:cNvPr>
          <p:cNvSpPr/>
          <p:nvPr/>
        </p:nvSpPr>
        <p:spPr>
          <a:xfrm>
            <a:off x="9646957" y="471980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009D59BC-1D8B-0706-E7A2-2CFAC9920D33}"/>
              </a:ext>
            </a:extLst>
          </p:cNvPr>
          <p:cNvSpPr/>
          <p:nvPr/>
        </p:nvSpPr>
        <p:spPr>
          <a:xfrm>
            <a:off x="13595785" y="448120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DA95A5DE-AF50-A71B-ABD3-6513406227F2}"/>
              </a:ext>
            </a:extLst>
          </p:cNvPr>
          <p:cNvSpPr/>
          <p:nvPr/>
        </p:nvSpPr>
        <p:spPr>
          <a:xfrm>
            <a:off x="2036176" y="3869910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FF5A4AA5-780E-B7A6-ABEE-EFCA3C9BDF1E}"/>
              </a:ext>
            </a:extLst>
          </p:cNvPr>
          <p:cNvSpPr/>
          <p:nvPr/>
        </p:nvSpPr>
        <p:spPr>
          <a:xfrm>
            <a:off x="2501980" y="1092907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D56F1AD1-E9DF-6CF5-82A0-2051814FCADF}"/>
              </a:ext>
            </a:extLst>
          </p:cNvPr>
          <p:cNvCxnSpPr/>
          <p:nvPr/>
        </p:nvCxnSpPr>
        <p:spPr>
          <a:xfrm>
            <a:off x="2563988" y="109824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B91C2863-C56B-1616-07E3-210836262575}"/>
              </a:ext>
            </a:extLst>
          </p:cNvPr>
          <p:cNvSpPr/>
          <p:nvPr/>
        </p:nvSpPr>
        <p:spPr>
          <a:xfrm>
            <a:off x="5953586" y="3906354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8A12A3BE-3A22-8452-FA36-99D3AA28C1AD}"/>
              </a:ext>
            </a:extLst>
          </p:cNvPr>
          <p:cNvSpPr/>
          <p:nvPr/>
        </p:nvSpPr>
        <p:spPr>
          <a:xfrm>
            <a:off x="9914486" y="3884418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CCFE257E-6359-208A-BD84-2D5807CFA599}"/>
              </a:ext>
            </a:extLst>
          </p:cNvPr>
          <p:cNvSpPr/>
          <p:nvPr/>
        </p:nvSpPr>
        <p:spPr>
          <a:xfrm>
            <a:off x="13875386" y="3894860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AC25754A-4338-80B2-2110-BC503CED284E}"/>
              </a:ext>
            </a:extLst>
          </p:cNvPr>
          <p:cNvSpPr/>
          <p:nvPr/>
        </p:nvSpPr>
        <p:spPr>
          <a:xfrm>
            <a:off x="6435036" y="1111706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0A1F3014-3E64-A5DD-9023-8E6DC0949D84}"/>
              </a:ext>
            </a:extLst>
          </p:cNvPr>
          <p:cNvCxnSpPr/>
          <p:nvPr/>
        </p:nvCxnSpPr>
        <p:spPr>
          <a:xfrm>
            <a:off x="6481398" y="112493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Connector 1102">
            <a:extLst>
              <a:ext uri="{FF2B5EF4-FFF2-40B4-BE49-F238E27FC236}">
                <a16:creationId xmlns:a16="http://schemas.microsoft.com/office/drawing/2014/main" id="{38C82D58-AABA-87C7-7664-FBC0477F2520}"/>
              </a:ext>
            </a:extLst>
          </p:cNvPr>
          <p:cNvCxnSpPr>
            <a:cxnSpLocks/>
          </p:cNvCxnSpPr>
          <p:nvPr/>
        </p:nvCxnSpPr>
        <p:spPr>
          <a:xfrm>
            <a:off x="6481398" y="1185494"/>
            <a:ext cx="0" cy="284341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1571EB41-6DFD-6C49-1875-033269D13303}"/>
              </a:ext>
            </a:extLst>
          </p:cNvPr>
          <p:cNvSpPr/>
          <p:nvPr/>
        </p:nvSpPr>
        <p:spPr>
          <a:xfrm>
            <a:off x="10368358" y="1100908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7C5D6D0-72CF-C289-BCC1-C14869903603}"/>
              </a:ext>
            </a:extLst>
          </p:cNvPr>
          <p:cNvCxnSpPr/>
          <p:nvPr/>
        </p:nvCxnSpPr>
        <p:spPr>
          <a:xfrm>
            <a:off x="10437828" y="111731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F28F75B1-3636-E5A7-52CA-D14700B1E12C}"/>
              </a:ext>
            </a:extLst>
          </p:cNvPr>
          <p:cNvSpPr/>
          <p:nvPr/>
        </p:nvSpPr>
        <p:spPr>
          <a:xfrm>
            <a:off x="14344611" y="1111706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2D46BE-0A7E-0B9B-6B6D-74713C42A82C}"/>
              </a:ext>
            </a:extLst>
          </p:cNvPr>
          <p:cNvCxnSpPr/>
          <p:nvPr/>
        </p:nvCxnSpPr>
        <p:spPr>
          <a:xfrm>
            <a:off x="14388107" y="109824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F9A2B6EB-D9FE-414D-8E88-7FD832638A8D}"/>
              </a:ext>
            </a:extLst>
          </p:cNvPr>
          <p:cNvSpPr/>
          <p:nvPr/>
        </p:nvSpPr>
        <p:spPr>
          <a:xfrm>
            <a:off x="2391156" y="539094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A9265AE2-0524-6AC2-9942-4169D00038C9}"/>
              </a:ext>
            </a:extLst>
          </p:cNvPr>
          <p:cNvSpPr/>
          <p:nvPr/>
        </p:nvSpPr>
        <p:spPr>
          <a:xfrm>
            <a:off x="1847088" y="539094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21" name="Straight Connector 1120">
            <a:extLst>
              <a:ext uri="{FF2B5EF4-FFF2-40B4-BE49-F238E27FC236}">
                <a16:creationId xmlns:a16="http://schemas.microsoft.com/office/drawing/2014/main" id="{DA6C8209-A85A-46DE-10CF-78E5C4393887}"/>
              </a:ext>
            </a:extLst>
          </p:cNvPr>
          <p:cNvCxnSpPr>
            <a:stCxn id="1118" idx="0"/>
            <a:endCxn id="1118" idx="2"/>
          </p:cNvCxnSpPr>
          <p:nvPr/>
        </p:nvCxnSpPr>
        <p:spPr>
          <a:xfrm>
            <a:off x="2828609" y="539094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FD3A7246-E60B-23CC-5E42-CE1C801ECECA}"/>
              </a:ext>
            </a:extLst>
          </p:cNvPr>
          <p:cNvSpPr/>
          <p:nvPr/>
        </p:nvSpPr>
        <p:spPr>
          <a:xfrm>
            <a:off x="6305947" y="524488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B3DA1BD-FEF6-1F7B-293F-0C3F8419F031}"/>
              </a:ext>
            </a:extLst>
          </p:cNvPr>
          <p:cNvSpPr/>
          <p:nvPr/>
        </p:nvSpPr>
        <p:spPr>
          <a:xfrm>
            <a:off x="5761879" y="524488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24" name="Straight Connector 1123">
            <a:extLst>
              <a:ext uri="{FF2B5EF4-FFF2-40B4-BE49-F238E27FC236}">
                <a16:creationId xmlns:a16="http://schemas.microsoft.com/office/drawing/2014/main" id="{1DB904D9-6BCE-2B51-F9B7-75C9123F6F33}"/>
              </a:ext>
            </a:extLst>
          </p:cNvPr>
          <p:cNvCxnSpPr>
            <a:stCxn id="1122" idx="0"/>
            <a:endCxn id="1122" idx="2"/>
          </p:cNvCxnSpPr>
          <p:nvPr/>
        </p:nvCxnSpPr>
        <p:spPr>
          <a:xfrm>
            <a:off x="6743400" y="524488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3C107652-B307-CE22-0C51-98C38557D548}"/>
              </a:ext>
            </a:extLst>
          </p:cNvPr>
          <p:cNvSpPr/>
          <p:nvPr/>
        </p:nvSpPr>
        <p:spPr>
          <a:xfrm>
            <a:off x="10238238" y="538916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15933912-8CA0-F3E3-8697-F554CEFB4003}"/>
              </a:ext>
            </a:extLst>
          </p:cNvPr>
          <p:cNvSpPr/>
          <p:nvPr/>
        </p:nvSpPr>
        <p:spPr>
          <a:xfrm>
            <a:off x="9694170" y="538916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27" name="Straight Connector 1126">
            <a:extLst>
              <a:ext uri="{FF2B5EF4-FFF2-40B4-BE49-F238E27FC236}">
                <a16:creationId xmlns:a16="http://schemas.microsoft.com/office/drawing/2014/main" id="{45F94D68-BFF7-00B3-0DE6-83E41D0C93E3}"/>
              </a:ext>
            </a:extLst>
          </p:cNvPr>
          <p:cNvCxnSpPr>
            <a:stCxn id="1125" idx="0"/>
            <a:endCxn id="1125" idx="2"/>
          </p:cNvCxnSpPr>
          <p:nvPr/>
        </p:nvCxnSpPr>
        <p:spPr>
          <a:xfrm>
            <a:off x="10675691" y="538916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34CC3EA9-484A-6EDF-71F7-43C591630191}"/>
              </a:ext>
            </a:extLst>
          </p:cNvPr>
          <p:cNvSpPr/>
          <p:nvPr/>
        </p:nvSpPr>
        <p:spPr>
          <a:xfrm>
            <a:off x="14272048" y="508255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42C9B34A-377C-BEF4-DD13-B2DAB2C8D847}"/>
              </a:ext>
            </a:extLst>
          </p:cNvPr>
          <p:cNvSpPr/>
          <p:nvPr/>
        </p:nvSpPr>
        <p:spPr>
          <a:xfrm>
            <a:off x="13727980" y="508255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30" name="Straight Connector 1129">
            <a:extLst>
              <a:ext uri="{FF2B5EF4-FFF2-40B4-BE49-F238E27FC236}">
                <a16:creationId xmlns:a16="http://schemas.microsoft.com/office/drawing/2014/main" id="{D06A1921-6ED9-1B92-0645-D8BFC650FBB4}"/>
              </a:ext>
            </a:extLst>
          </p:cNvPr>
          <p:cNvCxnSpPr>
            <a:stCxn id="1128" idx="0"/>
            <a:endCxn id="1128" idx="2"/>
          </p:cNvCxnSpPr>
          <p:nvPr/>
        </p:nvCxnSpPr>
        <p:spPr>
          <a:xfrm>
            <a:off x="14709501" y="508255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3" name="Picture 1132">
            <a:extLst>
              <a:ext uri="{FF2B5EF4-FFF2-40B4-BE49-F238E27FC236}">
                <a16:creationId xmlns:a16="http://schemas.microsoft.com/office/drawing/2014/main" id="{E501C85A-D86B-D9DE-8D64-E0A40D2FB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3912" y="563544"/>
            <a:ext cx="2438400" cy="2438400"/>
          </a:xfrm>
          <a:prstGeom prst="rect">
            <a:avLst/>
          </a:prstGeom>
        </p:spPr>
      </p:pic>
      <p:pic>
        <p:nvPicPr>
          <p:cNvPr id="1135" name="Picture 1134">
            <a:extLst>
              <a:ext uri="{FF2B5EF4-FFF2-40B4-BE49-F238E27FC236}">
                <a16:creationId xmlns:a16="http://schemas.microsoft.com/office/drawing/2014/main" id="{8CF6E26E-9A71-6262-A5A1-0F62D779A5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34395" y="3202380"/>
            <a:ext cx="2438400" cy="2438400"/>
          </a:xfrm>
          <a:prstGeom prst="rect">
            <a:avLst/>
          </a:prstGeom>
        </p:spPr>
      </p:pic>
      <p:pic>
        <p:nvPicPr>
          <p:cNvPr id="1136" name="Picture 1135">
            <a:extLst>
              <a:ext uri="{FF2B5EF4-FFF2-40B4-BE49-F238E27FC236}">
                <a16:creationId xmlns:a16="http://schemas.microsoft.com/office/drawing/2014/main" id="{285799C1-295D-9B3B-2312-348A27016A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3268536" y="2829050"/>
            <a:ext cx="431539" cy="609674"/>
          </a:xfrm>
          <a:prstGeom prst="rect">
            <a:avLst/>
          </a:prstGeom>
        </p:spPr>
      </p:pic>
      <p:pic>
        <p:nvPicPr>
          <p:cNvPr id="1138" name="Picture 1137">
            <a:extLst>
              <a:ext uri="{FF2B5EF4-FFF2-40B4-BE49-F238E27FC236}">
                <a16:creationId xmlns:a16="http://schemas.microsoft.com/office/drawing/2014/main" id="{63CA8718-297D-47D9-3FAD-291E81E53F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3700075" y="2829050"/>
            <a:ext cx="431539" cy="609674"/>
          </a:xfrm>
          <a:prstGeom prst="rect">
            <a:avLst/>
          </a:prstGeom>
        </p:spPr>
      </p:pic>
      <p:pic>
        <p:nvPicPr>
          <p:cNvPr id="1139" name="Picture 1138">
            <a:extLst>
              <a:ext uri="{FF2B5EF4-FFF2-40B4-BE49-F238E27FC236}">
                <a16:creationId xmlns:a16="http://schemas.microsoft.com/office/drawing/2014/main" id="{A14543A7-EBB3-B6A6-56C1-14F7041020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4130954" y="2825786"/>
            <a:ext cx="431539" cy="609674"/>
          </a:xfrm>
          <a:prstGeom prst="rect">
            <a:avLst/>
          </a:prstGeom>
        </p:spPr>
      </p:pic>
      <p:pic>
        <p:nvPicPr>
          <p:cNvPr id="1140" name="Picture 1139">
            <a:extLst>
              <a:ext uri="{FF2B5EF4-FFF2-40B4-BE49-F238E27FC236}">
                <a16:creationId xmlns:a16="http://schemas.microsoft.com/office/drawing/2014/main" id="{271D5FE9-B002-C146-5F38-23B3DC7F79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4553094" y="2819553"/>
            <a:ext cx="431539" cy="609674"/>
          </a:xfrm>
          <a:prstGeom prst="rect">
            <a:avLst/>
          </a:prstGeom>
        </p:spPr>
      </p:pic>
      <p:pic>
        <p:nvPicPr>
          <p:cNvPr id="1141" name="Picture 1140">
            <a:extLst>
              <a:ext uri="{FF2B5EF4-FFF2-40B4-BE49-F238E27FC236}">
                <a16:creationId xmlns:a16="http://schemas.microsoft.com/office/drawing/2014/main" id="{7169BFA1-1902-6AE4-57D0-C34CCEFB71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4949710" y="2819553"/>
            <a:ext cx="431539" cy="609674"/>
          </a:xfrm>
          <a:prstGeom prst="rect">
            <a:avLst/>
          </a:prstGeom>
        </p:spPr>
      </p:pic>
      <p:pic>
        <p:nvPicPr>
          <p:cNvPr id="1142" name="Picture 1141">
            <a:extLst>
              <a:ext uri="{FF2B5EF4-FFF2-40B4-BE49-F238E27FC236}">
                <a16:creationId xmlns:a16="http://schemas.microsoft.com/office/drawing/2014/main" id="{4A0646D5-FC50-7F9B-9963-BD318F20C4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5362169" y="2819553"/>
            <a:ext cx="329403" cy="609674"/>
          </a:xfrm>
          <a:prstGeom prst="rect">
            <a:avLst/>
          </a:prstGeom>
        </p:spPr>
      </p:pic>
      <p:pic>
        <p:nvPicPr>
          <p:cNvPr id="1143" name="Picture 1142">
            <a:extLst>
              <a:ext uri="{FF2B5EF4-FFF2-40B4-BE49-F238E27FC236}">
                <a16:creationId xmlns:a16="http://schemas.microsoft.com/office/drawing/2014/main" id="{BCCCB81C-D0A3-1662-D994-821BB9EA8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828" y="3431073"/>
            <a:ext cx="594802" cy="321303"/>
          </a:xfrm>
          <a:prstGeom prst="rect">
            <a:avLst/>
          </a:prstGeom>
        </p:spPr>
      </p:pic>
      <p:pic>
        <p:nvPicPr>
          <p:cNvPr id="1144" name="Picture 1143">
            <a:extLst>
              <a:ext uri="{FF2B5EF4-FFF2-40B4-BE49-F238E27FC236}">
                <a16:creationId xmlns:a16="http://schemas.microsoft.com/office/drawing/2014/main" id="{28B3939C-0FD9-9099-9E88-395AD24449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8739" y="3429227"/>
            <a:ext cx="594802" cy="321303"/>
          </a:xfrm>
          <a:prstGeom prst="rect">
            <a:avLst/>
          </a:prstGeom>
        </p:spPr>
      </p:pic>
      <p:pic>
        <p:nvPicPr>
          <p:cNvPr id="1145" name="Picture 1144">
            <a:extLst>
              <a:ext uri="{FF2B5EF4-FFF2-40B4-BE49-F238E27FC236}">
                <a16:creationId xmlns:a16="http://schemas.microsoft.com/office/drawing/2014/main" id="{5ED3B088-2A75-D359-F6E8-91AE74002A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8806" y="3429227"/>
            <a:ext cx="594802" cy="321303"/>
          </a:xfrm>
          <a:prstGeom prst="rect">
            <a:avLst/>
          </a:prstGeom>
        </p:spPr>
      </p:pic>
      <p:pic>
        <p:nvPicPr>
          <p:cNvPr id="1146" name="Picture 1145">
            <a:extLst>
              <a:ext uri="{FF2B5EF4-FFF2-40B4-BE49-F238E27FC236}">
                <a16:creationId xmlns:a16="http://schemas.microsoft.com/office/drawing/2014/main" id="{0BB42969-8D26-0423-FD2D-8A75107A41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739" y="3424469"/>
            <a:ext cx="594802" cy="321303"/>
          </a:xfrm>
          <a:prstGeom prst="rect">
            <a:avLst/>
          </a:prstGeom>
        </p:spPr>
      </p:pic>
      <p:pic>
        <p:nvPicPr>
          <p:cNvPr id="1147" name="Picture 1146">
            <a:extLst>
              <a:ext uri="{FF2B5EF4-FFF2-40B4-BE49-F238E27FC236}">
                <a16:creationId xmlns:a16="http://schemas.microsoft.com/office/drawing/2014/main" id="{E59A03C9-2558-EEC7-4DCA-E31C489C0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7056" y="3427622"/>
            <a:ext cx="454025" cy="321303"/>
          </a:xfrm>
          <a:prstGeom prst="rect">
            <a:avLst/>
          </a:prstGeom>
        </p:spPr>
      </p:pic>
      <p:sp>
        <p:nvSpPr>
          <p:cNvPr id="1149" name="Rectangle 1148">
            <a:extLst>
              <a:ext uri="{FF2B5EF4-FFF2-40B4-BE49-F238E27FC236}">
                <a16:creationId xmlns:a16="http://schemas.microsoft.com/office/drawing/2014/main" id="{102A2A8E-5ED8-CF75-808C-6ACD2BEA449D}"/>
              </a:ext>
            </a:extLst>
          </p:cNvPr>
          <p:cNvSpPr/>
          <p:nvPr/>
        </p:nvSpPr>
        <p:spPr>
          <a:xfrm>
            <a:off x="3276682" y="3745772"/>
            <a:ext cx="2374396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50" name="Picture 1149">
            <a:extLst>
              <a:ext uri="{FF2B5EF4-FFF2-40B4-BE49-F238E27FC236}">
                <a16:creationId xmlns:a16="http://schemas.microsoft.com/office/drawing/2014/main" id="{F6A87EB4-F54D-E1EB-684E-AC1C9BC74D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7238144" y="2779844"/>
            <a:ext cx="364246" cy="609674"/>
          </a:xfrm>
          <a:prstGeom prst="rect">
            <a:avLst/>
          </a:prstGeom>
        </p:spPr>
      </p:pic>
      <p:pic>
        <p:nvPicPr>
          <p:cNvPr id="1151" name="Picture 1150">
            <a:extLst>
              <a:ext uri="{FF2B5EF4-FFF2-40B4-BE49-F238E27FC236}">
                <a16:creationId xmlns:a16="http://schemas.microsoft.com/office/drawing/2014/main" id="{64979B6D-AC7E-199D-0027-9EFC2B7631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7602390" y="2779844"/>
            <a:ext cx="431539" cy="609674"/>
          </a:xfrm>
          <a:prstGeom prst="rect">
            <a:avLst/>
          </a:prstGeom>
        </p:spPr>
      </p:pic>
      <p:pic>
        <p:nvPicPr>
          <p:cNvPr id="1152" name="Picture 1151">
            <a:extLst>
              <a:ext uri="{FF2B5EF4-FFF2-40B4-BE49-F238E27FC236}">
                <a16:creationId xmlns:a16="http://schemas.microsoft.com/office/drawing/2014/main" id="{F765E0E8-3247-88FD-0965-A6C729B769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8033269" y="2776580"/>
            <a:ext cx="431539" cy="609674"/>
          </a:xfrm>
          <a:prstGeom prst="rect">
            <a:avLst/>
          </a:prstGeom>
        </p:spPr>
      </p:pic>
      <p:pic>
        <p:nvPicPr>
          <p:cNvPr id="1153" name="Picture 1152">
            <a:extLst>
              <a:ext uri="{FF2B5EF4-FFF2-40B4-BE49-F238E27FC236}">
                <a16:creationId xmlns:a16="http://schemas.microsoft.com/office/drawing/2014/main" id="{85D08F7C-EC12-EB28-37E5-29A99AD7B3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8455409" y="2770347"/>
            <a:ext cx="431539" cy="609674"/>
          </a:xfrm>
          <a:prstGeom prst="rect">
            <a:avLst/>
          </a:prstGeom>
        </p:spPr>
      </p:pic>
      <p:pic>
        <p:nvPicPr>
          <p:cNvPr id="1154" name="Picture 1153">
            <a:extLst>
              <a:ext uri="{FF2B5EF4-FFF2-40B4-BE49-F238E27FC236}">
                <a16:creationId xmlns:a16="http://schemas.microsoft.com/office/drawing/2014/main" id="{69A8528E-C749-D84F-3AD9-6D17A4C2A4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8852025" y="2770347"/>
            <a:ext cx="431539" cy="609674"/>
          </a:xfrm>
          <a:prstGeom prst="rect">
            <a:avLst/>
          </a:prstGeom>
        </p:spPr>
      </p:pic>
      <p:pic>
        <p:nvPicPr>
          <p:cNvPr id="1155" name="Picture 1154">
            <a:extLst>
              <a:ext uri="{FF2B5EF4-FFF2-40B4-BE49-F238E27FC236}">
                <a16:creationId xmlns:a16="http://schemas.microsoft.com/office/drawing/2014/main" id="{267ED60A-B25E-BD4A-9E94-7C45BEE196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9264485" y="2770347"/>
            <a:ext cx="334858" cy="609674"/>
          </a:xfrm>
          <a:prstGeom prst="rect">
            <a:avLst/>
          </a:prstGeom>
        </p:spPr>
      </p:pic>
      <p:pic>
        <p:nvPicPr>
          <p:cNvPr id="1156" name="Picture 1155">
            <a:extLst>
              <a:ext uri="{FF2B5EF4-FFF2-40B4-BE49-F238E27FC236}">
                <a16:creationId xmlns:a16="http://schemas.microsoft.com/office/drawing/2014/main" id="{18BEBEBB-4869-9CD4-28F1-D033E47C94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9799" y="3381867"/>
            <a:ext cx="548145" cy="321303"/>
          </a:xfrm>
          <a:prstGeom prst="rect">
            <a:avLst/>
          </a:prstGeom>
        </p:spPr>
      </p:pic>
      <p:pic>
        <p:nvPicPr>
          <p:cNvPr id="1157" name="Picture 1156">
            <a:extLst>
              <a:ext uri="{FF2B5EF4-FFF2-40B4-BE49-F238E27FC236}">
                <a16:creationId xmlns:a16="http://schemas.microsoft.com/office/drawing/2014/main" id="{FFE34C0C-709A-52FD-0F5E-28221CF19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1054" y="3380021"/>
            <a:ext cx="594802" cy="321303"/>
          </a:xfrm>
          <a:prstGeom prst="rect">
            <a:avLst/>
          </a:prstGeom>
        </p:spPr>
      </p:pic>
      <p:pic>
        <p:nvPicPr>
          <p:cNvPr id="1158" name="Picture 1157">
            <a:extLst>
              <a:ext uri="{FF2B5EF4-FFF2-40B4-BE49-F238E27FC236}">
                <a16:creationId xmlns:a16="http://schemas.microsoft.com/office/drawing/2014/main" id="{B126930D-171D-56F6-E327-278B83FD9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121" y="3380021"/>
            <a:ext cx="594802" cy="321303"/>
          </a:xfrm>
          <a:prstGeom prst="rect">
            <a:avLst/>
          </a:prstGeom>
        </p:spPr>
      </p:pic>
      <p:pic>
        <p:nvPicPr>
          <p:cNvPr id="1159" name="Picture 1158">
            <a:extLst>
              <a:ext uri="{FF2B5EF4-FFF2-40B4-BE49-F238E27FC236}">
                <a16:creationId xmlns:a16="http://schemas.microsoft.com/office/drawing/2014/main" id="{D9605703-7080-8E1E-92F8-11891D7136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3054" y="3375263"/>
            <a:ext cx="594802" cy="321303"/>
          </a:xfrm>
          <a:prstGeom prst="rect">
            <a:avLst/>
          </a:prstGeom>
        </p:spPr>
      </p:pic>
      <p:pic>
        <p:nvPicPr>
          <p:cNvPr id="1160" name="Picture 1159">
            <a:extLst>
              <a:ext uri="{FF2B5EF4-FFF2-40B4-BE49-F238E27FC236}">
                <a16:creationId xmlns:a16="http://schemas.microsoft.com/office/drawing/2014/main" id="{AA1F35B6-E7F1-D267-EA9B-19A1CA69E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9371" y="3378416"/>
            <a:ext cx="520818" cy="321303"/>
          </a:xfrm>
          <a:prstGeom prst="rect">
            <a:avLst/>
          </a:prstGeom>
        </p:spPr>
      </p:pic>
      <p:sp>
        <p:nvSpPr>
          <p:cNvPr id="1161" name="Rectangle 1160">
            <a:extLst>
              <a:ext uri="{FF2B5EF4-FFF2-40B4-BE49-F238E27FC236}">
                <a16:creationId xmlns:a16="http://schemas.microsoft.com/office/drawing/2014/main" id="{FF13E446-F533-D4B1-D5B5-B8BCA196EAE1}"/>
              </a:ext>
            </a:extLst>
          </p:cNvPr>
          <p:cNvSpPr/>
          <p:nvPr/>
        </p:nvSpPr>
        <p:spPr>
          <a:xfrm>
            <a:off x="7256982" y="3696566"/>
            <a:ext cx="236320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62" name="Picture 1161">
            <a:extLst>
              <a:ext uri="{FF2B5EF4-FFF2-40B4-BE49-F238E27FC236}">
                <a16:creationId xmlns:a16="http://schemas.microsoft.com/office/drawing/2014/main" id="{574F6097-631A-10D0-8C88-3FD13F3771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1233871" y="2788451"/>
            <a:ext cx="350928" cy="609674"/>
          </a:xfrm>
          <a:prstGeom prst="rect">
            <a:avLst/>
          </a:prstGeom>
        </p:spPr>
      </p:pic>
      <p:pic>
        <p:nvPicPr>
          <p:cNvPr id="1163" name="Picture 1162">
            <a:extLst>
              <a:ext uri="{FF2B5EF4-FFF2-40B4-BE49-F238E27FC236}">
                <a16:creationId xmlns:a16="http://schemas.microsoft.com/office/drawing/2014/main" id="{472A21B9-768D-7D1C-2ED1-C33B922C62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1584799" y="2788451"/>
            <a:ext cx="431539" cy="609674"/>
          </a:xfrm>
          <a:prstGeom prst="rect">
            <a:avLst/>
          </a:prstGeom>
        </p:spPr>
      </p:pic>
      <p:pic>
        <p:nvPicPr>
          <p:cNvPr id="1164" name="Picture 1163">
            <a:extLst>
              <a:ext uri="{FF2B5EF4-FFF2-40B4-BE49-F238E27FC236}">
                <a16:creationId xmlns:a16="http://schemas.microsoft.com/office/drawing/2014/main" id="{DE1A6A79-7CB8-60AA-669A-0C03EB103C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2015678" y="2785187"/>
            <a:ext cx="431539" cy="609674"/>
          </a:xfrm>
          <a:prstGeom prst="rect">
            <a:avLst/>
          </a:prstGeom>
        </p:spPr>
      </p:pic>
      <p:pic>
        <p:nvPicPr>
          <p:cNvPr id="1165" name="Picture 1164">
            <a:extLst>
              <a:ext uri="{FF2B5EF4-FFF2-40B4-BE49-F238E27FC236}">
                <a16:creationId xmlns:a16="http://schemas.microsoft.com/office/drawing/2014/main" id="{35F1B894-C324-2B14-231F-58FC9E3F22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2437818" y="2778954"/>
            <a:ext cx="431539" cy="609674"/>
          </a:xfrm>
          <a:prstGeom prst="rect">
            <a:avLst/>
          </a:prstGeom>
        </p:spPr>
      </p:pic>
      <p:pic>
        <p:nvPicPr>
          <p:cNvPr id="1166" name="Picture 1165">
            <a:extLst>
              <a:ext uri="{FF2B5EF4-FFF2-40B4-BE49-F238E27FC236}">
                <a16:creationId xmlns:a16="http://schemas.microsoft.com/office/drawing/2014/main" id="{F76C8278-9A53-C813-828A-5EFDB21E78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2834434" y="2778954"/>
            <a:ext cx="431539" cy="609674"/>
          </a:xfrm>
          <a:prstGeom prst="rect">
            <a:avLst/>
          </a:prstGeom>
        </p:spPr>
      </p:pic>
      <p:pic>
        <p:nvPicPr>
          <p:cNvPr id="1167" name="Picture 1166">
            <a:extLst>
              <a:ext uri="{FF2B5EF4-FFF2-40B4-BE49-F238E27FC236}">
                <a16:creationId xmlns:a16="http://schemas.microsoft.com/office/drawing/2014/main" id="{2FAF360F-1453-28A9-DF42-B60CE9D61D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3246894" y="2778954"/>
            <a:ext cx="348892" cy="609674"/>
          </a:xfrm>
          <a:prstGeom prst="rect">
            <a:avLst/>
          </a:prstGeom>
        </p:spPr>
      </p:pic>
      <p:pic>
        <p:nvPicPr>
          <p:cNvPr id="1168" name="Picture 1167">
            <a:extLst>
              <a:ext uri="{FF2B5EF4-FFF2-40B4-BE49-F238E27FC236}">
                <a16:creationId xmlns:a16="http://schemas.microsoft.com/office/drawing/2014/main" id="{102408DF-4E51-6945-4637-4262669DBD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3222" y="3390474"/>
            <a:ext cx="537131" cy="321303"/>
          </a:xfrm>
          <a:prstGeom prst="rect">
            <a:avLst/>
          </a:prstGeom>
        </p:spPr>
      </p:pic>
      <p:pic>
        <p:nvPicPr>
          <p:cNvPr id="1169" name="Picture 1168">
            <a:extLst>
              <a:ext uri="{FF2B5EF4-FFF2-40B4-BE49-F238E27FC236}">
                <a16:creationId xmlns:a16="http://schemas.microsoft.com/office/drawing/2014/main" id="{706A1304-4A62-5455-4946-6A8A37328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3463" y="3388628"/>
            <a:ext cx="594802" cy="321303"/>
          </a:xfrm>
          <a:prstGeom prst="rect">
            <a:avLst/>
          </a:prstGeom>
        </p:spPr>
      </p:pic>
      <p:pic>
        <p:nvPicPr>
          <p:cNvPr id="1170" name="Picture 1169">
            <a:extLst>
              <a:ext uri="{FF2B5EF4-FFF2-40B4-BE49-F238E27FC236}">
                <a16:creationId xmlns:a16="http://schemas.microsoft.com/office/drawing/2014/main" id="{5D01620E-9766-555D-554A-9888FE6BC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3530" y="3388628"/>
            <a:ext cx="594802" cy="321303"/>
          </a:xfrm>
          <a:prstGeom prst="rect">
            <a:avLst/>
          </a:prstGeom>
        </p:spPr>
      </p:pic>
      <p:pic>
        <p:nvPicPr>
          <p:cNvPr id="1171" name="Picture 1170">
            <a:extLst>
              <a:ext uri="{FF2B5EF4-FFF2-40B4-BE49-F238E27FC236}">
                <a16:creationId xmlns:a16="http://schemas.microsoft.com/office/drawing/2014/main" id="{82820AA6-2674-C483-F8E5-0988706A1A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5463" y="3383870"/>
            <a:ext cx="594802" cy="321303"/>
          </a:xfrm>
          <a:prstGeom prst="rect">
            <a:avLst/>
          </a:prstGeom>
        </p:spPr>
      </p:pic>
      <p:pic>
        <p:nvPicPr>
          <p:cNvPr id="1172" name="Picture 1171">
            <a:extLst>
              <a:ext uri="{FF2B5EF4-FFF2-40B4-BE49-F238E27FC236}">
                <a16:creationId xmlns:a16="http://schemas.microsoft.com/office/drawing/2014/main" id="{7D7E4C98-78C1-1B43-E229-605134A4D8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780" y="3387023"/>
            <a:ext cx="455819" cy="321303"/>
          </a:xfrm>
          <a:prstGeom prst="rect">
            <a:avLst/>
          </a:prstGeom>
        </p:spPr>
      </p:pic>
      <p:sp>
        <p:nvSpPr>
          <p:cNvPr id="1173" name="Rectangle 1172">
            <a:extLst>
              <a:ext uri="{FF2B5EF4-FFF2-40B4-BE49-F238E27FC236}">
                <a16:creationId xmlns:a16="http://schemas.microsoft.com/office/drawing/2014/main" id="{0F70CA53-2D6F-26E5-D029-26E99A3BA7FE}"/>
              </a:ext>
            </a:extLst>
          </p:cNvPr>
          <p:cNvSpPr/>
          <p:nvPr/>
        </p:nvSpPr>
        <p:spPr>
          <a:xfrm>
            <a:off x="11228315" y="3705173"/>
            <a:ext cx="2394830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8" name="正方形/長方形 4114">
            <a:extLst>
              <a:ext uri="{FF2B5EF4-FFF2-40B4-BE49-F238E27FC236}">
                <a16:creationId xmlns:a16="http://schemas.microsoft.com/office/drawing/2014/main" id="{07EEC643-6191-8234-ACC7-6A64529689AC}"/>
              </a:ext>
            </a:extLst>
          </p:cNvPr>
          <p:cNvSpPr/>
          <p:nvPr/>
        </p:nvSpPr>
        <p:spPr>
          <a:xfrm>
            <a:off x="3264907" y="943248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79" name="正方形/長方形 4114">
            <a:extLst>
              <a:ext uri="{FF2B5EF4-FFF2-40B4-BE49-F238E27FC236}">
                <a16:creationId xmlns:a16="http://schemas.microsoft.com/office/drawing/2014/main" id="{E0AAEE92-F7BB-597F-E6BB-EFE0BE30C5A5}"/>
              </a:ext>
            </a:extLst>
          </p:cNvPr>
          <p:cNvSpPr/>
          <p:nvPr/>
        </p:nvSpPr>
        <p:spPr>
          <a:xfrm>
            <a:off x="5605195" y="925269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0" name="正方形/長方形 4139">
            <a:extLst>
              <a:ext uri="{FF2B5EF4-FFF2-40B4-BE49-F238E27FC236}">
                <a16:creationId xmlns:a16="http://schemas.microsoft.com/office/drawing/2014/main" id="{44CDD90D-5D62-83B0-8788-5CB97683DC04}"/>
              </a:ext>
            </a:extLst>
          </p:cNvPr>
          <p:cNvSpPr/>
          <p:nvPr/>
        </p:nvSpPr>
        <p:spPr>
          <a:xfrm>
            <a:off x="3266062" y="919927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1" name="正方形/長方形 4114">
            <a:extLst>
              <a:ext uri="{FF2B5EF4-FFF2-40B4-BE49-F238E27FC236}">
                <a16:creationId xmlns:a16="http://schemas.microsoft.com/office/drawing/2014/main" id="{4D3A36D3-1420-9F5B-5403-763751575742}"/>
              </a:ext>
            </a:extLst>
          </p:cNvPr>
          <p:cNvSpPr/>
          <p:nvPr/>
        </p:nvSpPr>
        <p:spPr>
          <a:xfrm>
            <a:off x="4501234" y="912587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2" name="正方形/長方形 4114">
            <a:extLst>
              <a:ext uri="{FF2B5EF4-FFF2-40B4-BE49-F238E27FC236}">
                <a16:creationId xmlns:a16="http://schemas.microsoft.com/office/drawing/2014/main" id="{360103DA-390E-818A-4564-BA79A7ED85CE}"/>
              </a:ext>
            </a:extLst>
          </p:cNvPr>
          <p:cNvSpPr/>
          <p:nvPr/>
        </p:nvSpPr>
        <p:spPr>
          <a:xfrm>
            <a:off x="7208913" y="861650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3" name="正方形/長方形 4114">
            <a:extLst>
              <a:ext uri="{FF2B5EF4-FFF2-40B4-BE49-F238E27FC236}">
                <a16:creationId xmlns:a16="http://schemas.microsoft.com/office/drawing/2014/main" id="{537910F1-4E92-A35C-9A9E-1944F86816BB}"/>
              </a:ext>
            </a:extLst>
          </p:cNvPr>
          <p:cNvSpPr/>
          <p:nvPr/>
        </p:nvSpPr>
        <p:spPr>
          <a:xfrm>
            <a:off x="9549201" y="843671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4" name="正方形/長方形 4139">
            <a:extLst>
              <a:ext uri="{FF2B5EF4-FFF2-40B4-BE49-F238E27FC236}">
                <a16:creationId xmlns:a16="http://schemas.microsoft.com/office/drawing/2014/main" id="{97157981-538F-9038-EE22-F9A9A19CFA06}"/>
              </a:ext>
            </a:extLst>
          </p:cNvPr>
          <p:cNvSpPr/>
          <p:nvPr/>
        </p:nvSpPr>
        <p:spPr>
          <a:xfrm>
            <a:off x="7210068" y="838329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5" name="正方形/長方形 4114">
            <a:extLst>
              <a:ext uri="{FF2B5EF4-FFF2-40B4-BE49-F238E27FC236}">
                <a16:creationId xmlns:a16="http://schemas.microsoft.com/office/drawing/2014/main" id="{89901E3F-0D6B-C153-A98D-728689AF3903}"/>
              </a:ext>
            </a:extLst>
          </p:cNvPr>
          <p:cNvSpPr/>
          <p:nvPr/>
        </p:nvSpPr>
        <p:spPr>
          <a:xfrm>
            <a:off x="8445240" y="830989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6" name="正方形/長方形 4114">
            <a:extLst>
              <a:ext uri="{FF2B5EF4-FFF2-40B4-BE49-F238E27FC236}">
                <a16:creationId xmlns:a16="http://schemas.microsoft.com/office/drawing/2014/main" id="{463DE440-FDB5-6C2F-BD6D-C40F4C577502}"/>
              </a:ext>
            </a:extLst>
          </p:cNvPr>
          <p:cNvSpPr/>
          <p:nvPr/>
        </p:nvSpPr>
        <p:spPr>
          <a:xfrm>
            <a:off x="11192500" y="912727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7" name="正方形/長方形 4114">
            <a:extLst>
              <a:ext uri="{FF2B5EF4-FFF2-40B4-BE49-F238E27FC236}">
                <a16:creationId xmlns:a16="http://schemas.microsoft.com/office/drawing/2014/main" id="{1D4E221C-CFB3-3AC6-CD5A-CF78DA36C946}"/>
              </a:ext>
            </a:extLst>
          </p:cNvPr>
          <p:cNvSpPr/>
          <p:nvPr/>
        </p:nvSpPr>
        <p:spPr>
          <a:xfrm>
            <a:off x="13532788" y="894748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8" name="正方形/長方形 4139">
            <a:extLst>
              <a:ext uri="{FF2B5EF4-FFF2-40B4-BE49-F238E27FC236}">
                <a16:creationId xmlns:a16="http://schemas.microsoft.com/office/drawing/2014/main" id="{EF95D89D-950A-DD72-9730-986A624E33A5}"/>
              </a:ext>
            </a:extLst>
          </p:cNvPr>
          <p:cNvSpPr/>
          <p:nvPr/>
        </p:nvSpPr>
        <p:spPr>
          <a:xfrm>
            <a:off x="11193655" y="889406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9" name="正方形/長方形 4114">
            <a:extLst>
              <a:ext uri="{FF2B5EF4-FFF2-40B4-BE49-F238E27FC236}">
                <a16:creationId xmlns:a16="http://schemas.microsoft.com/office/drawing/2014/main" id="{CBFF4314-207B-2013-E9E9-B6DDA4B4BF9B}"/>
              </a:ext>
            </a:extLst>
          </p:cNvPr>
          <p:cNvSpPr/>
          <p:nvPr/>
        </p:nvSpPr>
        <p:spPr>
          <a:xfrm>
            <a:off x="12428827" y="882066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191" name="Picture 1190">
            <a:extLst>
              <a:ext uri="{FF2B5EF4-FFF2-40B4-BE49-F238E27FC236}">
                <a16:creationId xmlns:a16="http://schemas.microsoft.com/office/drawing/2014/main" id="{5B7E6D17-1DBE-97DD-14CF-660A6C1DF9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01900" y="2885541"/>
            <a:ext cx="1180274" cy="553183"/>
          </a:xfrm>
          <a:prstGeom prst="rect">
            <a:avLst/>
          </a:prstGeom>
        </p:spPr>
      </p:pic>
      <p:pic>
        <p:nvPicPr>
          <p:cNvPr id="1193" name="Picture 1192">
            <a:extLst>
              <a:ext uri="{FF2B5EF4-FFF2-40B4-BE49-F238E27FC236}">
                <a16:creationId xmlns:a16="http://schemas.microsoft.com/office/drawing/2014/main" id="{0F8F0C17-7397-25BE-457B-F16625852E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24760" y="3424469"/>
            <a:ext cx="1165811" cy="272161"/>
          </a:xfrm>
          <a:prstGeom prst="rect">
            <a:avLst/>
          </a:prstGeom>
        </p:spPr>
      </p:pic>
      <p:sp>
        <p:nvSpPr>
          <p:cNvPr id="1194" name="Rectangle 1193">
            <a:extLst>
              <a:ext uri="{FF2B5EF4-FFF2-40B4-BE49-F238E27FC236}">
                <a16:creationId xmlns:a16="http://schemas.microsoft.com/office/drawing/2014/main" id="{462A45CD-D1D7-98B9-B03C-DAF7D3BE66B7}"/>
              </a:ext>
            </a:extLst>
          </p:cNvPr>
          <p:cNvSpPr/>
          <p:nvPr/>
        </p:nvSpPr>
        <p:spPr>
          <a:xfrm>
            <a:off x="15262785" y="3675198"/>
            <a:ext cx="114058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5" name="正方形/長方形 4114">
            <a:extLst>
              <a:ext uri="{FF2B5EF4-FFF2-40B4-BE49-F238E27FC236}">
                <a16:creationId xmlns:a16="http://schemas.microsoft.com/office/drawing/2014/main" id="{33EFE4D6-E12E-5CA8-DC7B-0386097C5F28}"/>
              </a:ext>
            </a:extLst>
          </p:cNvPr>
          <p:cNvSpPr/>
          <p:nvPr/>
        </p:nvSpPr>
        <p:spPr>
          <a:xfrm>
            <a:off x="15173224" y="864139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96" name="正方形/長方形 4139">
            <a:extLst>
              <a:ext uri="{FF2B5EF4-FFF2-40B4-BE49-F238E27FC236}">
                <a16:creationId xmlns:a16="http://schemas.microsoft.com/office/drawing/2014/main" id="{CD2D5ED3-7C3A-4BC9-49A3-9BFCECFE5E79}"/>
              </a:ext>
            </a:extLst>
          </p:cNvPr>
          <p:cNvSpPr/>
          <p:nvPr/>
        </p:nvSpPr>
        <p:spPr>
          <a:xfrm>
            <a:off x="15154637" y="912587"/>
            <a:ext cx="1227216" cy="14520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98" name="正方形/長方形 4139">
            <a:extLst>
              <a:ext uri="{FF2B5EF4-FFF2-40B4-BE49-F238E27FC236}">
                <a16:creationId xmlns:a16="http://schemas.microsoft.com/office/drawing/2014/main" id="{36799359-C88C-04BF-3872-9252E7E52B4B}"/>
              </a:ext>
            </a:extLst>
          </p:cNvPr>
          <p:cNvSpPr/>
          <p:nvPr/>
        </p:nvSpPr>
        <p:spPr>
          <a:xfrm>
            <a:off x="502185" y="870644"/>
            <a:ext cx="1227216" cy="14520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199" name="Picture 1198">
            <a:extLst>
              <a:ext uri="{FF2B5EF4-FFF2-40B4-BE49-F238E27FC236}">
                <a16:creationId xmlns:a16="http://schemas.microsoft.com/office/drawing/2014/main" id="{8985DD08-DF52-65A1-8F08-7ED72A8A80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71" y="2929700"/>
            <a:ext cx="1180274" cy="553183"/>
          </a:xfrm>
          <a:prstGeom prst="rect">
            <a:avLst/>
          </a:prstGeom>
        </p:spPr>
      </p:pic>
      <p:pic>
        <p:nvPicPr>
          <p:cNvPr id="1200" name="Picture 1199">
            <a:extLst>
              <a:ext uri="{FF2B5EF4-FFF2-40B4-BE49-F238E27FC236}">
                <a16:creationId xmlns:a16="http://schemas.microsoft.com/office/drawing/2014/main" id="{6F87FD65-5849-E7F8-ED5A-9964DC73C3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277" y="3473611"/>
            <a:ext cx="1165811" cy="272161"/>
          </a:xfrm>
          <a:prstGeom prst="rect">
            <a:avLst/>
          </a:prstGeom>
        </p:spPr>
      </p:pic>
      <p:sp>
        <p:nvSpPr>
          <p:cNvPr id="1201" name="Rectangle 1200">
            <a:extLst>
              <a:ext uri="{FF2B5EF4-FFF2-40B4-BE49-F238E27FC236}">
                <a16:creationId xmlns:a16="http://schemas.microsoft.com/office/drawing/2014/main" id="{3D6249E9-2C19-6314-63D8-E6F6D6F91ADB}"/>
              </a:ext>
            </a:extLst>
          </p:cNvPr>
          <p:cNvSpPr/>
          <p:nvPr/>
        </p:nvSpPr>
        <p:spPr>
          <a:xfrm>
            <a:off x="515047" y="3703315"/>
            <a:ext cx="114058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7" name="正方形/長方形 4114">
            <a:extLst>
              <a:ext uri="{FF2B5EF4-FFF2-40B4-BE49-F238E27FC236}">
                <a16:creationId xmlns:a16="http://schemas.microsoft.com/office/drawing/2014/main" id="{FAD95FEF-7608-155E-F4FE-8F701F527D34}"/>
              </a:ext>
            </a:extLst>
          </p:cNvPr>
          <p:cNvSpPr/>
          <p:nvPr/>
        </p:nvSpPr>
        <p:spPr>
          <a:xfrm>
            <a:off x="1625284" y="864139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204" name="Picture 1203">
            <a:extLst>
              <a:ext uri="{FF2B5EF4-FFF2-40B4-BE49-F238E27FC236}">
                <a16:creationId xmlns:a16="http://schemas.microsoft.com/office/drawing/2014/main" id="{782C552E-C91F-1D52-E2D9-F7FE865E25E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>
            <a:off x="353070" y="8344527"/>
            <a:ext cx="3878050" cy="652230"/>
          </a:xfrm>
          <a:prstGeom prst="rect">
            <a:avLst/>
          </a:prstGeom>
        </p:spPr>
      </p:pic>
      <p:pic>
        <p:nvPicPr>
          <p:cNvPr id="1205" name="Picture 1204">
            <a:extLst>
              <a:ext uri="{FF2B5EF4-FFF2-40B4-BE49-F238E27FC236}">
                <a16:creationId xmlns:a16="http://schemas.microsoft.com/office/drawing/2014/main" id="{D0988B48-A953-E963-071B-AAEBB50ED5A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V="1">
            <a:off x="358112" y="8996753"/>
            <a:ext cx="3878050" cy="1158985"/>
          </a:xfrm>
          <a:prstGeom prst="rect">
            <a:avLst/>
          </a:prstGeom>
        </p:spPr>
      </p:pic>
      <p:pic>
        <p:nvPicPr>
          <p:cNvPr id="1207" name="Picture 1206">
            <a:extLst>
              <a:ext uri="{FF2B5EF4-FFF2-40B4-BE49-F238E27FC236}">
                <a16:creationId xmlns:a16="http://schemas.microsoft.com/office/drawing/2014/main" id="{FF61F01C-601E-D041-7104-154A4BFDD81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>
            <a:off x="4185060" y="8319315"/>
            <a:ext cx="3863762" cy="652230"/>
          </a:xfrm>
          <a:prstGeom prst="rect">
            <a:avLst/>
          </a:prstGeom>
        </p:spPr>
      </p:pic>
      <p:pic>
        <p:nvPicPr>
          <p:cNvPr id="1208" name="Picture 1207">
            <a:extLst>
              <a:ext uri="{FF2B5EF4-FFF2-40B4-BE49-F238E27FC236}">
                <a16:creationId xmlns:a16="http://schemas.microsoft.com/office/drawing/2014/main" id="{F196964F-7129-18F9-F3EB-5AC85B0B6ED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 flipV="1">
            <a:off x="4190102" y="8971538"/>
            <a:ext cx="3863762" cy="1158985"/>
          </a:xfrm>
          <a:prstGeom prst="rect">
            <a:avLst/>
          </a:prstGeom>
        </p:spPr>
      </p:pic>
      <p:pic>
        <p:nvPicPr>
          <p:cNvPr id="1209" name="Picture 1208">
            <a:extLst>
              <a:ext uri="{FF2B5EF4-FFF2-40B4-BE49-F238E27FC236}">
                <a16:creationId xmlns:a16="http://schemas.microsoft.com/office/drawing/2014/main" id="{8D2DD292-7837-F522-E014-D5F1437D1DE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>
            <a:off x="353071" y="10156323"/>
            <a:ext cx="3878050" cy="652230"/>
          </a:xfrm>
          <a:prstGeom prst="rect">
            <a:avLst/>
          </a:prstGeom>
        </p:spPr>
      </p:pic>
      <p:pic>
        <p:nvPicPr>
          <p:cNvPr id="1210" name="Picture 1209">
            <a:extLst>
              <a:ext uri="{FF2B5EF4-FFF2-40B4-BE49-F238E27FC236}">
                <a16:creationId xmlns:a16="http://schemas.microsoft.com/office/drawing/2014/main" id="{C287EC2C-6326-AA8C-2117-C8213E9C186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V="1">
            <a:off x="358113" y="10808549"/>
            <a:ext cx="3878050" cy="1158985"/>
          </a:xfrm>
          <a:prstGeom prst="rect">
            <a:avLst/>
          </a:prstGeom>
        </p:spPr>
      </p:pic>
      <p:pic>
        <p:nvPicPr>
          <p:cNvPr id="1211" name="Picture 1210">
            <a:extLst>
              <a:ext uri="{FF2B5EF4-FFF2-40B4-BE49-F238E27FC236}">
                <a16:creationId xmlns:a16="http://schemas.microsoft.com/office/drawing/2014/main" id="{C131EAEB-35E7-F0A4-6EB8-647CDE3309E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>
            <a:off x="4185061" y="10131111"/>
            <a:ext cx="3863762" cy="652230"/>
          </a:xfrm>
          <a:prstGeom prst="rect">
            <a:avLst/>
          </a:prstGeom>
        </p:spPr>
      </p:pic>
      <p:pic>
        <p:nvPicPr>
          <p:cNvPr id="1212" name="Picture 1211">
            <a:extLst>
              <a:ext uri="{FF2B5EF4-FFF2-40B4-BE49-F238E27FC236}">
                <a16:creationId xmlns:a16="http://schemas.microsoft.com/office/drawing/2014/main" id="{A1F9C703-70F3-FA23-5A4E-88E57CAB505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 flipV="1">
            <a:off x="4143740" y="10783335"/>
            <a:ext cx="3910125" cy="1158985"/>
          </a:xfrm>
          <a:prstGeom prst="rect">
            <a:avLst/>
          </a:prstGeom>
        </p:spPr>
      </p:pic>
      <p:pic>
        <p:nvPicPr>
          <p:cNvPr id="1217" name="Picture 1216">
            <a:extLst>
              <a:ext uri="{FF2B5EF4-FFF2-40B4-BE49-F238E27FC236}">
                <a16:creationId xmlns:a16="http://schemas.microsoft.com/office/drawing/2014/main" id="{2328B9FE-432F-9332-039B-34FDD7F6EF8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>
            <a:off x="364959" y="6529188"/>
            <a:ext cx="3878050" cy="652230"/>
          </a:xfrm>
          <a:prstGeom prst="rect">
            <a:avLst/>
          </a:prstGeom>
        </p:spPr>
      </p:pic>
      <p:pic>
        <p:nvPicPr>
          <p:cNvPr id="1218" name="Picture 1217">
            <a:extLst>
              <a:ext uri="{FF2B5EF4-FFF2-40B4-BE49-F238E27FC236}">
                <a16:creationId xmlns:a16="http://schemas.microsoft.com/office/drawing/2014/main" id="{9ECF569C-5E88-8CE4-1FEE-A93F1E96A1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V="1">
            <a:off x="370001" y="7181414"/>
            <a:ext cx="3878050" cy="1158985"/>
          </a:xfrm>
          <a:prstGeom prst="rect">
            <a:avLst/>
          </a:prstGeom>
        </p:spPr>
      </p:pic>
      <p:pic>
        <p:nvPicPr>
          <p:cNvPr id="1219" name="Picture 1218">
            <a:extLst>
              <a:ext uri="{FF2B5EF4-FFF2-40B4-BE49-F238E27FC236}">
                <a16:creationId xmlns:a16="http://schemas.microsoft.com/office/drawing/2014/main" id="{5600079C-87C0-2F1E-AC65-5E07527B35E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>
            <a:off x="4196949" y="6503976"/>
            <a:ext cx="3863762" cy="652230"/>
          </a:xfrm>
          <a:prstGeom prst="rect">
            <a:avLst/>
          </a:prstGeom>
        </p:spPr>
      </p:pic>
      <p:pic>
        <p:nvPicPr>
          <p:cNvPr id="1220" name="Picture 1219">
            <a:extLst>
              <a:ext uri="{FF2B5EF4-FFF2-40B4-BE49-F238E27FC236}">
                <a16:creationId xmlns:a16="http://schemas.microsoft.com/office/drawing/2014/main" id="{B4778CF7-A6F8-D2F0-AE0F-1E952FE6E3E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 flipV="1">
            <a:off x="4201991" y="7156199"/>
            <a:ext cx="3863762" cy="1158985"/>
          </a:xfrm>
          <a:prstGeom prst="rect">
            <a:avLst/>
          </a:prstGeom>
        </p:spPr>
      </p:pic>
      <p:sp>
        <p:nvSpPr>
          <p:cNvPr id="1221" name="正方形/長方形 4114">
            <a:extLst>
              <a:ext uri="{FF2B5EF4-FFF2-40B4-BE49-F238E27FC236}">
                <a16:creationId xmlns:a16="http://schemas.microsoft.com/office/drawing/2014/main" id="{59144612-418D-29B7-43FF-A7E1A0BFD954}"/>
              </a:ext>
            </a:extLst>
          </p:cNvPr>
          <p:cNvSpPr/>
          <p:nvPr/>
        </p:nvSpPr>
        <p:spPr>
          <a:xfrm rot="5400000">
            <a:off x="2870583" y="7121772"/>
            <a:ext cx="133939" cy="4943842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222" name="Rectangle 1221">
            <a:extLst>
              <a:ext uri="{FF2B5EF4-FFF2-40B4-BE49-F238E27FC236}">
                <a16:creationId xmlns:a16="http://schemas.microsoft.com/office/drawing/2014/main" id="{F194788D-C347-994E-BC9F-D545E04969B8}"/>
              </a:ext>
            </a:extLst>
          </p:cNvPr>
          <p:cNvSpPr/>
          <p:nvPr/>
        </p:nvSpPr>
        <p:spPr>
          <a:xfrm>
            <a:off x="5741973" y="7148113"/>
            <a:ext cx="1892024" cy="4526280"/>
          </a:xfrm>
          <a:prstGeom prst="rect">
            <a:avLst/>
          </a:prstGeom>
          <a:noFill/>
          <a:ln w="76200">
            <a:gradFill>
              <a:gsLst>
                <a:gs pos="0">
                  <a:srgbClr val="C7C5BE"/>
                </a:gs>
                <a:gs pos="23000">
                  <a:srgbClr val="8D8C81"/>
                </a:gs>
                <a:gs pos="55000">
                  <a:srgbClr val="B8C7D8"/>
                </a:gs>
                <a:gs pos="100000">
                  <a:srgbClr val="817C8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3" name="Rectangle 1222">
            <a:extLst>
              <a:ext uri="{FF2B5EF4-FFF2-40B4-BE49-F238E27FC236}">
                <a16:creationId xmlns:a16="http://schemas.microsoft.com/office/drawing/2014/main" id="{00211EE6-2BF4-9700-042D-846CBE5A707B}"/>
              </a:ext>
            </a:extLst>
          </p:cNvPr>
          <p:cNvSpPr/>
          <p:nvPr/>
        </p:nvSpPr>
        <p:spPr>
          <a:xfrm>
            <a:off x="6173511" y="7707743"/>
            <a:ext cx="1198681" cy="187392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4" name="Rectangle 1223">
            <a:extLst>
              <a:ext uri="{FF2B5EF4-FFF2-40B4-BE49-F238E27FC236}">
                <a16:creationId xmlns:a16="http://schemas.microsoft.com/office/drawing/2014/main" id="{65EE113C-2EE3-E714-E761-88ED94400C26}"/>
              </a:ext>
            </a:extLst>
          </p:cNvPr>
          <p:cNvSpPr/>
          <p:nvPr/>
        </p:nvSpPr>
        <p:spPr>
          <a:xfrm>
            <a:off x="3035079" y="7483027"/>
            <a:ext cx="2374396" cy="1839564"/>
          </a:xfrm>
          <a:prstGeom prst="rect">
            <a:avLst/>
          </a:prstGeom>
          <a:solidFill>
            <a:schemeClr val="bg2">
              <a:lumMod val="75000"/>
            </a:schemeClr>
          </a:solidFill>
          <a:ln w="76200">
            <a:gradFill>
              <a:gsLst>
                <a:gs pos="0">
                  <a:srgbClr val="AAACA1"/>
                </a:gs>
                <a:gs pos="23000">
                  <a:srgbClr val="8D8C81"/>
                </a:gs>
                <a:gs pos="55000">
                  <a:srgbClr val="B8C7D8"/>
                </a:gs>
                <a:gs pos="100000">
                  <a:srgbClr val="817C8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6" name="正方形/長方形 4114">
            <a:extLst>
              <a:ext uri="{FF2B5EF4-FFF2-40B4-BE49-F238E27FC236}">
                <a16:creationId xmlns:a16="http://schemas.microsoft.com/office/drawing/2014/main" id="{78E38BB1-1821-96B2-9D58-DE0864153C36}"/>
              </a:ext>
            </a:extLst>
          </p:cNvPr>
          <p:cNvSpPr/>
          <p:nvPr/>
        </p:nvSpPr>
        <p:spPr>
          <a:xfrm rot="5400000">
            <a:off x="4159361" y="7401917"/>
            <a:ext cx="161626" cy="2338602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227" name="正方形/長方形 4114">
            <a:extLst>
              <a:ext uri="{FF2B5EF4-FFF2-40B4-BE49-F238E27FC236}">
                <a16:creationId xmlns:a16="http://schemas.microsoft.com/office/drawing/2014/main" id="{BCE9BDDD-3FEC-D2D7-5B43-7E12B1E10C0A}"/>
              </a:ext>
            </a:extLst>
          </p:cNvPr>
          <p:cNvSpPr/>
          <p:nvPr/>
        </p:nvSpPr>
        <p:spPr>
          <a:xfrm rot="5400000">
            <a:off x="6594313" y="8604985"/>
            <a:ext cx="100669" cy="187674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228" name="正方形/長方形 4114">
            <a:extLst>
              <a:ext uri="{FF2B5EF4-FFF2-40B4-BE49-F238E27FC236}">
                <a16:creationId xmlns:a16="http://schemas.microsoft.com/office/drawing/2014/main" id="{64A16DCE-C4ED-EA8B-63F3-51CB64AD2929}"/>
              </a:ext>
            </a:extLst>
          </p:cNvPr>
          <p:cNvSpPr/>
          <p:nvPr/>
        </p:nvSpPr>
        <p:spPr>
          <a:xfrm rot="5400000">
            <a:off x="6645289" y="7998606"/>
            <a:ext cx="100669" cy="187674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230" name="Picture 1229">
            <a:extLst>
              <a:ext uri="{FF2B5EF4-FFF2-40B4-BE49-F238E27FC236}">
                <a16:creationId xmlns:a16="http://schemas.microsoft.com/office/drawing/2014/main" id="{D3B37F4A-9592-21BB-700C-E8A44F255F5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7650" b="5990"/>
          <a:stretch/>
        </p:blipFill>
        <p:spPr>
          <a:xfrm>
            <a:off x="952225" y="7539511"/>
            <a:ext cx="1741112" cy="1127708"/>
          </a:xfrm>
          <a:prstGeom prst="rect">
            <a:avLst/>
          </a:prstGeom>
          <a:ln w="63500">
            <a:gradFill>
              <a:gsLst>
                <a:gs pos="0">
                  <a:srgbClr val="A3A499"/>
                </a:gs>
                <a:gs pos="23000">
                  <a:srgbClr val="92938B"/>
                </a:gs>
                <a:gs pos="75000">
                  <a:srgbClr val="B4C2D2"/>
                </a:gs>
                <a:gs pos="100000">
                  <a:srgbClr val="817D87"/>
                </a:gs>
              </a:gsLst>
              <a:lin ang="5400000" scaled="1"/>
            </a:gradFill>
          </a:ln>
        </p:spPr>
      </p:pic>
      <p:pic>
        <p:nvPicPr>
          <p:cNvPr id="1231" name="Picture 1230">
            <a:extLst>
              <a:ext uri="{FF2B5EF4-FFF2-40B4-BE49-F238E27FC236}">
                <a16:creationId xmlns:a16="http://schemas.microsoft.com/office/drawing/2014/main" id="{E106A007-C408-5E01-80EA-19ADCCAE75D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>
            <a:off x="8308908" y="8332432"/>
            <a:ext cx="2011976" cy="652230"/>
          </a:xfrm>
          <a:prstGeom prst="rect">
            <a:avLst/>
          </a:prstGeom>
        </p:spPr>
      </p:pic>
      <p:pic>
        <p:nvPicPr>
          <p:cNvPr id="1232" name="Picture 1231">
            <a:extLst>
              <a:ext uri="{FF2B5EF4-FFF2-40B4-BE49-F238E27FC236}">
                <a16:creationId xmlns:a16="http://schemas.microsoft.com/office/drawing/2014/main" id="{D49351F0-CB66-96EC-D598-464949F4D33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V="1">
            <a:off x="8313950" y="8984657"/>
            <a:ext cx="2011976" cy="1158985"/>
          </a:xfrm>
          <a:prstGeom prst="rect">
            <a:avLst/>
          </a:prstGeom>
        </p:spPr>
      </p:pic>
      <p:pic>
        <p:nvPicPr>
          <p:cNvPr id="1233" name="Picture 1232">
            <a:extLst>
              <a:ext uri="{FF2B5EF4-FFF2-40B4-BE49-F238E27FC236}">
                <a16:creationId xmlns:a16="http://schemas.microsoft.com/office/drawing/2014/main" id="{3DE768CF-674E-98AD-B0A9-EA6037F0BD7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>
            <a:off x="8308909" y="10144228"/>
            <a:ext cx="2011976" cy="652230"/>
          </a:xfrm>
          <a:prstGeom prst="rect">
            <a:avLst/>
          </a:prstGeom>
        </p:spPr>
      </p:pic>
      <p:pic>
        <p:nvPicPr>
          <p:cNvPr id="1234" name="Picture 1233">
            <a:extLst>
              <a:ext uri="{FF2B5EF4-FFF2-40B4-BE49-F238E27FC236}">
                <a16:creationId xmlns:a16="http://schemas.microsoft.com/office/drawing/2014/main" id="{92D38BDD-F777-D83D-2E57-C0568661987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V="1">
            <a:off x="8313951" y="10796453"/>
            <a:ext cx="2011976" cy="1158985"/>
          </a:xfrm>
          <a:prstGeom prst="rect">
            <a:avLst/>
          </a:prstGeom>
        </p:spPr>
      </p:pic>
      <p:pic>
        <p:nvPicPr>
          <p:cNvPr id="1235" name="Picture 1234">
            <a:extLst>
              <a:ext uri="{FF2B5EF4-FFF2-40B4-BE49-F238E27FC236}">
                <a16:creationId xmlns:a16="http://schemas.microsoft.com/office/drawing/2014/main" id="{BF0E23A0-1665-9844-234F-8BA0545E266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>
            <a:off x="8320797" y="6517093"/>
            <a:ext cx="2011976" cy="652230"/>
          </a:xfrm>
          <a:prstGeom prst="rect">
            <a:avLst/>
          </a:prstGeom>
        </p:spPr>
      </p:pic>
      <p:pic>
        <p:nvPicPr>
          <p:cNvPr id="1236" name="Picture 1235">
            <a:extLst>
              <a:ext uri="{FF2B5EF4-FFF2-40B4-BE49-F238E27FC236}">
                <a16:creationId xmlns:a16="http://schemas.microsoft.com/office/drawing/2014/main" id="{42EA50B1-741D-4D7C-E9F9-799346B40EF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V="1">
            <a:off x="8325839" y="7169318"/>
            <a:ext cx="2011976" cy="1158985"/>
          </a:xfrm>
          <a:prstGeom prst="rect">
            <a:avLst/>
          </a:prstGeom>
        </p:spPr>
      </p:pic>
      <p:pic>
        <p:nvPicPr>
          <p:cNvPr id="1237" name="Picture 1236">
            <a:extLst>
              <a:ext uri="{FF2B5EF4-FFF2-40B4-BE49-F238E27FC236}">
                <a16:creationId xmlns:a16="http://schemas.microsoft.com/office/drawing/2014/main" id="{417F8BCC-72D1-D1F1-B3D5-CD00B9374C4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>
            <a:off x="12940871" y="8289079"/>
            <a:ext cx="1944020" cy="652230"/>
          </a:xfrm>
          <a:prstGeom prst="rect">
            <a:avLst/>
          </a:prstGeom>
        </p:spPr>
      </p:pic>
      <p:pic>
        <p:nvPicPr>
          <p:cNvPr id="1238" name="Picture 1237">
            <a:extLst>
              <a:ext uri="{FF2B5EF4-FFF2-40B4-BE49-F238E27FC236}">
                <a16:creationId xmlns:a16="http://schemas.microsoft.com/office/drawing/2014/main" id="{97CDEB8D-1029-7BFE-03B8-E1129A0B2B3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 flipV="1">
            <a:off x="12945913" y="8941303"/>
            <a:ext cx="1944020" cy="1158985"/>
          </a:xfrm>
          <a:prstGeom prst="rect">
            <a:avLst/>
          </a:prstGeom>
        </p:spPr>
      </p:pic>
      <p:pic>
        <p:nvPicPr>
          <p:cNvPr id="1239" name="Picture 1238">
            <a:extLst>
              <a:ext uri="{FF2B5EF4-FFF2-40B4-BE49-F238E27FC236}">
                <a16:creationId xmlns:a16="http://schemas.microsoft.com/office/drawing/2014/main" id="{C6FD9F48-B402-C1A9-563B-29B083D022E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>
            <a:off x="12940872" y="10100875"/>
            <a:ext cx="1944020" cy="652230"/>
          </a:xfrm>
          <a:prstGeom prst="rect">
            <a:avLst/>
          </a:prstGeom>
        </p:spPr>
      </p:pic>
      <p:pic>
        <p:nvPicPr>
          <p:cNvPr id="1240" name="Picture 1239">
            <a:extLst>
              <a:ext uri="{FF2B5EF4-FFF2-40B4-BE49-F238E27FC236}">
                <a16:creationId xmlns:a16="http://schemas.microsoft.com/office/drawing/2014/main" id="{31207417-5FAD-0AB2-C752-F96D68160A7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 flipV="1">
            <a:off x="12945914" y="10753099"/>
            <a:ext cx="1944020" cy="1158985"/>
          </a:xfrm>
          <a:prstGeom prst="rect">
            <a:avLst/>
          </a:prstGeom>
        </p:spPr>
      </p:pic>
      <p:pic>
        <p:nvPicPr>
          <p:cNvPr id="1241" name="Picture 1240">
            <a:extLst>
              <a:ext uri="{FF2B5EF4-FFF2-40B4-BE49-F238E27FC236}">
                <a16:creationId xmlns:a16="http://schemas.microsoft.com/office/drawing/2014/main" id="{99BD42C7-391F-7060-5E65-4EB1ABC5128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>
            <a:off x="12952760" y="6473740"/>
            <a:ext cx="1944020" cy="652230"/>
          </a:xfrm>
          <a:prstGeom prst="rect">
            <a:avLst/>
          </a:prstGeom>
        </p:spPr>
      </p:pic>
      <p:pic>
        <p:nvPicPr>
          <p:cNvPr id="1242" name="Picture 1241">
            <a:extLst>
              <a:ext uri="{FF2B5EF4-FFF2-40B4-BE49-F238E27FC236}">
                <a16:creationId xmlns:a16="http://schemas.microsoft.com/office/drawing/2014/main" id="{86335610-9A95-B54F-BD90-B8BED64ADC3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37"/>
          <a:stretch/>
        </p:blipFill>
        <p:spPr>
          <a:xfrm flipH="1" flipV="1">
            <a:off x="12957802" y="7125964"/>
            <a:ext cx="1944020" cy="1158985"/>
          </a:xfrm>
          <a:prstGeom prst="rect">
            <a:avLst/>
          </a:prstGeom>
        </p:spPr>
      </p:pic>
      <p:pic>
        <p:nvPicPr>
          <p:cNvPr id="1243" name="Picture 8" descr="東武70000系 | 車内観察日記">
            <a:extLst>
              <a:ext uri="{FF2B5EF4-FFF2-40B4-BE49-F238E27FC236}">
                <a16:creationId xmlns:a16="http://schemas.microsoft.com/office/drawing/2014/main" id="{DC1A1D4A-8F4E-C03A-6495-A4ADA13B4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3112" y="9714669"/>
            <a:ext cx="44767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5" name="Picture 1244">
            <a:extLst>
              <a:ext uri="{FF2B5EF4-FFF2-40B4-BE49-F238E27FC236}">
                <a16:creationId xmlns:a16="http://schemas.microsoft.com/office/drawing/2014/main" id="{6F0ECC42-70D2-FA0A-948A-E9EA9D9252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06923" y="7386320"/>
            <a:ext cx="2747077" cy="4510574"/>
          </a:xfrm>
          <a:prstGeom prst="rect">
            <a:avLst/>
          </a:prstGeom>
        </p:spPr>
      </p:pic>
      <p:sp>
        <p:nvSpPr>
          <p:cNvPr id="1246" name="Rectangle 1245">
            <a:extLst>
              <a:ext uri="{FF2B5EF4-FFF2-40B4-BE49-F238E27FC236}">
                <a16:creationId xmlns:a16="http://schemas.microsoft.com/office/drawing/2014/main" id="{178163D3-78F0-4F42-1861-3F00B1D3CAAE}"/>
              </a:ext>
            </a:extLst>
          </p:cNvPr>
          <p:cNvSpPr/>
          <p:nvPr/>
        </p:nvSpPr>
        <p:spPr>
          <a:xfrm>
            <a:off x="10238238" y="6523892"/>
            <a:ext cx="2633700" cy="879231"/>
          </a:xfrm>
          <a:prstGeom prst="rect">
            <a:avLst/>
          </a:prstGeom>
          <a:gradFill>
            <a:gsLst>
              <a:gs pos="0">
                <a:srgbClr val="797A75"/>
              </a:gs>
              <a:gs pos="48000">
                <a:srgbClr val="B9B8B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47" name="Picture 1246">
            <a:extLst>
              <a:ext uri="{FF2B5EF4-FFF2-40B4-BE49-F238E27FC236}">
                <a16:creationId xmlns:a16="http://schemas.microsoft.com/office/drawing/2014/main" id="{049FF76E-3694-111B-47D8-682A6ABE541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7650" b="5990"/>
          <a:stretch/>
        </p:blipFill>
        <p:spPr>
          <a:xfrm>
            <a:off x="8468181" y="8189751"/>
            <a:ext cx="1555167" cy="1066009"/>
          </a:xfrm>
          <a:prstGeom prst="rect">
            <a:avLst/>
          </a:prstGeom>
          <a:ln w="63500">
            <a:gradFill>
              <a:gsLst>
                <a:gs pos="0">
                  <a:srgbClr val="A3A499"/>
                </a:gs>
                <a:gs pos="23000">
                  <a:srgbClr val="92938B"/>
                </a:gs>
                <a:gs pos="75000">
                  <a:srgbClr val="B4C2D2"/>
                </a:gs>
                <a:gs pos="100000">
                  <a:srgbClr val="817D87"/>
                </a:gs>
              </a:gsLst>
              <a:lin ang="5400000" scaled="1"/>
            </a:gradFill>
          </a:ln>
        </p:spPr>
      </p:pic>
      <p:pic>
        <p:nvPicPr>
          <p:cNvPr id="1248" name="Picture 1247">
            <a:extLst>
              <a:ext uri="{FF2B5EF4-FFF2-40B4-BE49-F238E27FC236}">
                <a16:creationId xmlns:a16="http://schemas.microsoft.com/office/drawing/2014/main" id="{E7595E2A-1228-B6F9-7850-6502B889B8C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7650" b="5990"/>
          <a:stretch/>
        </p:blipFill>
        <p:spPr>
          <a:xfrm>
            <a:off x="13118305" y="8169431"/>
            <a:ext cx="1555167" cy="1066009"/>
          </a:xfrm>
          <a:prstGeom prst="rect">
            <a:avLst/>
          </a:prstGeom>
          <a:ln w="63500">
            <a:gradFill>
              <a:gsLst>
                <a:gs pos="0">
                  <a:srgbClr val="A3A499"/>
                </a:gs>
                <a:gs pos="23000">
                  <a:srgbClr val="92938B"/>
                </a:gs>
                <a:gs pos="75000">
                  <a:srgbClr val="B4C2D2"/>
                </a:gs>
                <a:gs pos="100000">
                  <a:srgbClr val="817D87"/>
                </a:gs>
              </a:gsLst>
              <a:lin ang="5400000" scaled="1"/>
            </a:gradFill>
          </a:ln>
        </p:spPr>
      </p:pic>
    </p:spTree>
    <p:extLst>
      <p:ext uri="{BB962C8B-B14F-4D97-AF65-F5344CB8AC3E}">
        <p14:creationId xmlns:p14="http://schemas.microsoft.com/office/powerpoint/2010/main" val="69768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6ABAD-8653-9AF2-60E6-E2DE9636E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75AD5C8-3405-B0FC-D479-E5F48C40740F}"/>
              </a:ext>
            </a:extLst>
          </p:cNvPr>
          <p:cNvSpPr/>
          <p:nvPr/>
        </p:nvSpPr>
        <p:spPr>
          <a:xfrm>
            <a:off x="1093862" y="227957"/>
            <a:ext cx="16449018" cy="3948343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C070A094-9391-4159-5D74-25E24F9AD93D}"/>
              </a:ext>
            </a:extLst>
          </p:cNvPr>
          <p:cNvSpPr/>
          <p:nvPr/>
        </p:nvSpPr>
        <p:spPr>
          <a:xfrm>
            <a:off x="4812200" y="1158563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4" name="Rectangle 1173">
            <a:extLst>
              <a:ext uri="{FF2B5EF4-FFF2-40B4-BE49-F238E27FC236}">
                <a16:creationId xmlns:a16="http://schemas.microsoft.com/office/drawing/2014/main" id="{983F4882-F488-1AA1-1229-C0145C638826}"/>
              </a:ext>
            </a:extLst>
          </p:cNvPr>
          <p:cNvSpPr/>
          <p:nvPr/>
        </p:nvSpPr>
        <p:spPr>
          <a:xfrm>
            <a:off x="8726431" y="1136156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5" name="Rectangle 1174">
            <a:extLst>
              <a:ext uri="{FF2B5EF4-FFF2-40B4-BE49-F238E27FC236}">
                <a16:creationId xmlns:a16="http://schemas.microsoft.com/office/drawing/2014/main" id="{4C27CF41-67C6-C435-333F-5CE0084C6BA5}"/>
              </a:ext>
            </a:extLst>
          </p:cNvPr>
          <p:cNvSpPr/>
          <p:nvPr/>
        </p:nvSpPr>
        <p:spPr>
          <a:xfrm>
            <a:off x="12704211" y="1149380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EA7BE8DA-0D5B-590F-C140-3163AA06420C}"/>
              </a:ext>
            </a:extLst>
          </p:cNvPr>
          <p:cNvSpPr/>
          <p:nvPr/>
        </p:nvSpPr>
        <p:spPr>
          <a:xfrm>
            <a:off x="16539744" y="1222114"/>
            <a:ext cx="832764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D76AE043-F405-E49E-7139-0D02B5E9F7AC}"/>
              </a:ext>
            </a:extLst>
          </p:cNvPr>
          <p:cNvSpPr/>
          <p:nvPr/>
        </p:nvSpPr>
        <p:spPr>
          <a:xfrm>
            <a:off x="15014895" y="112269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: Rounded Corners 30">
            <a:extLst>
              <a:ext uri="{FF2B5EF4-FFF2-40B4-BE49-F238E27FC236}">
                <a16:creationId xmlns:a16="http://schemas.microsoft.com/office/drawing/2014/main" id="{1405051E-9584-1E8D-0206-918E33253B42}"/>
              </a:ext>
            </a:extLst>
          </p:cNvPr>
          <p:cNvSpPr/>
          <p:nvPr/>
        </p:nvSpPr>
        <p:spPr>
          <a:xfrm>
            <a:off x="11064616" y="114176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Rectangle: Rounded Corners 30">
            <a:extLst>
              <a:ext uri="{FF2B5EF4-FFF2-40B4-BE49-F238E27FC236}">
                <a16:creationId xmlns:a16="http://schemas.microsoft.com/office/drawing/2014/main" id="{512CFAC6-6038-44EF-9E52-9E35860A385D}"/>
              </a:ext>
            </a:extLst>
          </p:cNvPr>
          <p:cNvSpPr/>
          <p:nvPr/>
        </p:nvSpPr>
        <p:spPr>
          <a:xfrm>
            <a:off x="7108186" y="114938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Rectangle: Rounded Corners 30">
            <a:extLst>
              <a:ext uri="{FF2B5EF4-FFF2-40B4-BE49-F238E27FC236}">
                <a16:creationId xmlns:a16="http://schemas.microsoft.com/office/drawing/2014/main" id="{742066C5-99C3-5CFD-D6B4-A2B771F6AAFF}"/>
              </a:ext>
            </a:extLst>
          </p:cNvPr>
          <p:cNvSpPr/>
          <p:nvPr/>
        </p:nvSpPr>
        <p:spPr>
          <a:xfrm>
            <a:off x="3190776" y="112269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70F32C-6E4A-9E2C-DCA8-AD376B356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479" y="6887061"/>
            <a:ext cx="9115514" cy="6476809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AB8E76F-7B7F-141A-6D1F-CCEB372577D8}"/>
              </a:ext>
            </a:extLst>
          </p:cNvPr>
          <p:cNvSpPr/>
          <p:nvPr/>
        </p:nvSpPr>
        <p:spPr>
          <a:xfrm>
            <a:off x="15656039" y="132376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63EB516-B6D7-19A8-F999-0BC75611E504}"/>
              </a:ext>
            </a:extLst>
          </p:cNvPr>
          <p:cNvSpPr/>
          <p:nvPr/>
        </p:nvSpPr>
        <p:spPr>
          <a:xfrm>
            <a:off x="15128227" y="131754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CCEB508-7F76-884F-7764-5C929EB458A5}"/>
              </a:ext>
            </a:extLst>
          </p:cNvPr>
          <p:cNvSpPr/>
          <p:nvPr/>
        </p:nvSpPr>
        <p:spPr>
          <a:xfrm>
            <a:off x="11709853" y="1348798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6C739B2-C6B3-F822-6804-6F0693C5E067}"/>
              </a:ext>
            </a:extLst>
          </p:cNvPr>
          <p:cNvSpPr/>
          <p:nvPr/>
        </p:nvSpPr>
        <p:spPr>
          <a:xfrm>
            <a:off x="11177948" y="133661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D6E5B97F-E420-5871-958A-14993D943F89}"/>
              </a:ext>
            </a:extLst>
          </p:cNvPr>
          <p:cNvSpPr/>
          <p:nvPr/>
        </p:nvSpPr>
        <p:spPr>
          <a:xfrm>
            <a:off x="7749330" y="1350455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Rectangle: Rounded Corners 1047">
            <a:extLst>
              <a:ext uri="{FF2B5EF4-FFF2-40B4-BE49-F238E27FC236}">
                <a16:creationId xmlns:a16="http://schemas.microsoft.com/office/drawing/2014/main" id="{548922F9-BBAB-0D3F-7CB7-5262B422F1BB}"/>
              </a:ext>
            </a:extLst>
          </p:cNvPr>
          <p:cNvSpPr/>
          <p:nvPr/>
        </p:nvSpPr>
        <p:spPr>
          <a:xfrm>
            <a:off x="7221518" y="134423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Rectangle: Rounded Corners 1053">
            <a:extLst>
              <a:ext uri="{FF2B5EF4-FFF2-40B4-BE49-F238E27FC236}">
                <a16:creationId xmlns:a16="http://schemas.microsoft.com/office/drawing/2014/main" id="{FF58EACE-9DB9-609E-B9BD-7A6605BF2FCB}"/>
              </a:ext>
            </a:extLst>
          </p:cNvPr>
          <p:cNvSpPr/>
          <p:nvPr/>
        </p:nvSpPr>
        <p:spPr>
          <a:xfrm>
            <a:off x="3831920" y="132376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FF9E6F22-5613-7863-584B-3EF5B3FDA45B}"/>
              </a:ext>
            </a:extLst>
          </p:cNvPr>
          <p:cNvSpPr/>
          <p:nvPr/>
        </p:nvSpPr>
        <p:spPr>
          <a:xfrm>
            <a:off x="3304108" y="131754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1" name="Rectangle: Rounded Corners 1070">
            <a:extLst>
              <a:ext uri="{FF2B5EF4-FFF2-40B4-BE49-F238E27FC236}">
                <a16:creationId xmlns:a16="http://schemas.microsoft.com/office/drawing/2014/main" id="{C1491A00-51E3-5F4A-4A49-36F4F3A96577}"/>
              </a:ext>
            </a:extLst>
          </p:cNvPr>
          <p:cNvSpPr/>
          <p:nvPr/>
        </p:nvSpPr>
        <p:spPr>
          <a:xfrm>
            <a:off x="12807930" y="1197735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2" name="Straight Connector 1071">
            <a:extLst>
              <a:ext uri="{FF2B5EF4-FFF2-40B4-BE49-F238E27FC236}">
                <a16:creationId xmlns:a16="http://schemas.microsoft.com/office/drawing/2014/main" id="{96DEBE55-E230-5C53-11D3-76B7444BD343}"/>
              </a:ext>
            </a:extLst>
          </p:cNvPr>
          <p:cNvCxnSpPr>
            <a:cxnSpLocks/>
            <a:endCxn id="1071" idx="2"/>
          </p:cNvCxnSpPr>
          <p:nvPr/>
        </p:nvCxnSpPr>
        <p:spPr>
          <a:xfrm>
            <a:off x="13576946" y="1214263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3" name="Rectangle: Rounded Corners 1072">
            <a:extLst>
              <a:ext uri="{FF2B5EF4-FFF2-40B4-BE49-F238E27FC236}">
                <a16:creationId xmlns:a16="http://schemas.microsoft.com/office/drawing/2014/main" id="{0A7DBCC9-38FA-9423-86DC-691F1E78086F}"/>
              </a:ext>
            </a:extLst>
          </p:cNvPr>
          <p:cNvSpPr/>
          <p:nvPr/>
        </p:nvSpPr>
        <p:spPr>
          <a:xfrm>
            <a:off x="8855370" y="1167546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2F607AEF-2A58-6A7E-75A9-B36F988B1C83}"/>
              </a:ext>
            </a:extLst>
          </p:cNvPr>
          <p:cNvCxnSpPr>
            <a:cxnSpLocks/>
            <a:endCxn id="1073" idx="2"/>
          </p:cNvCxnSpPr>
          <p:nvPr/>
        </p:nvCxnSpPr>
        <p:spPr>
          <a:xfrm>
            <a:off x="9624386" y="1184074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" name="Rectangle: Rounded Corners 1074">
            <a:extLst>
              <a:ext uri="{FF2B5EF4-FFF2-40B4-BE49-F238E27FC236}">
                <a16:creationId xmlns:a16="http://schemas.microsoft.com/office/drawing/2014/main" id="{247990E8-2BA0-BF73-5E12-A5FD6AE18AC5}"/>
              </a:ext>
            </a:extLst>
          </p:cNvPr>
          <p:cNvSpPr/>
          <p:nvPr/>
        </p:nvSpPr>
        <p:spPr>
          <a:xfrm>
            <a:off x="4923686" y="1209944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CD2B82CA-3A70-A334-711A-9C6F4C52416B}"/>
              </a:ext>
            </a:extLst>
          </p:cNvPr>
          <p:cNvCxnSpPr>
            <a:cxnSpLocks/>
            <a:endCxn id="1075" idx="2"/>
          </p:cNvCxnSpPr>
          <p:nvPr/>
        </p:nvCxnSpPr>
        <p:spPr>
          <a:xfrm>
            <a:off x="5692702" y="1226472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4" name="Rectangle: Rounded Corners 1093">
            <a:extLst>
              <a:ext uri="{FF2B5EF4-FFF2-40B4-BE49-F238E27FC236}">
                <a16:creationId xmlns:a16="http://schemas.microsoft.com/office/drawing/2014/main" id="{429A88F9-B98C-6BEE-3895-4ABCF34110F0}"/>
              </a:ext>
            </a:extLst>
          </p:cNvPr>
          <p:cNvSpPr/>
          <p:nvPr/>
        </p:nvSpPr>
        <p:spPr>
          <a:xfrm>
            <a:off x="16735319" y="1216089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C34C60E5-21A8-F777-B7AB-497500F157A4}"/>
              </a:ext>
            </a:extLst>
          </p:cNvPr>
          <p:cNvSpPr/>
          <p:nvPr/>
        </p:nvSpPr>
        <p:spPr>
          <a:xfrm>
            <a:off x="2637692" y="209310"/>
            <a:ext cx="14899082" cy="805162"/>
          </a:xfrm>
          <a:prstGeom prst="rect">
            <a:avLst/>
          </a:prstGeom>
          <a:gradFill>
            <a:gsLst>
              <a:gs pos="33000">
                <a:srgbClr val="9E9392"/>
              </a:gs>
              <a:gs pos="28688">
                <a:srgbClr val="A99E9D"/>
              </a:gs>
              <a:gs pos="19000">
                <a:srgbClr val="7D7473"/>
              </a:gs>
              <a:gs pos="59000">
                <a:srgbClr val="A59D9A"/>
              </a:gs>
              <a:gs pos="100000">
                <a:srgbClr val="BDB9B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01" name="Picture 4" descr="東武70000系70090型 | 車内観察日記">
            <a:extLst>
              <a:ext uri="{FF2B5EF4-FFF2-40B4-BE49-F238E27FC236}">
                <a16:creationId xmlns:a16="http://schemas.microsoft.com/office/drawing/2014/main" id="{08847A53-13FD-FB41-E446-60D179F2F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397" y="10603578"/>
            <a:ext cx="67056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2" name="Picture 6" descr="東武70000系 | 車内観察日記">
            <a:extLst>
              <a:ext uri="{FF2B5EF4-FFF2-40B4-BE49-F238E27FC236}">
                <a16:creationId xmlns:a16="http://schemas.microsoft.com/office/drawing/2014/main" id="{928ACBB4-04FD-3B98-4304-8436644D6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831" y="10443994"/>
            <a:ext cx="48006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0" name="Rectangle 1109">
            <a:extLst>
              <a:ext uri="{FF2B5EF4-FFF2-40B4-BE49-F238E27FC236}">
                <a16:creationId xmlns:a16="http://schemas.microsoft.com/office/drawing/2014/main" id="{1D6BDB33-A4BF-D72F-19B1-25F0251350FB}"/>
              </a:ext>
            </a:extLst>
          </p:cNvPr>
          <p:cNvSpPr/>
          <p:nvPr/>
        </p:nvSpPr>
        <p:spPr>
          <a:xfrm>
            <a:off x="2915589" y="526482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C915C988-09F1-943A-1692-C7EAD25D63C4}"/>
              </a:ext>
            </a:extLst>
          </p:cNvPr>
          <p:cNvSpPr/>
          <p:nvPr/>
        </p:nvSpPr>
        <p:spPr>
          <a:xfrm>
            <a:off x="6860413" y="507683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EAE26792-38B5-3F33-B8F3-3027D7ED8487}"/>
              </a:ext>
            </a:extLst>
          </p:cNvPr>
          <p:cNvSpPr/>
          <p:nvPr/>
        </p:nvSpPr>
        <p:spPr>
          <a:xfrm>
            <a:off x="10801557" y="496430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7956988E-2781-A2BA-57DC-C4DB60776724}"/>
              </a:ext>
            </a:extLst>
          </p:cNvPr>
          <p:cNvSpPr/>
          <p:nvPr/>
        </p:nvSpPr>
        <p:spPr>
          <a:xfrm>
            <a:off x="14750385" y="472570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498B9445-92A4-4D1A-F91F-D996D44F8883}"/>
              </a:ext>
            </a:extLst>
          </p:cNvPr>
          <p:cNvSpPr/>
          <p:nvPr/>
        </p:nvSpPr>
        <p:spPr>
          <a:xfrm>
            <a:off x="3190776" y="3894360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8512C7FE-06DB-A5EA-4769-21439B9B83E5}"/>
              </a:ext>
            </a:extLst>
          </p:cNvPr>
          <p:cNvSpPr/>
          <p:nvPr/>
        </p:nvSpPr>
        <p:spPr>
          <a:xfrm>
            <a:off x="3656580" y="1117357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46822B74-7A1C-4007-DF8D-76CBA3A99784}"/>
              </a:ext>
            </a:extLst>
          </p:cNvPr>
          <p:cNvCxnSpPr/>
          <p:nvPr/>
        </p:nvCxnSpPr>
        <p:spPr>
          <a:xfrm>
            <a:off x="3718588" y="112269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051BAE41-8046-F21C-EB68-38889D56837F}"/>
              </a:ext>
            </a:extLst>
          </p:cNvPr>
          <p:cNvSpPr/>
          <p:nvPr/>
        </p:nvSpPr>
        <p:spPr>
          <a:xfrm>
            <a:off x="7108186" y="3930804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7AE7A733-CADC-CE63-1342-CF8EBC446DE8}"/>
              </a:ext>
            </a:extLst>
          </p:cNvPr>
          <p:cNvSpPr/>
          <p:nvPr/>
        </p:nvSpPr>
        <p:spPr>
          <a:xfrm>
            <a:off x="11069086" y="3908868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C5E0C546-58AE-B520-7E82-79A19C896493}"/>
              </a:ext>
            </a:extLst>
          </p:cNvPr>
          <p:cNvSpPr/>
          <p:nvPr/>
        </p:nvSpPr>
        <p:spPr>
          <a:xfrm>
            <a:off x="15029986" y="3919310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C6138EAB-4E87-34C8-EE7D-F412CBBB1C81}"/>
              </a:ext>
            </a:extLst>
          </p:cNvPr>
          <p:cNvSpPr/>
          <p:nvPr/>
        </p:nvSpPr>
        <p:spPr>
          <a:xfrm>
            <a:off x="7589636" y="1136156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A11C379E-759F-AFD5-3A2B-BB3E4CDD1537}"/>
              </a:ext>
            </a:extLst>
          </p:cNvPr>
          <p:cNvCxnSpPr/>
          <p:nvPr/>
        </p:nvCxnSpPr>
        <p:spPr>
          <a:xfrm>
            <a:off x="7635998" y="114938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Connector 1102">
            <a:extLst>
              <a:ext uri="{FF2B5EF4-FFF2-40B4-BE49-F238E27FC236}">
                <a16:creationId xmlns:a16="http://schemas.microsoft.com/office/drawing/2014/main" id="{83D57B45-860F-9F29-4D8D-9CFEAB163317}"/>
              </a:ext>
            </a:extLst>
          </p:cNvPr>
          <p:cNvCxnSpPr>
            <a:cxnSpLocks/>
          </p:cNvCxnSpPr>
          <p:nvPr/>
        </p:nvCxnSpPr>
        <p:spPr>
          <a:xfrm>
            <a:off x="7635998" y="1209944"/>
            <a:ext cx="0" cy="284341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46752C10-271C-139D-BDAC-AAAE93B57EAB}"/>
              </a:ext>
            </a:extLst>
          </p:cNvPr>
          <p:cNvSpPr/>
          <p:nvPr/>
        </p:nvSpPr>
        <p:spPr>
          <a:xfrm>
            <a:off x="11522958" y="1125358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DFC0516-8F67-D818-0BE5-867B97ACDA3E}"/>
              </a:ext>
            </a:extLst>
          </p:cNvPr>
          <p:cNvCxnSpPr/>
          <p:nvPr/>
        </p:nvCxnSpPr>
        <p:spPr>
          <a:xfrm>
            <a:off x="11592428" y="114176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DC882902-3765-E499-59D7-D9E70346B327}"/>
              </a:ext>
            </a:extLst>
          </p:cNvPr>
          <p:cNvSpPr/>
          <p:nvPr/>
        </p:nvSpPr>
        <p:spPr>
          <a:xfrm>
            <a:off x="15499211" y="1136156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2C2FCC-6662-477F-D149-66FF9588F9A9}"/>
              </a:ext>
            </a:extLst>
          </p:cNvPr>
          <p:cNvCxnSpPr/>
          <p:nvPr/>
        </p:nvCxnSpPr>
        <p:spPr>
          <a:xfrm>
            <a:off x="15542707" y="112269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F7B65CA7-49E9-1982-F430-5CB2AC08AC6B}"/>
              </a:ext>
            </a:extLst>
          </p:cNvPr>
          <p:cNvSpPr/>
          <p:nvPr/>
        </p:nvSpPr>
        <p:spPr>
          <a:xfrm>
            <a:off x="3545756" y="563544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BBD3853-0B46-6663-1A16-9BD436DC858D}"/>
              </a:ext>
            </a:extLst>
          </p:cNvPr>
          <p:cNvSpPr/>
          <p:nvPr/>
        </p:nvSpPr>
        <p:spPr>
          <a:xfrm>
            <a:off x="3001688" y="563544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21" name="Straight Connector 1120">
            <a:extLst>
              <a:ext uri="{FF2B5EF4-FFF2-40B4-BE49-F238E27FC236}">
                <a16:creationId xmlns:a16="http://schemas.microsoft.com/office/drawing/2014/main" id="{965E43DE-2FD2-C25F-41DD-D7996DA53F46}"/>
              </a:ext>
            </a:extLst>
          </p:cNvPr>
          <p:cNvCxnSpPr>
            <a:stCxn id="1118" idx="0"/>
            <a:endCxn id="1118" idx="2"/>
          </p:cNvCxnSpPr>
          <p:nvPr/>
        </p:nvCxnSpPr>
        <p:spPr>
          <a:xfrm>
            <a:off x="3983209" y="563544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0CBDB2D0-ED4A-9733-E745-4FE33ABB2F1E}"/>
              </a:ext>
            </a:extLst>
          </p:cNvPr>
          <p:cNvSpPr/>
          <p:nvPr/>
        </p:nvSpPr>
        <p:spPr>
          <a:xfrm>
            <a:off x="7460547" y="548938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4392ED1-5844-87CA-09A4-1007422D021D}"/>
              </a:ext>
            </a:extLst>
          </p:cNvPr>
          <p:cNvSpPr/>
          <p:nvPr/>
        </p:nvSpPr>
        <p:spPr>
          <a:xfrm>
            <a:off x="6916479" y="548938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24" name="Straight Connector 1123">
            <a:extLst>
              <a:ext uri="{FF2B5EF4-FFF2-40B4-BE49-F238E27FC236}">
                <a16:creationId xmlns:a16="http://schemas.microsoft.com/office/drawing/2014/main" id="{F4D0442D-AACF-4356-9272-06008026F3F1}"/>
              </a:ext>
            </a:extLst>
          </p:cNvPr>
          <p:cNvCxnSpPr>
            <a:stCxn id="1122" idx="0"/>
            <a:endCxn id="1122" idx="2"/>
          </p:cNvCxnSpPr>
          <p:nvPr/>
        </p:nvCxnSpPr>
        <p:spPr>
          <a:xfrm>
            <a:off x="7898000" y="548938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2D0006CC-5886-DEDD-6564-61AEF4B4F1D2}"/>
              </a:ext>
            </a:extLst>
          </p:cNvPr>
          <p:cNvSpPr/>
          <p:nvPr/>
        </p:nvSpPr>
        <p:spPr>
          <a:xfrm>
            <a:off x="11392838" y="563366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83C4E289-07E5-1500-521A-AC04538474B6}"/>
              </a:ext>
            </a:extLst>
          </p:cNvPr>
          <p:cNvSpPr/>
          <p:nvPr/>
        </p:nvSpPr>
        <p:spPr>
          <a:xfrm>
            <a:off x="10848770" y="563366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27" name="Straight Connector 1126">
            <a:extLst>
              <a:ext uri="{FF2B5EF4-FFF2-40B4-BE49-F238E27FC236}">
                <a16:creationId xmlns:a16="http://schemas.microsoft.com/office/drawing/2014/main" id="{2084DDF9-08F5-27B6-EC1E-BAA35B39DA6B}"/>
              </a:ext>
            </a:extLst>
          </p:cNvPr>
          <p:cNvCxnSpPr>
            <a:stCxn id="1125" idx="0"/>
            <a:endCxn id="1125" idx="2"/>
          </p:cNvCxnSpPr>
          <p:nvPr/>
        </p:nvCxnSpPr>
        <p:spPr>
          <a:xfrm>
            <a:off x="11830291" y="563366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876B838D-1D1F-6883-36CD-ECB32C89AD20}"/>
              </a:ext>
            </a:extLst>
          </p:cNvPr>
          <p:cNvSpPr/>
          <p:nvPr/>
        </p:nvSpPr>
        <p:spPr>
          <a:xfrm>
            <a:off x="15426648" y="532705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700D3624-9E96-C2CB-81A6-A459CCE6CC50}"/>
              </a:ext>
            </a:extLst>
          </p:cNvPr>
          <p:cNvSpPr/>
          <p:nvPr/>
        </p:nvSpPr>
        <p:spPr>
          <a:xfrm>
            <a:off x="14882580" y="532705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30" name="Straight Connector 1129">
            <a:extLst>
              <a:ext uri="{FF2B5EF4-FFF2-40B4-BE49-F238E27FC236}">
                <a16:creationId xmlns:a16="http://schemas.microsoft.com/office/drawing/2014/main" id="{EBAC2464-D4F8-4D3A-C7CC-7ED2C6AF4B09}"/>
              </a:ext>
            </a:extLst>
          </p:cNvPr>
          <p:cNvCxnSpPr>
            <a:stCxn id="1128" idx="0"/>
            <a:endCxn id="1128" idx="2"/>
          </p:cNvCxnSpPr>
          <p:nvPr/>
        </p:nvCxnSpPr>
        <p:spPr>
          <a:xfrm>
            <a:off x="15864101" y="532705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3" name="Picture 1132">
            <a:extLst>
              <a:ext uri="{FF2B5EF4-FFF2-40B4-BE49-F238E27FC236}">
                <a16:creationId xmlns:a16="http://schemas.microsoft.com/office/drawing/2014/main" id="{B93D1E06-B778-C138-2BF1-554E5FA81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3912" y="563544"/>
            <a:ext cx="2438400" cy="2438400"/>
          </a:xfrm>
          <a:prstGeom prst="rect">
            <a:avLst/>
          </a:prstGeom>
        </p:spPr>
      </p:pic>
      <p:pic>
        <p:nvPicPr>
          <p:cNvPr id="1135" name="Picture 1134">
            <a:extLst>
              <a:ext uri="{FF2B5EF4-FFF2-40B4-BE49-F238E27FC236}">
                <a16:creationId xmlns:a16="http://schemas.microsoft.com/office/drawing/2014/main" id="{953F088B-EEF0-0E20-3523-BB2FFFEBA9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34395" y="3202380"/>
            <a:ext cx="2438400" cy="2438400"/>
          </a:xfrm>
          <a:prstGeom prst="rect">
            <a:avLst/>
          </a:prstGeom>
        </p:spPr>
      </p:pic>
      <p:pic>
        <p:nvPicPr>
          <p:cNvPr id="1136" name="Picture 1135">
            <a:extLst>
              <a:ext uri="{FF2B5EF4-FFF2-40B4-BE49-F238E27FC236}">
                <a16:creationId xmlns:a16="http://schemas.microsoft.com/office/drawing/2014/main" id="{CAF5730D-6C40-A254-AFB4-3E42F049FE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4423136" y="2853500"/>
            <a:ext cx="431539" cy="609674"/>
          </a:xfrm>
          <a:prstGeom prst="rect">
            <a:avLst/>
          </a:prstGeom>
        </p:spPr>
      </p:pic>
      <p:pic>
        <p:nvPicPr>
          <p:cNvPr id="1138" name="Picture 1137">
            <a:extLst>
              <a:ext uri="{FF2B5EF4-FFF2-40B4-BE49-F238E27FC236}">
                <a16:creationId xmlns:a16="http://schemas.microsoft.com/office/drawing/2014/main" id="{1D3BE0A5-6A1C-DA41-EC59-D5429D06E4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4854675" y="2853500"/>
            <a:ext cx="431539" cy="609674"/>
          </a:xfrm>
          <a:prstGeom prst="rect">
            <a:avLst/>
          </a:prstGeom>
        </p:spPr>
      </p:pic>
      <p:pic>
        <p:nvPicPr>
          <p:cNvPr id="1139" name="Picture 1138">
            <a:extLst>
              <a:ext uri="{FF2B5EF4-FFF2-40B4-BE49-F238E27FC236}">
                <a16:creationId xmlns:a16="http://schemas.microsoft.com/office/drawing/2014/main" id="{7B560082-DD9C-9A44-6BD5-C9AA10D9BD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5285554" y="2850236"/>
            <a:ext cx="431539" cy="609674"/>
          </a:xfrm>
          <a:prstGeom prst="rect">
            <a:avLst/>
          </a:prstGeom>
        </p:spPr>
      </p:pic>
      <p:pic>
        <p:nvPicPr>
          <p:cNvPr id="1140" name="Picture 1139">
            <a:extLst>
              <a:ext uri="{FF2B5EF4-FFF2-40B4-BE49-F238E27FC236}">
                <a16:creationId xmlns:a16="http://schemas.microsoft.com/office/drawing/2014/main" id="{69547C3D-439F-ED44-02B2-3E0A510843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5707694" y="2844003"/>
            <a:ext cx="431539" cy="609674"/>
          </a:xfrm>
          <a:prstGeom prst="rect">
            <a:avLst/>
          </a:prstGeom>
        </p:spPr>
      </p:pic>
      <p:pic>
        <p:nvPicPr>
          <p:cNvPr id="1141" name="Picture 1140">
            <a:extLst>
              <a:ext uri="{FF2B5EF4-FFF2-40B4-BE49-F238E27FC236}">
                <a16:creationId xmlns:a16="http://schemas.microsoft.com/office/drawing/2014/main" id="{67CFFAB3-F739-CCF2-3E87-E514DC2ABB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6104310" y="2844003"/>
            <a:ext cx="431539" cy="609674"/>
          </a:xfrm>
          <a:prstGeom prst="rect">
            <a:avLst/>
          </a:prstGeom>
        </p:spPr>
      </p:pic>
      <p:pic>
        <p:nvPicPr>
          <p:cNvPr id="1142" name="Picture 1141">
            <a:extLst>
              <a:ext uri="{FF2B5EF4-FFF2-40B4-BE49-F238E27FC236}">
                <a16:creationId xmlns:a16="http://schemas.microsoft.com/office/drawing/2014/main" id="{1BA556DA-BE35-ACF0-29A9-ADE838E9A3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6516769" y="2844003"/>
            <a:ext cx="329403" cy="609674"/>
          </a:xfrm>
          <a:prstGeom prst="rect">
            <a:avLst/>
          </a:prstGeom>
        </p:spPr>
      </p:pic>
      <p:pic>
        <p:nvPicPr>
          <p:cNvPr id="1143" name="Picture 1142">
            <a:extLst>
              <a:ext uri="{FF2B5EF4-FFF2-40B4-BE49-F238E27FC236}">
                <a16:creationId xmlns:a16="http://schemas.microsoft.com/office/drawing/2014/main" id="{E0DB9D65-518A-C7D9-D670-49F98C3E1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428" y="3455523"/>
            <a:ext cx="594802" cy="321303"/>
          </a:xfrm>
          <a:prstGeom prst="rect">
            <a:avLst/>
          </a:prstGeom>
        </p:spPr>
      </p:pic>
      <p:pic>
        <p:nvPicPr>
          <p:cNvPr id="1144" name="Picture 1143">
            <a:extLst>
              <a:ext uri="{FF2B5EF4-FFF2-40B4-BE49-F238E27FC236}">
                <a16:creationId xmlns:a16="http://schemas.microsoft.com/office/drawing/2014/main" id="{B3D5E55F-2F9A-8BC3-CDCE-1EEC284BD6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3339" y="3453677"/>
            <a:ext cx="594802" cy="321303"/>
          </a:xfrm>
          <a:prstGeom prst="rect">
            <a:avLst/>
          </a:prstGeom>
        </p:spPr>
      </p:pic>
      <p:pic>
        <p:nvPicPr>
          <p:cNvPr id="1145" name="Picture 1144">
            <a:extLst>
              <a:ext uri="{FF2B5EF4-FFF2-40B4-BE49-F238E27FC236}">
                <a16:creationId xmlns:a16="http://schemas.microsoft.com/office/drawing/2014/main" id="{52F2BB53-889E-DC3D-A57C-310A65199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3406" y="3453677"/>
            <a:ext cx="594802" cy="321303"/>
          </a:xfrm>
          <a:prstGeom prst="rect">
            <a:avLst/>
          </a:prstGeom>
        </p:spPr>
      </p:pic>
      <p:pic>
        <p:nvPicPr>
          <p:cNvPr id="1146" name="Picture 1145">
            <a:extLst>
              <a:ext uri="{FF2B5EF4-FFF2-40B4-BE49-F238E27FC236}">
                <a16:creationId xmlns:a16="http://schemas.microsoft.com/office/drawing/2014/main" id="{74B651E0-951B-E287-1D29-97C133962F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5339" y="3448919"/>
            <a:ext cx="594802" cy="321303"/>
          </a:xfrm>
          <a:prstGeom prst="rect">
            <a:avLst/>
          </a:prstGeom>
        </p:spPr>
      </p:pic>
      <p:pic>
        <p:nvPicPr>
          <p:cNvPr id="1147" name="Picture 1146">
            <a:extLst>
              <a:ext uri="{FF2B5EF4-FFF2-40B4-BE49-F238E27FC236}">
                <a16:creationId xmlns:a16="http://schemas.microsoft.com/office/drawing/2014/main" id="{09C746D4-B066-876C-63A3-918C3466B3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656" y="3452072"/>
            <a:ext cx="454025" cy="321303"/>
          </a:xfrm>
          <a:prstGeom prst="rect">
            <a:avLst/>
          </a:prstGeom>
        </p:spPr>
      </p:pic>
      <p:sp>
        <p:nvSpPr>
          <p:cNvPr id="1149" name="Rectangle 1148">
            <a:extLst>
              <a:ext uri="{FF2B5EF4-FFF2-40B4-BE49-F238E27FC236}">
                <a16:creationId xmlns:a16="http://schemas.microsoft.com/office/drawing/2014/main" id="{8D145264-6B6A-0F9B-94D7-778FE3A0F54A}"/>
              </a:ext>
            </a:extLst>
          </p:cNvPr>
          <p:cNvSpPr/>
          <p:nvPr/>
        </p:nvSpPr>
        <p:spPr>
          <a:xfrm>
            <a:off x="4431282" y="3770222"/>
            <a:ext cx="2374396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50" name="Picture 1149">
            <a:extLst>
              <a:ext uri="{FF2B5EF4-FFF2-40B4-BE49-F238E27FC236}">
                <a16:creationId xmlns:a16="http://schemas.microsoft.com/office/drawing/2014/main" id="{A9AEA168-584E-A99C-B2BD-2D7EFF5C63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8392744" y="2804294"/>
            <a:ext cx="364246" cy="609674"/>
          </a:xfrm>
          <a:prstGeom prst="rect">
            <a:avLst/>
          </a:prstGeom>
        </p:spPr>
      </p:pic>
      <p:pic>
        <p:nvPicPr>
          <p:cNvPr id="1151" name="Picture 1150">
            <a:extLst>
              <a:ext uri="{FF2B5EF4-FFF2-40B4-BE49-F238E27FC236}">
                <a16:creationId xmlns:a16="http://schemas.microsoft.com/office/drawing/2014/main" id="{4571E306-CBF9-F5A3-D996-7E0FE239B1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8756990" y="2804294"/>
            <a:ext cx="431539" cy="609674"/>
          </a:xfrm>
          <a:prstGeom prst="rect">
            <a:avLst/>
          </a:prstGeom>
        </p:spPr>
      </p:pic>
      <p:pic>
        <p:nvPicPr>
          <p:cNvPr id="1152" name="Picture 1151">
            <a:extLst>
              <a:ext uri="{FF2B5EF4-FFF2-40B4-BE49-F238E27FC236}">
                <a16:creationId xmlns:a16="http://schemas.microsoft.com/office/drawing/2014/main" id="{27119968-7DDA-BCFF-A520-EB5DADBBC0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9187869" y="2801030"/>
            <a:ext cx="431539" cy="609674"/>
          </a:xfrm>
          <a:prstGeom prst="rect">
            <a:avLst/>
          </a:prstGeom>
        </p:spPr>
      </p:pic>
      <p:pic>
        <p:nvPicPr>
          <p:cNvPr id="1153" name="Picture 1152">
            <a:extLst>
              <a:ext uri="{FF2B5EF4-FFF2-40B4-BE49-F238E27FC236}">
                <a16:creationId xmlns:a16="http://schemas.microsoft.com/office/drawing/2014/main" id="{71D6AE11-07D4-70E9-5833-7847E97F54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9610009" y="2794797"/>
            <a:ext cx="431539" cy="609674"/>
          </a:xfrm>
          <a:prstGeom prst="rect">
            <a:avLst/>
          </a:prstGeom>
        </p:spPr>
      </p:pic>
      <p:pic>
        <p:nvPicPr>
          <p:cNvPr id="1154" name="Picture 1153">
            <a:extLst>
              <a:ext uri="{FF2B5EF4-FFF2-40B4-BE49-F238E27FC236}">
                <a16:creationId xmlns:a16="http://schemas.microsoft.com/office/drawing/2014/main" id="{E17B214B-6CBA-C0D8-0B42-CF0EDE8F67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0006625" y="2794797"/>
            <a:ext cx="431539" cy="609674"/>
          </a:xfrm>
          <a:prstGeom prst="rect">
            <a:avLst/>
          </a:prstGeom>
        </p:spPr>
      </p:pic>
      <p:pic>
        <p:nvPicPr>
          <p:cNvPr id="1155" name="Picture 1154">
            <a:extLst>
              <a:ext uri="{FF2B5EF4-FFF2-40B4-BE49-F238E27FC236}">
                <a16:creationId xmlns:a16="http://schemas.microsoft.com/office/drawing/2014/main" id="{F4FA6683-0057-F7D2-8AC5-BDC9C054E4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0419085" y="2794797"/>
            <a:ext cx="334858" cy="609674"/>
          </a:xfrm>
          <a:prstGeom prst="rect">
            <a:avLst/>
          </a:prstGeom>
        </p:spPr>
      </p:pic>
      <p:pic>
        <p:nvPicPr>
          <p:cNvPr id="1156" name="Picture 1155">
            <a:extLst>
              <a:ext uri="{FF2B5EF4-FFF2-40B4-BE49-F238E27FC236}">
                <a16:creationId xmlns:a16="http://schemas.microsoft.com/office/drawing/2014/main" id="{ED22CBE5-A757-ED94-DA03-D04595B11E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399" y="3406317"/>
            <a:ext cx="548145" cy="321303"/>
          </a:xfrm>
          <a:prstGeom prst="rect">
            <a:avLst/>
          </a:prstGeom>
        </p:spPr>
      </p:pic>
      <p:pic>
        <p:nvPicPr>
          <p:cNvPr id="1157" name="Picture 1156">
            <a:extLst>
              <a:ext uri="{FF2B5EF4-FFF2-40B4-BE49-F238E27FC236}">
                <a16:creationId xmlns:a16="http://schemas.microsoft.com/office/drawing/2014/main" id="{A8BF8517-58F0-8CE0-A93D-7FAC3AC430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5654" y="3404471"/>
            <a:ext cx="594802" cy="321303"/>
          </a:xfrm>
          <a:prstGeom prst="rect">
            <a:avLst/>
          </a:prstGeom>
        </p:spPr>
      </p:pic>
      <p:pic>
        <p:nvPicPr>
          <p:cNvPr id="1158" name="Picture 1157">
            <a:extLst>
              <a:ext uri="{FF2B5EF4-FFF2-40B4-BE49-F238E27FC236}">
                <a16:creationId xmlns:a16="http://schemas.microsoft.com/office/drawing/2014/main" id="{A3B604A1-46BD-336C-253D-750CFDD70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5721" y="3404471"/>
            <a:ext cx="594802" cy="321303"/>
          </a:xfrm>
          <a:prstGeom prst="rect">
            <a:avLst/>
          </a:prstGeom>
        </p:spPr>
      </p:pic>
      <p:pic>
        <p:nvPicPr>
          <p:cNvPr id="1159" name="Picture 1158">
            <a:extLst>
              <a:ext uri="{FF2B5EF4-FFF2-40B4-BE49-F238E27FC236}">
                <a16:creationId xmlns:a16="http://schemas.microsoft.com/office/drawing/2014/main" id="{5D72E901-90D2-1A6B-A57D-FA0E9B0CF4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7654" y="3399713"/>
            <a:ext cx="594802" cy="321303"/>
          </a:xfrm>
          <a:prstGeom prst="rect">
            <a:avLst/>
          </a:prstGeom>
        </p:spPr>
      </p:pic>
      <p:pic>
        <p:nvPicPr>
          <p:cNvPr id="1160" name="Picture 1159">
            <a:extLst>
              <a:ext uri="{FF2B5EF4-FFF2-40B4-BE49-F238E27FC236}">
                <a16:creationId xmlns:a16="http://schemas.microsoft.com/office/drawing/2014/main" id="{00813C2B-1D8B-6B32-E92D-733D703F9A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3971" y="3402866"/>
            <a:ext cx="520818" cy="321303"/>
          </a:xfrm>
          <a:prstGeom prst="rect">
            <a:avLst/>
          </a:prstGeom>
        </p:spPr>
      </p:pic>
      <p:sp>
        <p:nvSpPr>
          <p:cNvPr id="1161" name="Rectangle 1160">
            <a:extLst>
              <a:ext uri="{FF2B5EF4-FFF2-40B4-BE49-F238E27FC236}">
                <a16:creationId xmlns:a16="http://schemas.microsoft.com/office/drawing/2014/main" id="{E3D7F370-35A6-84CA-9A0A-B2896AEDB93B}"/>
              </a:ext>
            </a:extLst>
          </p:cNvPr>
          <p:cNvSpPr/>
          <p:nvPr/>
        </p:nvSpPr>
        <p:spPr>
          <a:xfrm>
            <a:off x="8411582" y="3721016"/>
            <a:ext cx="236320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62" name="Picture 1161">
            <a:extLst>
              <a:ext uri="{FF2B5EF4-FFF2-40B4-BE49-F238E27FC236}">
                <a16:creationId xmlns:a16="http://schemas.microsoft.com/office/drawing/2014/main" id="{96E9B38B-3D75-42A7-1CB0-CA9A1A1B69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2388471" y="2812901"/>
            <a:ext cx="350928" cy="609674"/>
          </a:xfrm>
          <a:prstGeom prst="rect">
            <a:avLst/>
          </a:prstGeom>
        </p:spPr>
      </p:pic>
      <p:pic>
        <p:nvPicPr>
          <p:cNvPr id="1163" name="Picture 1162">
            <a:extLst>
              <a:ext uri="{FF2B5EF4-FFF2-40B4-BE49-F238E27FC236}">
                <a16:creationId xmlns:a16="http://schemas.microsoft.com/office/drawing/2014/main" id="{0E319C99-FCCA-ED1D-FB14-FA0B274548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2739399" y="2812901"/>
            <a:ext cx="431539" cy="609674"/>
          </a:xfrm>
          <a:prstGeom prst="rect">
            <a:avLst/>
          </a:prstGeom>
        </p:spPr>
      </p:pic>
      <p:pic>
        <p:nvPicPr>
          <p:cNvPr id="1164" name="Picture 1163">
            <a:extLst>
              <a:ext uri="{FF2B5EF4-FFF2-40B4-BE49-F238E27FC236}">
                <a16:creationId xmlns:a16="http://schemas.microsoft.com/office/drawing/2014/main" id="{2642A451-93E9-478D-CEB7-F46CE7A572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3170278" y="2809637"/>
            <a:ext cx="431539" cy="609674"/>
          </a:xfrm>
          <a:prstGeom prst="rect">
            <a:avLst/>
          </a:prstGeom>
        </p:spPr>
      </p:pic>
      <p:pic>
        <p:nvPicPr>
          <p:cNvPr id="1165" name="Picture 1164">
            <a:extLst>
              <a:ext uri="{FF2B5EF4-FFF2-40B4-BE49-F238E27FC236}">
                <a16:creationId xmlns:a16="http://schemas.microsoft.com/office/drawing/2014/main" id="{0B44359E-54CD-9ED9-C624-D2CAC24F71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3592418" y="2803404"/>
            <a:ext cx="431539" cy="609674"/>
          </a:xfrm>
          <a:prstGeom prst="rect">
            <a:avLst/>
          </a:prstGeom>
        </p:spPr>
      </p:pic>
      <p:pic>
        <p:nvPicPr>
          <p:cNvPr id="1166" name="Picture 1165">
            <a:extLst>
              <a:ext uri="{FF2B5EF4-FFF2-40B4-BE49-F238E27FC236}">
                <a16:creationId xmlns:a16="http://schemas.microsoft.com/office/drawing/2014/main" id="{E8DA0082-501C-3C80-8E99-02FA9C18F3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3989034" y="2803404"/>
            <a:ext cx="431539" cy="609674"/>
          </a:xfrm>
          <a:prstGeom prst="rect">
            <a:avLst/>
          </a:prstGeom>
        </p:spPr>
      </p:pic>
      <p:pic>
        <p:nvPicPr>
          <p:cNvPr id="1167" name="Picture 1166">
            <a:extLst>
              <a:ext uri="{FF2B5EF4-FFF2-40B4-BE49-F238E27FC236}">
                <a16:creationId xmlns:a16="http://schemas.microsoft.com/office/drawing/2014/main" id="{23C94537-C478-EE6B-136B-4BF37A04D9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193"/>
          <a:stretch/>
        </p:blipFill>
        <p:spPr>
          <a:xfrm>
            <a:off x="14401494" y="2803404"/>
            <a:ext cx="348892" cy="609674"/>
          </a:xfrm>
          <a:prstGeom prst="rect">
            <a:avLst/>
          </a:prstGeom>
        </p:spPr>
      </p:pic>
      <p:pic>
        <p:nvPicPr>
          <p:cNvPr id="1168" name="Picture 1167">
            <a:extLst>
              <a:ext uri="{FF2B5EF4-FFF2-40B4-BE49-F238E27FC236}">
                <a16:creationId xmlns:a16="http://schemas.microsoft.com/office/drawing/2014/main" id="{3DF6244B-752C-A3C6-4995-B9325FF9EF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7822" y="3414924"/>
            <a:ext cx="537131" cy="321303"/>
          </a:xfrm>
          <a:prstGeom prst="rect">
            <a:avLst/>
          </a:prstGeom>
        </p:spPr>
      </p:pic>
      <p:pic>
        <p:nvPicPr>
          <p:cNvPr id="1169" name="Picture 1168">
            <a:extLst>
              <a:ext uri="{FF2B5EF4-FFF2-40B4-BE49-F238E27FC236}">
                <a16:creationId xmlns:a16="http://schemas.microsoft.com/office/drawing/2014/main" id="{3A327A4B-66BA-C446-79E0-EEF4B281FC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08063" y="3413078"/>
            <a:ext cx="594802" cy="321303"/>
          </a:xfrm>
          <a:prstGeom prst="rect">
            <a:avLst/>
          </a:prstGeom>
        </p:spPr>
      </p:pic>
      <p:pic>
        <p:nvPicPr>
          <p:cNvPr id="1170" name="Picture 1169">
            <a:extLst>
              <a:ext uri="{FF2B5EF4-FFF2-40B4-BE49-F238E27FC236}">
                <a16:creationId xmlns:a16="http://schemas.microsoft.com/office/drawing/2014/main" id="{8019642C-2308-9FD9-52E1-EB8DD6E180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98130" y="3413078"/>
            <a:ext cx="594802" cy="321303"/>
          </a:xfrm>
          <a:prstGeom prst="rect">
            <a:avLst/>
          </a:prstGeom>
        </p:spPr>
      </p:pic>
      <p:pic>
        <p:nvPicPr>
          <p:cNvPr id="1171" name="Picture 1170">
            <a:extLst>
              <a:ext uri="{FF2B5EF4-FFF2-40B4-BE49-F238E27FC236}">
                <a16:creationId xmlns:a16="http://schemas.microsoft.com/office/drawing/2014/main" id="{DC13756A-06BF-0549-2192-662A82163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0063" y="3408320"/>
            <a:ext cx="594802" cy="321303"/>
          </a:xfrm>
          <a:prstGeom prst="rect">
            <a:avLst/>
          </a:prstGeom>
        </p:spPr>
      </p:pic>
      <p:pic>
        <p:nvPicPr>
          <p:cNvPr id="1172" name="Picture 1171">
            <a:extLst>
              <a:ext uri="{FF2B5EF4-FFF2-40B4-BE49-F238E27FC236}">
                <a16:creationId xmlns:a16="http://schemas.microsoft.com/office/drawing/2014/main" id="{CADEC6FD-35A6-3005-15C2-DDA4A2EB95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36380" y="3411473"/>
            <a:ext cx="455819" cy="321303"/>
          </a:xfrm>
          <a:prstGeom prst="rect">
            <a:avLst/>
          </a:prstGeom>
        </p:spPr>
      </p:pic>
      <p:sp>
        <p:nvSpPr>
          <p:cNvPr id="1173" name="Rectangle 1172">
            <a:extLst>
              <a:ext uri="{FF2B5EF4-FFF2-40B4-BE49-F238E27FC236}">
                <a16:creationId xmlns:a16="http://schemas.microsoft.com/office/drawing/2014/main" id="{99ACDFD3-1F93-B274-7B8D-A95E1953A532}"/>
              </a:ext>
            </a:extLst>
          </p:cNvPr>
          <p:cNvSpPr/>
          <p:nvPr/>
        </p:nvSpPr>
        <p:spPr>
          <a:xfrm>
            <a:off x="12382915" y="3729623"/>
            <a:ext cx="2394830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8" name="正方形/長方形 4114">
            <a:extLst>
              <a:ext uri="{FF2B5EF4-FFF2-40B4-BE49-F238E27FC236}">
                <a16:creationId xmlns:a16="http://schemas.microsoft.com/office/drawing/2014/main" id="{E49F1DDE-0379-C5A3-6228-36E4E801427E}"/>
              </a:ext>
            </a:extLst>
          </p:cNvPr>
          <p:cNvSpPr/>
          <p:nvPr/>
        </p:nvSpPr>
        <p:spPr>
          <a:xfrm>
            <a:off x="4419507" y="967698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79" name="正方形/長方形 4114">
            <a:extLst>
              <a:ext uri="{FF2B5EF4-FFF2-40B4-BE49-F238E27FC236}">
                <a16:creationId xmlns:a16="http://schemas.microsoft.com/office/drawing/2014/main" id="{F819C533-2898-CA4B-B9C7-B702A1DA3843}"/>
              </a:ext>
            </a:extLst>
          </p:cNvPr>
          <p:cNvSpPr/>
          <p:nvPr/>
        </p:nvSpPr>
        <p:spPr>
          <a:xfrm>
            <a:off x="6759795" y="949719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0" name="正方形/長方形 4139">
            <a:extLst>
              <a:ext uri="{FF2B5EF4-FFF2-40B4-BE49-F238E27FC236}">
                <a16:creationId xmlns:a16="http://schemas.microsoft.com/office/drawing/2014/main" id="{22312072-61EF-5048-CEE0-2375E4A1651A}"/>
              </a:ext>
            </a:extLst>
          </p:cNvPr>
          <p:cNvSpPr/>
          <p:nvPr/>
        </p:nvSpPr>
        <p:spPr>
          <a:xfrm>
            <a:off x="4420662" y="944377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1" name="正方形/長方形 4114">
            <a:extLst>
              <a:ext uri="{FF2B5EF4-FFF2-40B4-BE49-F238E27FC236}">
                <a16:creationId xmlns:a16="http://schemas.microsoft.com/office/drawing/2014/main" id="{E4BBA2C5-6F36-8FDA-840C-18A76551D805}"/>
              </a:ext>
            </a:extLst>
          </p:cNvPr>
          <p:cNvSpPr/>
          <p:nvPr/>
        </p:nvSpPr>
        <p:spPr>
          <a:xfrm>
            <a:off x="5655834" y="937037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2" name="正方形/長方形 4114">
            <a:extLst>
              <a:ext uri="{FF2B5EF4-FFF2-40B4-BE49-F238E27FC236}">
                <a16:creationId xmlns:a16="http://schemas.microsoft.com/office/drawing/2014/main" id="{E1AA90F1-DC14-C562-EB57-E9CD52EFEEAE}"/>
              </a:ext>
            </a:extLst>
          </p:cNvPr>
          <p:cNvSpPr/>
          <p:nvPr/>
        </p:nvSpPr>
        <p:spPr>
          <a:xfrm>
            <a:off x="8363513" y="886100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3" name="正方形/長方形 4114">
            <a:extLst>
              <a:ext uri="{FF2B5EF4-FFF2-40B4-BE49-F238E27FC236}">
                <a16:creationId xmlns:a16="http://schemas.microsoft.com/office/drawing/2014/main" id="{658589B3-7A19-073D-8416-651D9FCF0376}"/>
              </a:ext>
            </a:extLst>
          </p:cNvPr>
          <p:cNvSpPr/>
          <p:nvPr/>
        </p:nvSpPr>
        <p:spPr>
          <a:xfrm>
            <a:off x="10703801" y="868121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4" name="正方形/長方形 4139">
            <a:extLst>
              <a:ext uri="{FF2B5EF4-FFF2-40B4-BE49-F238E27FC236}">
                <a16:creationId xmlns:a16="http://schemas.microsoft.com/office/drawing/2014/main" id="{9DC57567-9DE6-4BFF-F162-88D778B63651}"/>
              </a:ext>
            </a:extLst>
          </p:cNvPr>
          <p:cNvSpPr/>
          <p:nvPr/>
        </p:nvSpPr>
        <p:spPr>
          <a:xfrm>
            <a:off x="8364668" y="862779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5" name="正方形/長方形 4114">
            <a:extLst>
              <a:ext uri="{FF2B5EF4-FFF2-40B4-BE49-F238E27FC236}">
                <a16:creationId xmlns:a16="http://schemas.microsoft.com/office/drawing/2014/main" id="{18FD8DF9-FD60-D227-977F-2CE53930A910}"/>
              </a:ext>
            </a:extLst>
          </p:cNvPr>
          <p:cNvSpPr/>
          <p:nvPr/>
        </p:nvSpPr>
        <p:spPr>
          <a:xfrm>
            <a:off x="9599840" y="855439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6" name="正方形/長方形 4114">
            <a:extLst>
              <a:ext uri="{FF2B5EF4-FFF2-40B4-BE49-F238E27FC236}">
                <a16:creationId xmlns:a16="http://schemas.microsoft.com/office/drawing/2014/main" id="{E5A2A084-CFBF-9BC5-9FEF-A14C05F98C18}"/>
              </a:ext>
            </a:extLst>
          </p:cNvPr>
          <p:cNvSpPr/>
          <p:nvPr/>
        </p:nvSpPr>
        <p:spPr>
          <a:xfrm>
            <a:off x="12347100" y="937177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7" name="正方形/長方形 4114">
            <a:extLst>
              <a:ext uri="{FF2B5EF4-FFF2-40B4-BE49-F238E27FC236}">
                <a16:creationId xmlns:a16="http://schemas.microsoft.com/office/drawing/2014/main" id="{B13694D5-7328-BFFA-1A28-3963A812DA07}"/>
              </a:ext>
            </a:extLst>
          </p:cNvPr>
          <p:cNvSpPr/>
          <p:nvPr/>
        </p:nvSpPr>
        <p:spPr>
          <a:xfrm>
            <a:off x="14687388" y="919198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8" name="正方形/長方形 4139">
            <a:extLst>
              <a:ext uri="{FF2B5EF4-FFF2-40B4-BE49-F238E27FC236}">
                <a16:creationId xmlns:a16="http://schemas.microsoft.com/office/drawing/2014/main" id="{71592EA7-C5D2-B96B-8E56-52C798E98908}"/>
              </a:ext>
            </a:extLst>
          </p:cNvPr>
          <p:cNvSpPr/>
          <p:nvPr/>
        </p:nvSpPr>
        <p:spPr>
          <a:xfrm>
            <a:off x="12348255" y="913856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9" name="正方形/長方形 4114">
            <a:extLst>
              <a:ext uri="{FF2B5EF4-FFF2-40B4-BE49-F238E27FC236}">
                <a16:creationId xmlns:a16="http://schemas.microsoft.com/office/drawing/2014/main" id="{E223902C-51E2-EF3A-1991-E0D41560214F}"/>
              </a:ext>
            </a:extLst>
          </p:cNvPr>
          <p:cNvSpPr/>
          <p:nvPr/>
        </p:nvSpPr>
        <p:spPr>
          <a:xfrm>
            <a:off x="13583427" y="906516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191" name="Picture 1190">
            <a:extLst>
              <a:ext uri="{FF2B5EF4-FFF2-40B4-BE49-F238E27FC236}">
                <a16:creationId xmlns:a16="http://schemas.microsoft.com/office/drawing/2014/main" id="{44B7FB4A-46C0-F857-003D-C123D52DAE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56500" y="2909991"/>
            <a:ext cx="1180274" cy="553183"/>
          </a:xfrm>
          <a:prstGeom prst="rect">
            <a:avLst/>
          </a:prstGeom>
        </p:spPr>
      </p:pic>
      <p:pic>
        <p:nvPicPr>
          <p:cNvPr id="1193" name="Picture 1192">
            <a:extLst>
              <a:ext uri="{FF2B5EF4-FFF2-40B4-BE49-F238E27FC236}">
                <a16:creationId xmlns:a16="http://schemas.microsoft.com/office/drawing/2014/main" id="{16A06298-5E65-9A1D-E1E1-3A8F1885B4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79360" y="3448919"/>
            <a:ext cx="1165811" cy="272161"/>
          </a:xfrm>
          <a:prstGeom prst="rect">
            <a:avLst/>
          </a:prstGeom>
        </p:spPr>
      </p:pic>
      <p:sp>
        <p:nvSpPr>
          <p:cNvPr id="1194" name="Rectangle 1193">
            <a:extLst>
              <a:ext uri="{FF2B5EF4-FFF2-40B4-BE49-F238E27FC236}">
                <a16:creationId xmlns:a16="http://schemas.microsoft.com/office/drawing/2014/main" id="{20965C5F-0905-7682-8927-22141B241090}"/>
              </a:ext>
            </a:extLst>
          </p:cNvPr>
          <p:cNvSpPr/>
          <p:nvPr/>
        </p:nvSpPr>
        <p:spPr>
          <a:xfrm>
            <a:off x="16417385" y="3699648"/>
            <a:ext cx="114058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5" name="正方形/長方形 4114">
            <a:extLst>
              <a:ext uri="{FF2B5EF4-FFF2-40B4-BE49-F238E27FC236}">
                <a16:creationId xmlns:a16="http://schemas.microsoft.com/office/drawing/2014/main" id="{35B96474-DCD1-A61D-C2D4-CC77B495D500}"/>
              </a:ext>
            </a:extLst>
          </p:cNvPr>
          <p:cNvSpPr/>
          <p:nvPr/>
        </p:nvSpPr>
        <p:spPr>
          <a:xfrm>
            <a:off x="16327824" y="888589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96" name="正方形/長方形 4139">
            <a:extLst>
              <a:ext uri="{FF2B5EF4-FFF2-40B4-BE49-F238E27FC236}">
                <a16:creationId xmlns:a16="http://schemas.microsoft.com/office/drawing/2014/main" id="{53BBF76F-B755-08CC-A79F-01BFDF3C364C}"/>
              </a:ext>
            </a:extLst>
          </p:cNvPr>
          <p:cNvSpPr/>
          <p:nvPr/>
        </p:nvSpPr>
        <p:spPr>
          <a:xfrm>
            <a:off x="16309237" y="937037"/>
            <a:ext cx="1227216" cy="14520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43A610-F8FD-028C-0C22-6D5707B89217}"/>
              </a:ext>
            </a:extLst>
          </p:cNvPr>
          <p:cNvSpPr/>
          <p:nvPr/>
        </p:nvSpPr>
        <p:spPr>
          <a:xfrm>
            <a:off x="1068151" y="209310"/>
            <a:ext cx="1691085" cy="3948343"/>
          </a:xfrm>
          <a:prstGeom prst="rect">
            <a:avLst/>
          </a:prstGeom>
          <a:gradFill>
            <a:gsLst>
              <a:gs pos="28000">
                <a:srgbClr val="898B86"/>
              </a:gs>
              <a:gs pos="100000">
                <a:schemeClr val="tx1">
                  <a:lumMod val="65000"/>
                  <a:lumOff val="35000"/>
                </a:schemeClr>
              </a:gs>
              <a:gs pos="73000">
                <a:srgbClr val="868283"/>
              </a:gs>
              <a:gs pos="22000">
                <a:srgbClr val="868782"/>
              </a:gs>
              <a:gs pos="0">
                <a:srgbClr val="8A868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50" name="Picture 2" descr="東武の新型車両70000系は何が画期的なのか 6月から東武スカイツリーラインにお目見え | 通勤電車 | 東洋経済オンライン">
            <a:extLst>
              <a:ext uri="{FF2B5EF4-FFF2-40B4-BE49-F238E27FC236}">
                <a16:creationId xmlns:a16="http://schemas.microsoft.com/office/drawing/2014/main" id="{5BD624BE-610C-3F96-DDFB-1E811766C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168" y="8656702"/>
            <a:ext cx="7587470" cy="505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東武鉄道70000系電車 お披露目 : モデラーな日々 とれいんスタッフブログ">
            <a:extLst>
              <a:ext uri="{FF2B5EF4-FFF2-40B4-BE49-F238E27FC236}">
                <a16:creationId xmlns:a16="http://schemas.microsoft.com/office/drawing/2014/main" id="{25D56BEC-806C-631D-3506-8BF85653D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211" y="9663390"/>
            <a:ext cx="609600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0C6A1F-8C96-629E-3044-C0C88F198336}"/>
              </a:ext>
            </a:extLst>
          </p:cNvPr>
          <p:cNvSpPr/>
          <p:nvPr/>
        </p:nvSpPr>
        <p:spPr>
          <a:xfrm>
            <a:off x="1729482" y="1014472"/>
            <a:ext cx="656856" cy="3111261"/>
          </a:xfrm>
          <a:prstGeom prst="rect">
            <a:avLst/>
          </a:prstGeom>
          <a:noFill/>
          <a:ln w="63500">
            <a:gradFill>
              <a:gsLst>
                <a:gs pos="0">
                  <a:srgbClr val="F3F3F0"/>
                </a:gs>
                <a:gs pos="74000">
                  <a:srgbClr val="B5AEAC"/>
                </a:gs>
                <a:gs pos="100000">
                  <a:srgbClr val="57524C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CCE981-0AAD-CC44-752F-6B4C957AB18E}"/>
              </a:ext>
            </a:extLst>
          </p:cNvPr>
          <p:cNvSpPr/>
          <p:nvPr/>
        </p:nvSpPr>
        <p:spPr>
          <a:xfrm>
            <a:off x="1934021" y="1317543"/>
            <a:ext cx="264949" cy="137650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2A96F4-F346-2EC3-02AC-079BD7B1CA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0173" y="227957"/>
            <a:ext cx="1363668" cy="739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C9A61B-7BEE-15A5-AE3D-B901CBBDFC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21360" y="978282"/>
            <a:ext cx="323857" cy="1843347"/>
          </a:xfrm>
          <a:prstGeom prst="rect">
            <a:avLst/>
          </a:prstGeom>
        </p:spPr>
      </p:pic>
      <p:pic>
        <p:nvPicPr>
          <p:cNvPr id="9" name="Picture 10" descr="東武70000系70090型 | 車内観察日記">
            <a:extLst>
              <a:ext uri="{FF2B5EF4-FFF2-40B4-BE49-F238E27FC236}">
                <a16:creationId xmlns:a16="http://schemas.microsoft.com/office/drawing/2014/main" id="{7604CC21-D525-BA5D-CC5A-11BE81287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9111" y="967064"/>
            <a:ext cx="660082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A9511C8-7BF1-C4B8-BD73-2A0924D66D9E}"/>
              </a:ext>
            </a:extLst>
          </p:cNvPr>
          <p:cNvSpPr/>
          <p:nvPr/>
        </p:nvSpPr>
        <p:spPr>
          <a:xfrm>
            <a:off x="1093862" y="4434089"/>
            <a:ext cx="16654874" cy="1946185"/>
          </a:xfrm>
          <a:prstGeom prst="rect">
            <a:avLst/>
          </a:prstGeom>
          <a:gradFill>
            <a:gsLst>
              <a:gs pos="22000">
                <a:srgbClr val="71716F"/>
              </a:gs>
              <a:gs pos="23000">
                <a:srgbClr val="898A85"/>
              </a:gs>
              <a:gs pos="75000">
                <a:srgbClr val="898A85"/>
              </a:gs>
              <a:gs pos="79000">
                <a:srgbClr val="71716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2C0723-4C3C-9146-B9D5-5BC51E24C4B1}"/>
              </a:ext>
            </a:extLst>
          </p:cNvPr>
          <p:cNvSpPr/>
          <p:nvPr/>
        </p:nvSpPr>
        <p:spPr>
          <a:xfrm>
            <a:off x="16301554" y="4465399"/>
            <a:ext cx="1447182" cy="1946185"/>
          </a:xfrm>
          <a:prstGeom prst="rect">
            <a:avLst/>
          </a:prstGeom>
          <a:solidFill>
            <a:srgbClr val="6A5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7A2F94-4191-18FC-DB9D-C69CD5C77A8A}"/>
              </a:ext>
            </a:extLst>
          </p:cNvPr>
          <p:cNvSpPr/>
          <p:nvPr/>
        </p:nvSpPr>
        <p:spPr>
          <a:xfrm>
            <a:off x="1093862" y="4421580"/>
            <a:ext cx="1543830" cy="194618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FDBE4C-25B3-B0E6-B610-FF5F66E76AEC}"/>
              </a:ext>
            </a:extLst>
          </p:cNvPr>
          <p:cNvSpPr/>
          <p:nvPr/>
        </p:nvSpPr>
        <p:spPr>
          <a:xfrm>
            <a:off x="1601190" y="6495651"/>
            <a:ext cx="4595185" cy="3948343"/>
          </a:xfrm>
          <a:prstGeom prst="rect">
            <a:avLst/>
          </a:prstGeom>
          <a:gradFill>
            <a:gsLst>
              <a:gs pos="28000">
                <a:srgbClr val="898B86"/>
              </a:gs>
              <a:gs pos="100000">
                <a:schemeClr val="tx1">
                  <a:lumMod val="65000"/>
                  <a:lumOff val="35000"/>
                </a:schemeClr>
              </a:gs>
              <a:gs pos="73000">
                <a:srgbClr val="868283"/>
              </a:gs>
              <a:gs pos="22000">
                <a:srgbClr val="868782"/>
              </a:gs>
              <a:gs pos="0">
                <a:srgbClr val="76737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92E1EF-FDA8-FEAC-8C09-54A17980B53D}"/>
              </a:ext>
            </a:extLst>
          </p:cNvPr>
          <p:cNvSpPr/>
          <p:nvPr/>
        </p:nvSpPr>
        <p:spPr>
          <a:xfrm>
            <a:off x="2162908" y="6887061"/>
            <a:ext cx="752681" cy="3382354"/>
          </a:xfrm>
          <a:prstGeom prst="rect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9129B1-1C35-8D50-431A-07AD4190FB79}"/>
              </a:ext>
            </a:extLst>
          </p:cNvPr>
          <p:cNvSpPr/>
          <p:nvPr/>
        </p:nvSpPr>
        <p:spPr>
          <a:xfrm>
            <a:off x="2315309" y="7362549"/>
            <a:ext cx="440084" cy="1196235"/>
          </a:xfrm>
          <a:prstGeom prst="rect">
            <a:avLst/>
          </a:prstGeom>
          <a:solidFill>
            <a:srgbClr val="FF5BE0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2F6C81-87E0-7976-17C8-92D83DFB0286}"/>
              </a:ext>
            </a:extLst>
          </p:cNvPr>
          <p:cNvSpPr/>
          <p:nvPr/>
        </p:nvSpPr>
        <p:spPr>
          <a:xfrm>
            <a:off x="3207564" y="7235570"/>
            <a:ext cx="1716122" cy="1698624"/>
          </a:xfrm>
          <a:prstGeom prst="rect">
            <a:avLst/>
          </a:prstGeom>
          <a:solidFill>
            <a:srgbClr val="887C6E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8985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A4BDB-0493-B98C-6C16-341C21FBA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684D075-29C7-B2EF-F5D0-CC107A123C94}"/>
              </a:ext>
            </a:extLst>
          </p:cNvPr>
          <p:cNvSpPr/>
          <p:nvPr/>
        </p:nvSpPr>
        <p:spPr>
          <a:xfrm>
            <a:off x="1093862" y="227957"/>
            <a:ext cx="16449018" cy="3948343"/>
          </a:xfrm>
          <a:prstGeom prst="rect">
            <a:avLst/>
          </a:prstGeom>
          <a:gradFill>
            <a:gsLst>
              <a:gs pos="77000">
                <a:srgbClr val="C7C8CF"/>
              </a:gs>
              <a:gs pos="100000">
                <a:srgbClr val="837D7D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0DAE8B05-B1FE-4BF8-8FAE-0C6498A0A913}"/>
              </a:ext>
            </a:extLst>
          </p:cNvPr>
          <p:cNvSpPr/>
          <p:nvPr/>
        </p:nvSpPr>
        <p:spPr>
          <a:xfrm>
            <a:off x="4812200" y="1158563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4" name="Rectangle 1173">
            <a:extLst>
              <a:ext uri="{FF2B5EF4-FFF2-40B4-BE49-F238E27FC236}">
                <a16:creationId xmlns:a16="http://schemas.microsoft.com/office/drawing/2014/main" id="{2CD35E63-B854-72D0-5A03-5C3A40609713}"/>
              </a:ext>
            </a:extLst>
          </p:cNvPr>
          <p:cNvSpPr/>
          <p:nvPr/>
        </p:nvSpPr>
        <p:spPr>
          <a:xfrm>
            <a:off x="8726431" y="1136156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5" name="Rectangle 1174">
            <a:extLst>
              <a:ext uri="{FF2B5EF4-FFF2-40B4-BE49-F238E27FC236}">
                <a16:creationId xmlns:a16="http://schemas.microsoft.com/office/drawing/2014/main" id="{00BD1920-175E-0EB5-FF77-47A72F60977F}"/>
              </a:ext>
            </a:extLst>
          </p:cNvPr>
          <p:cNvSpPr/>
          <p:nvPr/>
        </p:nvSpPr>
        <p:spPr>
          <a:xfrm>
            <a:off x="12704211" y="1149380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725F4955-BBD8-56A8-E5F9-95A61A496D47}"/>
              </a:ext>
            </a:extLst>
          </p:cNvPr>
          <p:cNvSpPr/>
          <p:nvPr/>
        </p:nvSpPr>
        <p:spPr>
          <a:xfrm>
            <a:off x="16539744" y="1222114"/>
            <a:ext cx="832764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AFFF1535-9335-2E2C-A117-E2FFFD3CA23D}"/>
              </a:ext>
            </a:extLst>
          </p:cNvPr>
          <p:cNvSpPr/>
          <p:nvPr/>
        </p:nvSpPr>
        <p:spPr>
          <a:xfrm>
            <a:off x="15014895" y="112269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: Rounded Corners 30">
            <a:extLst>
              <a:ext uri="{FF2B5EF4-FFF2-40B4-BE49-F238E27FC236}">
                <a16:creationId xmlns:a16="http://schemas.microsoft.com/office/drawing/2014/main" id="{4ED2EB76-55CC-8777-2586-59C2A39FF8EB}"/>
              </a:ext>
            </a:extLst>
          </p:cNvPr>
          <p:cNvSpPr/>
          <p:nvPr/>
        </p:nvSpPr>
        <p:spPr>
          <a:xfrm>
            <a:off x="11064616" y="114176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Rectangle: Rounded Corners 30">
            <a:extLst>
              <a:ext uri="{FF2B5EF4-FFF2-40B4-BE49-F238E27FC236}">
                <a16:creationId xmlns:a16="http://schemas.microsoft.com/office/drawing/2014/main" id="{BBB75C03-64CE-1CCC-ED5A-D947159B70A2}"/>
              </a:ext>
            </a:extLst>
          </p:cNvPr>
          <p:cNvSpPr/>
          <p:nvPr/>
        </p:nvSpPr>
        <p:spPr>
          <a:xfrm>
            <a:off x="7108186" y="114938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Rectangle: Rounded Corners 30">
            <a:extLst>
              <a:ext uri="{FF2B5EF4-FFF2-40B4-BE49-F238E27FC236}">
                <a16:creationId xmlns:a16="http://schemas.microsoft.com/office/drawing/2014/main" id="{BF4CE113-3335-99E8-CADE-1A64ACCCB301}"/>
              </a:ext>
            </a:extLst>
          </p:cNvPr>
          <p:cNvSpPr/>
          <p:nvPr/>
        </p:nvSpPr>
        <p:spPr>
          <a:xfrm>
            <a:off x="3190776" y="112269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75FFAA1-679D-9A3B-19CF-4709203AC8DE}"/>
              </a:ext>
            </a:extLst>
          </p:cNvPr>
          <p:cNvSpPr/>
          <p:nvPr/>
        </p:nvSpPr>
        <p:spPr>
          <a:xfrm>
            <a:off x="15656039" y="132376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4AB6AF5-5B48-2127-5BF8-C4000B8E3C17}"/>
              </a:ext>
            </a:extLst>
          </p:cNvPr>
          <p:cNvSpPr/>
          <p:nvPr/>
        </p:nvSpPr>
        <p:spPr>
          <a:xfrm>
            <a:off x="15128227" y="131754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EC96175-4F5E-1BC1-5692-0873D88C8B67}"/>
              </a:ext>
            </a:extLst>
          </p:cNvPr>
          <p:cNvSpPr/>
          <p:nvPr/>
        </p:nvSpPr>
        <p:spPr>
          <a:xfrm>
            <a:off x="11709853" y="1348798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D07FB48-10AD-835B-B874-1595A598463A}"/>
              </a:ext>
            </a:extLst>
          </p:cNvPr>
          <p:cNvSpPr/>
          <p:nvPr/>
        </p:nvSpPr>
        <p:spPr>
          <a:xfrm>
            <a:off x="11177948" y="133661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73B1E695-9A34-6CE5-887F-342CFC16EF15}"/>
              </a:ext>
            </a:extLst>
          </p:cNvPr>
          <p:cNvSpPr/>
          <p:nvPr/>
        </p:nvSpPr>
        <p:spPr>
          <a:xfrm>
            <a:off x="7749330" y="1350455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Rectangle: Rounded Corners 1047">
            <a:extLst>
              <a:ext uri="{FF2B5EF4-FFF2-40B4-BE49-F238E27FC236}">
                <a16:creationId xmlns:a16="http://schemas.microsoft.com/office/drawing/2014/main" id="{3B49D278-3072-6155-8A0D-3C7723B68667}"/>
              </a:ext>
            </a:extLst>
          </p:cNvPr>
          <p:cNvSpPr/>
          <p:nvPr/>
        </p:nvSpPr>
        <p:spPr>
          <a:xfrm>
            <a:off x="7221518" y="134423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Rectangle: Rounded Corners 1053">
            <a:extLst>
              <a:ext uri="{FF2B5EF4-FFF2-40B4-BE49-F238E27FC236}">
                <a16:creationId xmlns:a16="http://schemas.microsoft.com/office/drawing/2014/main" id="{983E8185-33BD-3F81-4235-5D7D08C64FED}"/>
              </a:ext>
            </a:extLst>
          </p:cNvPr>
          <p:cNvSpPr/>
          <p:nvPr/>
        </p:nvSpPr>
        <p:spPr>
          <a:xfrm>
            <a:off x="3831920" y="132376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75DA221E-5934-6F73-5FE0-31FF7EE7FEFB}"/>
              </a:ext>
            </a:extLst>
          </p:cNvPr>
          <p:cNvSpPr/>
          <p:nvPr/>
        </p:nvSpPr>
        <p:spPr>
          <a:xfrm>
            <a:off x="3304108" y="131754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1" name="Rectangle: Rounded Corners 1070">
            <a:extLst>
              <a:ext uri="{FF2B5EF4-FFF2-40B4-BE49-F238E27FC236}">
                <a16:creationId xmlns:a16="http://schemas.microsoft.com/office/drawing/2014/main" id="{63CB601E-323D-6A44-D363-9F9B1A7B322A}"/>
              </a:ext>
            </a:extLst>
          </p:cNvPr>
          <p:cNvSpPr/>
          <p:nvPr/>
        </p:nvSpPr>
        <p:spPr>
          <a:xfrm>
            <a:off x="12807930" y="1197735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2" name="Straight Connector 1071">
            <a:extLst>
              <a:ext uri="{FF2B5EF4-FFF2-40B4-BE49-F238E27FC236}">
                <a16:creationId xmlns:a16="http://schemas.microsoft.com/office/drawing/2014/main" id="{51998CEE-40F5-CDCA-6170-CD47072F6DD1}"/>
              </a:ext>
            </a:extLst>
          </p:cNvPr>
          <p:cNvCxnSpPr>
            <a:cxnSpLocks/>
            <a:endCxn id="1071" idx="2"/>
          </p:cNvCxnSpPr>
          <p:nvPr/>
        </p:nvCxnSpPr>
        <p:spPr>
          <a:xfrm>
            <a:off x="13576946" y="1214263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3" name="Rectangle: Rounded Corners 1072">
            <a:extLst>
              <a:ext uri="{FF2B5EF4-FFF2-40B4-BE49-F238E27FC236}">
                <a16:creationId xmlns:a16="http://schemas.microsoft.com/office/drawing/2014/main" id="{A5866DE6-B155-23B2-1081-6AE3D75CE16A}"/>
              </a:ext>
            </a:extLst>
          </p:cNvPr>
          <p:cNvSpPr/>
          <p:nvPr/>
        </p:nvSpPr>
        <p:spPr>
          <a:xfrm>
            <a:off x="8855370" y="1167546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218036BA-22F3-1ED2-2651-C5317DAC7339}"/>
              </a:ext>
            </a:extLst>
          </p:cNvPr>
          <p:cNvCxnSpPr>
            <a:cxnSpLocks/>
            <a:endCxn id="1073" idx="2"/>
          </p:cNvCxnSpPr>
          <p:nvPr/>
        </p:nvCxnSpPr>
        <p:spPr>
          <a:xfrm>
            <a:off x="9624386" y="1184074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" name="Rectangle: Rounded Corners 1074">
            <a:extLst>
              <a:ext uri="{FF2B5EF4-FFF2-40B4-BE49-F238E27FC236}">
                <a16:creationId xmlns:a16="http://schemas.microsoft.com/office/drawing/2014/main" id="{AD8693C8-89D7-14B7-5811-82A357AAC202}"/>
              </a:ext>
            </a:extLst>
          </p:cNvPr>
          <p:cNvSpPr/>
          <p:nvPr/>
        </p:nvSpPr>
        <p:spPr>
          <a:xfrm>
            <a:off x="4923686" y="1209944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FA8E1BDC-817B-1509-211B-7522F09FB93C}"/>
              </a:ext>
            </a:extLst>
          </p:cNvPr>
          <p:cNvCxnSpPr>
            <a:cxnSpLocks/>
            <a:endCxn id="1075" idx="2"/>
          </p:cNvCxnSpPr>
          <p:nvPr/>
        </p:nvCxnSpPr>
        <p:spPr>
          <a:xfrm>
            <a:off x="5692702" y="1226472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4" name="Rectangle: Rounded Corners 1093">
            <a:extLst>
              <a:ext uri="{FF2B5EF4-FFF2-40B4-BE49-F238E27FC236}">
                <a16:creationId xmlns:a16="http://schemas.microsoft.com/office/drawing/2014/main" id="{0FA5430D-5744-B96A-D394-5FCA7F77261F}"/>
              </a:ext>
            </a:extLst>
          </p:cNvPr>
          <p:cNvSpPr/>
          <p:nvPr/>
        </p:nvSpPr>
        <p:spPr>
          <a:xfrm>
            <a:off x="16735319" y="1216089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2C40DE43-8557-C1BE-1A4D-3C2DC28DD7FB}"/>
              </a:ext>
            </a:extLst>
          </p:cNvPr>
          <p:cNvSpPr/>
          <p:nvPr/>
        </p:nvSpPr>
        <p:spPr>
          <a:xfrm>
            <a:off x="2637692" y="209310"/>
            <a:ext cx="14899082" cy="805162"/>
          </a:xfrm>
          <a:prstGeom prst="rect">
            <a:avLst/>
          </a:prstGeom>
          <a:gradFill>
            <a:gsLst>
              <a:gs pos="33000">
                <a:srgbClr val="9E9392"/>
              </a:gs>
              <a:gs pos="28688">
                <a:srgbClr val="A99E9D"/>
              </a:gs>
              <a:gs pos="19000">
                <a:srgbClr val="7D7473"/>
              </a:gs>
              <a:gs pos="59000">
                <a:srgbClr val="A59D9A"/>
              </a:gs>
              <a:gs pos="100000">
                <a:srgbClr val="BDB9B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64FAB14F-20AC-575B-D48F-B9A8A7AC5080}"/>
              </a:ext>
            </a:extLst>
          </p:cNvPr>
          <p:cNvSpPr/>
          <p:nvPr/>
        </p:nvSpPr>
        <p:spPr>
          <a:xfrm>
            <a:off x="2915589" y="526482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704F61AB-6FB5-8D1E-A2F2-21A7DC88AE02}"/>
              </a:ext>
            </a:extLst>
          </p:cNvPr>
          <p:cNvSpPr/>
          <p:nvPr/>
        </p:nvSpPr>
        <p:spPr>
          <a:xfrm>
            <a:off x="6860413" y="507683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EA8C6E59-3532-0942-0D47-8758BF1F0904}"/>
              </a:ext>
            </a:extLst>
          </p:cNvPr>
          <p:cNvSpPr/>
          <p:nvPr/>
        </p:nvSpPr>
        <p:spPr>
          <a:xfrm>
            <a:off x="10801557" y="496430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2017FA41-F89A-ECEB-FC41-822E0030A736}"/>
              </a:ext>
            </a:extLst>
          </p:cNvPr>
          <p:cNvSpPr/>
          <p:nvPr/>
        </p:nvSpPr>
        <p:spPr>
          <a:xfrm>
            <a:off x="14750385" y="472570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CC208176-D6E6-AD62-2CC7-BCE17A8E1531}"/>
              </a:ext>
            </a:extLst>
          </p:cNvPr>
          <p:cNvSpPr/>
          <p:nvPr/>
        </p:nvSpPr>
        <p:spPr>
          <a:xfrm>
            <a:off x="3190776" y="3894360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8D8638EE-CF0E-CD17-28F7-96C1D4AE68A0}"/>
              </a:ext>
            </a:extLst>
          </p:cNvPr>
          <p:cNvSpPr/>
          <p:nvPr/>
        </p:nvSpPr>
        <p:spPr>
          <a:xfrm>
            <a:off x="3656580" y="1117357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B9F270EB-CBD6-7E33-5943-B4BD5AEAB031}"/>
              </a:ext>
            </a:extLst>
          </p:cNvPr>
          <p:cNvCxnSpPr/>
          <p:nvPr/>
        </p:nvCxnSpPr>
        <p:spPr>
          <a:xfrm>
            <a:off x="3718588" y="112269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7DBFDDCC-1C9B-242A-49FA-BB9CE88E4224}"/>
              </a:ext>
            </a:extLst>
          </p:cNvPr>
          <p:cNvSpPr/>
          <p:nvPr/>
        </p:nvSpPr>
        <p:spPr>
          <a:xfrm>
            <a:off x="7108186" y="3930804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F9106AD9-32EE-F4F1-015B-F6457C198B39}"/>
              </a:ext>
            </a:extLst>
          </p:cNvPr>
          <p:cNvSpPr/>
          <p:nvPr/>
        </p:nvSpPr>
        <p:spPr>
          <a:xfrm>
            <a:off x="11069086" y="3908868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83919B40-B533-71CC-1228-5CCB1E9DAD0A}"/>
              </a:ext>
            </a:extLst>
          </p:cNvPr>
          <p:cNvSpPr/>
          <p:nvPr/>
        </p:nvSpPr>
        <p:spPr>
          <a:xfrm>
            <a:off x="15029986" y="3919310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E76572E0-FE2F-108D-2158-6AD2C1C120A5}"/>
              </a:ext>
            </a:extLst>
          </p:cNvPr>
          <p:cNvSpPr/>
          <p:nvPr/>
        </p:nvSpPr>
        <p:spPr>
          <a:xfrm>
            <a:off x="7589636" y="1136156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0269CC58-807F-88BF-A86E-DA0567A9449C}"/>
              </a:ext>
            </a:extLst>
          </p:cNvPr>
          <p:cNvCxnSpPr/>
          <p:nvPr/>
        </p:nvCxnSpPr>
        <p:spPr>
          <a:xfrm>
            <a:off x="7635998" y="114938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Connector 1102">
            <a:extLst>
              <a:ext uri="{FF2B5EF4-FFF2-40B4-BE49-F238E27FC236}">
                <a16:creationId xmlns:a16="http://schemas.microsoft.com/office/drawing/2014/main" id="{8BD6C67E-F242-BCB9-5B0F-415EDAB3A45E}"/>
              </a:ext>
            </a:extLst>
          </p:cNvPr>
          <p:cNvCxnSpPr>
            <a:cxnSpLocks/>
          </p:cNvCxnSpPr>
          <p:nvPr/>
        </p:nvCxnSpPr>
        <p:spPr>
          <a:xfrm>
            <a:off x="7635998" y="1209944"/>
            <a:ext cx="0" cy="284341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7142884B-F406-715D-EF24-9EE267CB4596}"/>
              </a:ext>
            </a:extLst>
          </p:cNvPr>
          <p:cNvSpPr/>
          <p:nvPr/>
        </p:nvSpPr>
        <p:spPr>
          <a:xfrm>
            <a:off x="11522958" y="1125358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4E7A59-1173-6C57-0340-EB5D69C14D64}"/>
              </a:ext>
            </a:extLst>
          </p:cNvPr>
          <p:cNvCxnSpPr/>
          <p:nvPr/>
        </p:nvCxnSpPr>
        <p:spPr>
          <a:xfrm>
            <a:off x="11592428" y="114176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0787605D-E592-7D00-7DBA-D8A8F9D77621}"/>
              </a:ext>
            </a:extLst>
          </p:cNvPr>
          <p:cNvSpPr/>
          <p:nvPr/>
        </p:nvSpPr>
        <p:spPr>
          <a:xfrm>
            <a:off x="15499211" y="1136156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4DAB8B-8D12-FD4C-DD0D-55AB2F425A69}"/>
              </a:ext>
            </a:extLst>
          </p:cNvPr>
          <p:cNvCxnSpPr/>
          <p:nvPr/>
        </p:nvCxnSpPr>
        <p:spPr>
          <a:xfrm>
            <a:off x="15542707" y="112269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B757630A-9EA5-E5C9-C315-1D95C20F9976}"/>
              </a:ext>
            </a:extLst>
          </p:cNvPr>
          <p:cNvSpPr/>
          <p:nvPr/>
        </p:nvSpPr>
        <p:spPr>
          <a:xfrm>
            <a:off x="3545756" y="563544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D615C3E1-AAC9-0DB4-1245-3F89CF2DE6BD}"/>
              </a:ext>
            </a:extLst>
          </p:cNvPr>
          <p:cNvSpPr/>
          <p:nvPr/>
        </p:nvSpPr>
        <p:spPr>
          <a:xfrm>
            <a:off x="3001688" y="563544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21" name="Straight Connector 1120">
            <a:extLst>
              <a:ext uri="{FF2B5EF4-FFF2-40B4-BE49-F238E27FC236}">
                <a16:creationId xmlns:a16="http://schemas.microsoft.com/office/drawing/2014/main" id="{341DB63F-BCE7-C912-ABA6-0B275E11AC41}"/>
              </a:ext>
            </a:extLst>
          </p:cNvPr>
          <p:cNvCxnSpPr>
            <a:stCxn id="1118" idx="0"/>
            <a:endCxn id="1118" idx="2"/>
          </p:cNvCxnSpPr>
          <p:nvPr/>
        </p:nvCxnSpPr>
        <p:spPr>
          <a:xfrm>
            <a:off x="3983209" y="563544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0838D526-1A24-EEA5-AE0D-140C870337B4}"/>
              </a:ext>
            </a:extLst>
          </p:cNvPr>
          <p:cNvSpPr/>
          <p:nvPr/>
        </p:nvSpPr>
        <p:spPr>
          <a:xfrm>
            <a:off x="7460547" y="548938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960AF79-5288-BA9A-F41F-26E9EFFF0CDA}"/>
              </a:ext>
            </a:extLst>
          </p:cNvPr>
          <p:cNvSpPr/>
          <p:nvPr/>
        </p:nvSpPr>
        <p:spPr>
          <a:xfrm>
            <a:off x="6916479" y="548938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24" name="Straight Connector 1123">
            <a:extLst>
              <a:ext uri="{FF2B5EF4-FFF2-40B4-BE49-F238E27FC236}">
                <a16:creationId xmlns:a16="http://schemas.microsoft.com/office/drawing/2014/main" id="{82BE28C5-9EB5-84B5-31F5-0C11CAB48287}"/>
              </a:ext>
            </a:extLst>
          </p:cNvPr>
          <p:cNvCxnSpPr>
            <a:stCxn id="1122" idx="0"/>
            <a:endCxn id="1122" idx="2"/>
          </p:cNvCxnSpPr>
          <p:nvPr/>
        </p:nvCxnSpPr>
        <p:spPr>
          <a:xfrm>
            <a:off x="7898000" y="548938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0E2586A3-F454-DC80-1620-DA1BD6047088}"/>
              </a:ext>
            </a:extLst>
          </p:cNvPr>
          <p:cNvSpPr/>
          <p:nvPr/>
        </p:nvSpPr>
        <p:spPr>
          <a:xfrm>
            <a:off x="11392838" y="563366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560959D-5D34-31F6-5D2B-EC873F232524}"/>
              </a:ext>
            </a:extLst>
          </p:cNvPr>
          <p:cNvSpPr/>
          <p:nvPr/>
        </p:nvSpPr>
        <p:spPr>
          <a:xfrm>
            <a:off x="10848770" y="563366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27" name="Straight Connector 1126">
            <a:extLst>
              <a:ext uri="{FF2B5EF4-FFF2-40B4-BE49-F238E27FC236}">
                <a16:creationId xmlns:a16="http://schemas.microsoft.com/office/drawing/2014/main" id="{6BACF0D2-4101-44D2-70D9-12CDE654F51E}"/>
              </a:ext>
            </a:extLst>
          </p:cNvPr>
          <p:cNvCxnSpPr>
            <a:stCxn id="1125" idx="0"/>
            <a:endCxn id="1125" idx="2"/>
          </p:cNvCxnSpPr>
          <p:nvPr/>
        </p:nvCxnSpPr>
        <p:spPr>
          <a:xfrm>
            <a:off x="11830291" y="563366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DE31BA2-635D-E6CD-6219-E07DA51B0C41}"/>
              </a:ext>
            </a:extLst>
          </p:cNvPr>
          <p:cNvSpPr/>
          <p:nvPr/>
        </p:nvSpPr>
        <p:spPr>
          <a:xfrm>
            <a:off x="15426648" y="532705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9A63DD64-1860-277D-C0DE-3257A0EBE039}"/>
              </a:ext>
            </a:extLst>
          </p:cNvPr>
          <p:cNvSpPr/>
          <p:nvPr/>
        </p:nvSpPr>
        <p:spPr>
          <a:xfrm>
            <a:off x="14882580" y="532705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30" name="Straight Connector 1129">
            <a:extLst>
              <a:ext uri="{FF2B5EF4-FFF2-40B4-BE49-F238E27FC236}">
                <a16:creationId xmlns:a16="http://schemas.microsoft.com/office/drawing/2014/main" id="{7C261DFC-C3A7-D851-9566-B76335E090FC}"/>
              </a:ext>
            </a:extLst>
          </p:cNvPr>
          <p:cNvCxnSpPr>
            <a:stCxn id="1128" idx="0"/>
            <a:endCxn id="1128" idx="2"/>
          </p:cNvCxnSpPr>
          <p:nvPr/>
        </p:nvCxnSpPr>
        <p:spPr>
          <a:xfrm>
            <a:off x="15864101" y="532705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3" name="Picture 1132">
            <a:extLst>
              <a:ext uri="{FF2B5EF4-FFF2-40B4-BE49-F238E27FC236}">
                <a16:creationId xmlns:a16="http://schemas.microsoft.com/office/drawing/2014/main" id="{78972C23-D1D2-1A06-2DBA-538EC9E5E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3476" y="1222113"/>
            <a:ext cx="2276416" cy="3948343"/>
          </a:xfrm>
          <a:prstGeom prst="rect">
            <a:avLst/>
          </a:prstGeom>
        </p:spPr>
      </p:pic>
      <p:pic>
        <p:nvPicPr>
          <p:cNvPr id="1135" name="Picture 1134">
            <a:extLst>
              <a:ext uri="{FF2B5EF4-FFF2-40B4-BE49-F238E27FC236}">
                <a16:creationId xmlns:a16="http://schemas.microsoft.com/office/drawing/2014/main" id="{AB335147-6B6C-2948-156E-F2054C71B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3476" y="5170456"/>
            <a:ext cx="2276416" cy="1811546"/>
          </a:xfrm>
          <a:prstGeom prst="rect">
            <a:avLst/>
          </a:prstGeom>
        </p:spPr>
      </p:pic>
      <p:sp>
        <p:nvSpPr>
          <p:cNvPr id="1178" name="正方形/長方形 4114">
            <a:extLst>
              <a:ext uri="{FF2B5EF4-FFF2-40B4-BE49-F238E27FC236}">
                <a16:creationId xmlns:a16="http://schemas.microsoft.com/office/drawing/2014/main" id="{3A066CDF-ED62-9990-3324-D2D50732F4C8}"/>
              </a:ext>
            </a:extLst>
          </p:cNvPr>
          <p:cNvSpPr/>
          <p:nvPr/>
        </p:nvSpPr>
        <p:spPr>
          <a:xfrm>
            <a:off x="4419507" y="967698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79" name="正方形/長方形 4114">
            <a:extLst>
              <a:ext uri="{FF2B5EF4-FFF2-40B4-BE49-F238E27FC236}">
                <a16:creationId xmlns:a16="http://schemas.microsoft.com/office/drawing/2014/main" id="{8F05ABDC-58E6-9A60-E7E9-AE018F934D6D}"/>
              </a:ext>
            </a:extLst>
          </p:cNvPr>
          <p:cNvSpPr/>
          <p:nvPr/>
        </p:nvSpPr>
        <p:spPr>
          <a:xfrm>
            <a:off x="6759795" y="949719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0" name="正方形/長方形 4139">
            <a:extLst>
              <a:ext uri="{FF2B5EF4-FFF2-40B4-BE49-F238E27FC236}">
                <a16:creationId xmlns:a16="http://schemas.microsoft.com/office/drawing/2014/main" id="{67D833AB-8C35-0C82-4FE6-D7A1CACD124E}"/>
              </a:ext>
            </a:extLst>
          </p:cNvPr>
          <p:cNvSpPr/>
          <p:nvPr/>
        </p:nvSpPr>
        <p:spPr>
          <a:xfrm>
            <a:off x="4420662" y="944377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2" name="正方形/長方形 4114">
            <a:extLst>
              <a:ext uri="{FF2B5EF4-FFF2-40B4-BE49-F238E27FC236}">
                <a16:creationId xmlns:a16="http://schemas.microsoft.com/office/drawing/2014/main" id="{00076846-DB29-4B53-B3A8-3642F29D378F}"/>
              </a:ext>
            </a:extLst>
          </p:cNvPr>
          <p:cNvSpPr/>
          <p:nvPr/>
        </p:nvSpPr>
        <p:spPr>
          <a:xfrm>
            <a:off x="8363513" y="886100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3" name="正方形/長方形 4114">
            <a:extLst>
              <a:ext uri="{FF2B5EF4-FFF2-40B4-BE49-F238E27FC236}">
                <a16:creationId xmlns:a16="http://schemas.microsoft.com/office/drawing/2014/main" id="{E7C5FAD1-38AF-9C0C-EE35-99327E2E21B6}"/>
              </a:ext>
            </a:extLst>
          </p:cNvPr>
          <p:cNvSpPr/>
          <p:nvPr/>
        </p:nvSpPr>
        <p:spPr>
          <a:xfrm>
            <a:off x="10703801" y="868121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4" name="正方形/長方形 4139">
            <a:extLst>
              <a:ext uri="{FF2B5EF4-FFF2-40B4-BE49-F238E27FC236}">
                <a16:creationId xmlns:a16="http://schemas.microsoft.com/office/drawing/2014/main" id="{1814F1DF-137E-66B2-7DCC-FA25A85E8BC7}"/>
              </a:ext>
            </a:extLst>
          </p:cNvPr>
          <p:cNvSpPr/>
          <p:nvPr/>
        </p:nvSpPr>
        <p:spPr>
          <a:xfrm>
            <a:off x="8364668" y="862779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6" name="正方形/長方形 4114">
            <a:extLst>
              <a:ext uri="{FF2B5EF4-FFF2-40B4-BE49-F238E27FC236}">
                <a16:creationId xmlns:a16="http://schemas.microsoft.com/office/drawing/2014/main" id="{6510FCDF-489B-B456-0DF1-608803989A28}"/>
              </a:ext>
            </a:extLst>
          </p:cNvPr>
          <p:cNvSpPr/>
          <p:nvPr/>
        </p:nvSpPr>
        <p:spPr>
          <a:xfrm>
            <a:off x="12347100" y="937177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7" name="正方形/長方形 4114">
            <a:extLst>
              <a:ext uri="{FF2B5EF4-FFF2-40B4-BE49-F238E27FC236}">
                <a16:creationId xmlns:a16="http://schemas.microsoft.com/office/drawing/2014/main" id="{9F3F4782-1A0D-D298-6A30-5B3782351210}"/>
              </a:ext>
            </a:extLst>
          </p:cNvPr>
          <p:cNvSpPr/>
          <p:nvPr/>
        </p:nvSpPr>
        <p:spPr>
          <a:xfrm>
            <a:off x="14687388" y="919198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88" name="正方形/長方形 4139">
            <a:extLst>
              <a:ext uri="{FF2B5EF4-FFF2-40B4-BE49-F238E27FC236}">
                <a16:creationId xmlns:a16="http://schemas.microsoft.com/office/drawing/2014/main" id="{1418B25F-A65E-AB20-28B2-A162786C7096}"/>
              </a:ext>
            </a:extLst>
          </p:cNvPr>
          <p:cNvSpPr/>
          <p:nvPr/>
        </p:nvSpPr>
        <p:spPr>
          <a:xfrm>
            <a:off x="12348255" y="913856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191" name="Picture 1190">
            <a:extLst>
              <a:ext uri="{FF2B5EF4-FFF2-40B4-BE49-F238E27FC236}">
                <a16:creationId xmlns:a16="http://schemas.microsoft.com/office/drawing/2014/main" id="{1FE5F104-9EB5-AFC0-EEAC-9F42CAE5D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6500" y="2909991"/>
            <a:ext cx="1180274" cy="553183"/>
          </a:xfrm>
          <a:prstGeom prst="rect">
            <a:avLst/>
          </a:prstGeom>
        </p:spPr>
      </p:pic>
      <p:pic>
        <p:nvPicPr>
          <p:cNvPr id="1193" name="Picture 1192">
            <a:extLst>
              <a:ext uri="{FF2B5EF4-FFF2-40B4-BE49-F238E27FC236}">
                <a16:creationId xmlns:a16="http://schemas.microsoft.com/office/drawing/2014/main" id="{48E33D04-C0FD-1D1D-8A1E-97071A4DAF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9360" y="3448919"/>
            <a:ext cx="1165811" cy="272161"/>
          </a:xfrm>
          <a:prstGeom prst="rect">
            <a:avLst/>
          </a:prstGeom>
        </p:spPr>
      </p:pic>
      <p:sp>
        <p:nvSpPr>
          <p:cNvPr id="1194" name="Rectangle 1193">
            <a:extLst>
              <a:ext uri="{FF2B5EF4-FFF2-40B4-BE49-F238E27FC236}">
                <a16:creationId xmlns:a16="http://schemas.microsoft.com/office/drawing/2014/main" id="{BB9F85AE-22A5-65A7-E831-6C4742F52273}"/>
              </a:ext>
            </a:extLst>
          </p:cNvPr>
          <p:cNvSpPr/>
          <p:nvPr/>
        </p:nvSpPr>
        <p:spPr>
          <a:xfrm>
            <a:off x="16417385" y="3699648"/>
            <a:ext cx="114058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5" name="正方形/長方形 4114">
            <a:extLst>
              <a:ext uri="{FF2B5EF4-FFF2-40B4-BE49-F238E27FC236}">
                <a16:creationId xmlns:a16="http://schemas.microsoft.com/office/drawing/2014/main" id="{AF1245B4-3A95-8678-3D38-A1F0607BF9C5}"/>
              </a:ext>
            </a:extLst>
          </p:cNvPr>
          <p:cNvSpPr/>
          <p:nvPr/>
        </p:nvSpPr>
        <p:spPr>
          <a:xfrm>
            <a:off x="16327824" y="888589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96" name="正方形/長方形 4139">
            <a:extLst>
              <a:ext uri="{FF2B5EF4-FFF2-40B4-BE49-F238E27FC236}">
                <a16:creationId xmlns:a16="http://schemas.microsoft.com/office/drawing/2014/main" id="{E1648D95-ACF2-6B32-4E8C-975E1CBD25FC}"/>
              </a:ext>
            </a:extLst>
          </p:cNvPr>
          <p:cNvSpPr/>
          <p:nvPr/>
        </p:nvSpPr>
        <p:spPr>
          <a:xfrm>
            <a:off x="16309237" y="937037"/>
            <a:ext cx="1227216" cy="14520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D11262-3532-F234-AA4A-9C00864EA9F1}"/>
              </a:ext>
            </a:extLst>
          </p:cNvPr>
          <p:cNvSpPr/>
          <p:nvPr/>
        </p:nvSpPr>
        <p:spPr>
          <a:xfrm>
            <a:off x="1068151" y="209310"/>
            <a:ext cx="1691085" cy="3948343"/>
          </a:xfrm>
          <a:prstGeom prst="rect">
            <a:avLst/>
          </a:prstGeom>
          <a:gradFill>
            <a:gsLst>
              <a:gs pos="28000">
                <a:srgbClr val="898B86"/>
              </a:gs>
              <a:gs pos="100000">
                <a:schemeClr val="tx1">
                  <a:lumMod val="65000"/>
                  <a:lumOff val="35000"/>
                </a:schemeClr>
              </a:gs>
              <a:gs pos="73000">
                <a:srgbClr val="868283"/>
              </a:gs>
              <a:gs pos="22000">
                <a:srgbClr val="868782"/>
              </a:gs>
              <a:gs pos="0">
                <a:srgbClr val="8A868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39F30A-AD7A-11D9-FFB3-B23BFCBF0E7A}"/>
              </a:ext>
            </a:extLst>
          </p:cNvPr>
          <p:cNvSpPr/>
          <p:nvPr/>
        </p:nvSpPr>
        <p:spPr>
          <a:xfrm>
            <a:off x="1729482" y="1014472"/>
            <a:ext cx="656856" cy="3111261"/>
          </a:xfrm>
          <a:prstGeom prst="rect">
            <a:avLst/>
          </a:prstGeom>
          <a:noFill/>
          <a:ln w="63500">
            <a:gradFill>
              <a:gsLst>
                <a:gs pos="0">
                  <a:srgbClr val="F3F3F0"/>
                </a:gs>
                <a:gs pos="74000">
                  <a:srgbClr val="B5AEAC"/>
                </a:gs>
                <a:gs pos="100000">
                  <a:srgbClr val="57524C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55BF5E-AA11-7F98-6E5B-EFA533BB8D1D}"/>
              </a:ext>
            </a:extLst>
          </p:cNvPr>
          <p:cNvSpPr/>
          <p:nvPr/>
        </p:nvSpPr>
        <p:spPr>
          <a:xfrm>
            <a:off x="1934021" y="1317543"/>
            <a:ext cx="264949" cy="137650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C7319C-90E5-D724-1C1D-670ADF94D9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0173" y="227957"/>
            <a:ext cx="1363668" cy="739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70C468-328F-3DA9-FA09-56B4648093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1360" y="978282"/>
            <a:ext cx="323857" cy="18433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62B8CE9-D58C-F8AE-4916-0EAD634A1EDB}"/>
              </a:ext>
            </a:extLst>
          </p:cNvPr>
          <p:cNvSpPr/>
          <p:nvPr/>
        </p:nvSpPr>
        <p:spPr>
          <a:xfrm>
            <a:off x="1136739" y="5001026"/>
            <a:ext cx="15866194" cy="3948343"/>
          </a:xfrm>
          <a:prstGeom prst="rect">
            <a:avLst/>
          </a:prstGeom>
          <a:gradFill>
            <a:gsLst>
              <a:gs pos="77000">
                <a:srgbClr val="C7C8CF"/>
              </a:gs>
              <a:gs pos="100000">
                <a:srgbClr val="837D7D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8FE949-8C7E-A1CE-4E78-B640E6CB1A8A}"/>
              </a:ext>
            </a:extLst>
          </p:cNvPr>
          <p:cNvSpPr/>
          <p:nvPr/>
        </p:nvSpPr>
        <p:spPr>
          <a:xfrm>
            <a:off x="4272253" y="5931632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61CAE7-E29A-5DFC-A5DB-E7D63D471107}"/>
              </a:ext>
            </a:extLst>
          </p:cNvPr>
          <p:cNvSpPr/>
          <p:nvPr/>
        </p:nvSpPr>
        <p:spPr>
          <a:xfrm>
            <a:off x="8186484" y="5909225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2AF414-5709-CA85-A4A7-144A057376E5}"/>
              </a:ext>
            </a:extLst>
          </p:cNvPr>
          <p:cNvSpPr/>
          <p:nvPr/>
        </p:nvSpPr>
        <p:spPr>
          <a:xfrm>
            <a:off x="12164264" y="5922449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BB0180-5DF4-A68F-6615-35365A7C8076}"/>
              </a:ext>
            </a:extLst>
          </p:cNvPr>
          <p:cNvSpPr/>
          <p:nvPr/>
        </p:nvSpPr>
        <p:spPr>
          <a:xfrm>
            <a:off x="15999797" y="5995183"/>
            <a:ext cx="832764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3CA4DB-7CE1-C380-DA6D-67080EF9C28A}"/>
              </a:ext>
            </a:extLst>
          </p:cNvPr>
          <p:cNvSpPr/>
          <p:nvPr/>
        </p:nvSpPr>
        <p:spPr>
          <a:xfrm>
            <a:off x="1266597" y="5931632"/>
            <a:ext cx="832764" cy="1745727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: Rounded Corners 30">
            <a:extLst>
              <a:ext uri="{FF2B5EF4-FFF2-40B4-BE49-F238E27FC236}">
                <a16:creationId xmlns:a16="http://schemas.microsoft.com/office/drawing/2014/main" id="{8EA29F7D-0F59-5F13-0C52-69C315F45356}"/>
              </a:ext>
            </a:extLst>
          </p:cNvPr>
          <p:cNvSpPr/>
          <p:nvPr/>
        </p:nvSpPr>
        <p:spPr>
          <a:xfrm>
            <a:off x="14474948" y="589576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: Rounded Corners 30">
            <a:extLst>
              <a:ext uri="{FF2B5EF4-FFF2-40B4-BE49-F238E27FC236}">
                <a16:creationId xmlns:a16="http://schemas.microsoft.com/office/drawing/2014/main" id="{5510A230-C05D-6E90-D594-8A105F9A8891}"/>
              </a:ext>
            </a:extLst>
          </p:cNvPr>
          <p:cNvSpPr/>
          <p:nvPr/>
        </p:nvSpPr>
        <p:spPr>
          <a:xfrm>
            <a:off x="10524669" y="5914829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: Rounded Corners 30">
            <a:extLst>
              <a:ext uri="{FF2B5EF4-FFF2-40B4-BE49-F238E27FC236}">
                <a16:creationId xmlns:a16="http://schemas.microsoft.com/office/drawing/2014/main" id="{6C52E60D-CF7B-355D-E00F-1DB26086F246}"/>
              </a:ext>
            </a:extLst>
          </p:cNvPr>
          <p:cNvSpPr/>
          <p:nvPr/>
        </p:nvSpPr>
        <p:spPr>
          <a:xfrm>
            <a:off x="6568239" y="5922449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: Rounded Corners 30">
            <a:extLst>
              <a:ext uri="{FF2B5EF4-FFF2-40B4-BE49-F238E27FC236}">
                <a16:creationId xmlns:a16="http://schemas.microsoft.com/office/drawing/2014/main" id="{83063B1D-A8F8-CA87-A9C3-00E30A26B659}"/>
              </a:ext>
            </a:extLst>
          </p:cNvPr>
          <p:cNvSpPr/>
          <p:nvPr/>
        </p:nvSpPr>
        <p:spPr>
          <a:xfrm>
            <a:off x="2650829" y="589576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63FA3E5-6C0C-8B0B-F53A-7619BA9828EE}"/>
              </a:ext>
            </a:extLst>
          </p:cNvPr>
          <p:cNvSpPr/>
          <p:nvPr/>
        </p:nvSpPr>
        <p:spPr>
          <a:xfrm>
            <a:off x="15116092" y="6096835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07902A4-2AA8-5920-6887-11E71768CDFA}"/>
              </a:ext>
            </a:extLst>
          </p:cNvPr>
          <p:cNvSpPr/>
          <p:nvPr/>
        </p:nvSpPr>
        <p:spPr>
          <a:xfrm>
            <a:off x="14588280" y="609061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AF6A1B8-B658-8F28-CC54-7BB32DAE6621}"/>
              </a:ext>
            </a:extLst>
          </p:cNvPr>
          <p:cNvSpPr/>
          <p:nvPr/>
        </p:nvSpPr>
        <p:spPr>
          <a:xfrm>
            <a:off x="11169906" y="6121867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8CE7F0E-A6FA-A677-1909-553628006C51}"/>
              </a:ext>
            </a:extLst>
          </p:cNvPr>
          <p:cNvSpPr/>
          <p:nvPr/>
        </p:nvSpPr>
        <p:spPr>
          <a:xfrm>
            <a:off x="10638001" y="6109681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8A3D02D-C143-5102-4225-6903CF1FD3D1}"/>
              </a:ext>
            </a:extLst>
          </p:cNvPr>
          <p:cNvSpPr/>
          <p:nvPr/>
        </p:nvSpPr>
        <p:spPr>
          <a:xfrm>
            <a:off x="7209383" y="6123524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7D53AA4-AF37-2ACA-4230-67E07666EBAD}"/>
              </a:ext>
            </a:extLst>
          </p:cNvPr>
          <p:cNvSpPr/>
          <p:nvPr/>
        </p:nvSpPr>
        <p:spPr>
          <a:xfrm>
            <a:off x="6681571" y="6117301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8311882-B99C-1A26-A98E-0B8FEB847156}"/>
              </a:ext>
            </a:extLst>
          </p:cNvPr>
          <p:cNvSpPr/>
          <p:nvPr/>
        </p:nvSpPr>
        <p:spPr>
          <a:xfrm>
            <a:off x="3291973" y="6096835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898CD51-157B-E8D9-BA01-E00DA59D0B4B}"/>
              </a:ext>
            </a:extLst>
          </p:cNvPr>
          <p:cNvSpPr/>
          <p:nvPr/>
        </p:nvSpPr>
        <p:spPr>
          <a:xfrm>
            <a:off x="2764161" y="609061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E737316-F1C4-826C-4073-DA551F294230}"/>
              </a:ext>
            </a:extLst>
          </p:cNvPr>
          <p:cNvSpPr/>
          <p:nvPr/>
        </p:nvSpPr>
        <p:spPr>
          <a:xfrm>
            <a:off x="12267983" y="5970804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60C44D5-0524-C285-05BB-C7F65D58B9AE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13036999" y="5987332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CA82CA2-738D-6ED9-7140-7BFF57C243BB}"/>
              </a:ext>
            </a:extLst>
          </p:cNvPr>
          <p:cNvSpPr/>
          <p:nvPr/>
        </p:nvSpPr>
        <p:spPr>
          <a:xfrm>
            <a:off x="8315423" y="5940615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7C740CF-6B6F-9592-DAAA-A84DB2EEDEB9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9084439" y="5957143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6AAE31A-5E89-A5B7-4EE5-341CAE96D53D}"/>
              </a:ext>
            </a:extLst>
          </p:cNvPr>
          <p:cNvSpPr/>
          <p:nvPr/>
        </p:nvSpPr>
        <p:spPr>
          <a:xfrm>
            <a:off x="4383739" y="5983013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88A7EF-0BDE-FF59-862B-9FEA6A1759E9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152755" y="5999541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337DE9D-6E44-2F31-D361-CAB2DF06B58A}"/>
              </a:ext>
            </a:extLst>
          </p:cNvPr>
          <p:cNvSpPr/>
          <p:nvPr/>
        </p:nvSpPr>
        <p:spPr>
          <a:xfrm>
            <a:off x="1396582" y="5995183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B1DE9BB-368C-AE91-F5EC-A97EEB4CCE7A}"/>
              </a:ext>
            </a:extLst>
          </p:cNvPr>
          <p:cNvSpPr/>
          <p:nvPr/>
        </p:nvSpPr>
        <p:spPr>
          <a:xfrm>
            <a:off x="16195372" y="5989158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175B1BB-DC1E-1220-1C32-FE17E7298E54}"/>
              </a:ext>
            </a:extLst>
          </p:cNvPr>
          <p:cNvSpPr/>
          <p:nvPr/>
        </p:nvSpPr>
        <p:spPr>
          <a:xfrm>
            <a:off x="1130633" y="4982379"/>
            <a:ext cx="15866194" cy="805162"/>
          </a:xfrm>
          <a:prstGeom prst="rect">
            <a:avLst/>
          </a:prstGeom>
          <a:gradFill>
            <a:gsLst>
              <a:gs pos="33000">
                <a:srgbClr val="9E9392"/>
              </a:gs>
              <a:gs pos="28688">
                <a:srgbClr val="A99E9D"/>
              </a:gs>
              <a:gs pos="19000">
                <a:srgbClr val="7D7473"/>
              </a:gs>
              <a:gs pos="59000">
                <a:srgbClr val="A59D9A"/>
              </a:gs>
              <a:gs pos="100000">
                <a:srgbClr val="BDB9B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BCE0D25-65E4-19F7-CAEE-586A7C0CCEBF}"/>
              </a:ext>
            </a:extLst>
          </p:cNvPr>
          <p:cNvSpPr/>
          <p:nvPr/>
        </p:nvSpPr>
        <p:spPr>
          <a:xfrm>
            <a:off x="2375642" y="5299551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D05351-A779-A918-99D9-6F3DD69A0BC2}"/>
              </a:ext>
            </a:extLst>
          </p:cNvPr>
          <p:cNvSpPr/>
          <p:nvPr/>
        </p:nvSpPr>
        <p:spPr>
          <a:xfrm>
            <a:off x="6320466" y="5280752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B75C9EA-90A4-0E25-DFCC-F7685F673A89}"/>
              </a:ext>
            </a:extLst>
          </p:cNvPr>
          <p:cNvSpPr/>
          <p:nvPr/>
        </p:nvSpPr>
        <p:spPr>
          <a:xfrm>
            <a:off x="10261610" y="5269499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06BE3C1-8EF5-8159-0BBF-024320D74D96}"/>
              </a:ext>
            </a:extLst>
          </p:cNvPr>
          <p:cNvSpPr/>
          <p:nvPr/>
        </p:nvSpPr>
        <p:spPr>
          <a:xfrm>
            <a:off x="14210438" y="5245639"/>
            <a:ext cx="1551169" cy="609674"/>
          </a:xfrm>
          <a:prstGeom prst="rect">
            <a:avLst/>
          </a:prstGeom>
          <a:gradFill>
            <a:gsLst>
              <a:gs pos="81000">
                <a:srgbClr val="C7C8CF"/>
              </a:gs>
              <a:gs pos="100000">
                <a:srgbClr val="AEB0BA"/>
              </a:gs>
              <a:gs pos="34000">
                <a:srgbClr val="CCCDD3"/>
              </a:gs>
              <a:gs pos="8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8494A5A-71B2-D767-08FE-3E6E941FF713}"/>
              </a:ext>
            </a:extLst>
          </p:cNvPr>
          <p:cNvSpPr/>
          <p:nvPr/>
        </p:nvSpPr>
        <p:spPr>
          <a:xfrm>
            <a:off x="2650829" y="8667429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E073C71-8972-AC1F-910E-B4C36490FCA2}"/>
              </a:ext>
            </a:extLst>
          </p:cNvPr>
          <p:cNvSpPr/>
          <p:nvPr/>
        </p:nvSpPr>
        <p:spPr>
          <a:xfrm>
            <a:off x="3116633" y="5890426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7BCA7E0-E607-FF7B-F5D4-7A8B042D77B7}"/>
              </a:ext>
            </a:extLst>
          </p:cNvPr>
          <p:cNvCxnSpPr/>
          <p:nvPr/>
        </p:nvCxnSpPr>
        <p:spPr>
          <a:xfrm>
            <a:off x="3178641" y="589576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5A3C435-56AC-6A6F-1EC1-D68B3E094CC9}"/>
              </a:ext>
            </a:extLst>
          </p:cNvPr>
          <p:cNvSpPr/>
          <p:nvPr/>
        </p:nvSpPr>
        <p:spPr>
          <a:xfrm>
            <a:off x="6568239" y="8703873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7C25388-4A87-D013-E4F0-A1CDCF5D59A3}"/>
              </a:ext>
            </a:extLst>
          </p:cNvPr>
          <p:cNvSpPr/>
          <p:nvPr/>
        </p:nvSpPr>
        <p:spPr>
          <a:xfrm>
            <a:off x="10529139" y="8681937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B7E5D52-41BF-7EEB-D53F-47FD8544A288}"/>
              </a:ext>
            </a:extLst>
          </p:cNvPr>
          <p:cNvSpPr/>
          <p:nvPr/>
        </p:nvSpPr>
        <p:spPr>
          <a:xfrm>
            <a:off x="14490039" y="8692379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65972CC-E7C7-33BA-D3FD-47E19C30D4B6}"/>
              </a:ext>
            </a:extLst>
          </p:cNvPr>
          <p:cNvSpPr/>
          <p:nvPr/>
        </p:nvSpPr>
        <p:spPr>
          <a:xfrm>
            <a:off x="7049689" y="5909225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D6B6822-DBDB-8B80-8E1D-260A12AE258E}"/>
              </a:ext>
            </a:extLst>
          </p:cNvPr>
          <p:cNvCxnSpPr/>
          <p:nvPr/>
        </p:nvCxnSpPr>
        <p:spPr>
          <a:xfrm>
            <a:off x="7096051" y="5922449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EA2A200-3CB0-91BB-FE82-B46467726E73}"/>
              </a:ext>
            </a:extLst>
          </p:cNvPr>
          <p:cNvCxnSpPr>
            <a:cxnSpLocks/>
          </p:cNvCxnSpPr>
          <p:nvPr/>
        </p:nvCxnSpPr>
        <p:spPr>
          <a:xfrm>
            <a:off x="7096051" y="5983013"/>
            <a:ext cx="0" cy="284341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36B0267E-9F46-5616-D6E5-5B09F048F85E}"/>
              </a:ext>
            </a:extLst>
          </p:cNvPr>
          <p:cNvSpPr/>
          <p:nvPr/>
        </p:nvSpPr>
        <p:spPr>
          <a:xfrm>
            <a:off x="10983011" y="5898427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BF25039-7080-3EDC-A07B-CA4AFF94E8C2}"/>
              </a:ext>
            </a:extLst>
          </p:cNvPr>
          <p:cNvCxnSpPr/>
          <p:nvPr/>
        </p:nvCxnSpPr>
        <p:spPr>
          <a:xfrm>
            <a:off x="11052481" y="5914829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97683B71-0E9C-DD3A-16C9-EDBE0CA08FD2}"/>
              </a:ext>
            </a:extLst>
          </p:cNvPr>
          <p:cNvSpPr/>
          <p:nvPr/>
        </p:nvSpPr>
        <p:spPr>
          <a:xfrm>
            <a:off x="14959264" y="5909225"/>
            <a:ext cx="115832" cy="2918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AC8D33DE-1EB5-3A2D-4BF3-15ACAC2975F8}"/>
              </a:ext>
            </a:extLst>
          </p:cNvPr>
          <p:cNvCxnSpPr/>
          <p:nvPr/>
        </p:nvCxnSpPr>
        <p:spPr>
          <a:xfrm>
            <a:off x="15002760" y="589576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6688576C-A88A-8207-12D4-D2CB6D0D340C}"/>
              </a:ext>
            </a:extLst>
          </p:cNvPr>
          <p:cNvSpPr/>
          <p:nvPr/>
        </p:nvSpPr>
        <p:spPr>
          <a:xfrm>
            <a:off x="3005809" y="5336613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BAD39600-9F11-C9F2-72BD-7DB0BC0CAFC0}"/>
              </a:ext>
            </a:extLst>
          </p:cNvPr>
          <p:cNvSpPr/>
          <p:nvPr/>
        </p:nvSpPr>
        <p:spPr>
          <a:xfrm>
            <a:off x="2461741" y="5336613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16EF633E-A23A-06FB-1586-15B8E7A9F921}"/>
              </a:ext>
            </a:extLst>
          </p:cNvPr>
          <p:cNvCxnSpPr>
            <a:stCxn id="1026" idx="0"/>
            <a:endCxn id="1026" idx="2"/>
          </p:cNvCxnSpPr>
          <p:nvPr/>
        </p:nvCxnSpPr>
        <p:spPr>
          <a:xfrm>
            <a:off x="3443262" y="5336613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B0C689C2-AE63-11C9-658C-1EADD3CEC79D}"/>
              </a:ext>
            </a:extLst>
          </p:cNvPr>
          <p:cNvSpPr/>
          <p:nvPr/>
        </p:nvSpPr>
        <p:spPr>
          <a:xfrm>
            <a:off x="6920600" y="5322007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03BB8694-363D-5653-551B-E0FA4D222FFE}"/>
              </a:ext>
            </a:extLst>
          </p:cNvPr>
          <p:cNvSpPr/>
          <p:nvPr/>
        </p:nvSpPr>
        <p:spPr>
          <a:xfrm>
            <a:off x="6376532" y="5322007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A3296EEB-FAA9-8647-B94F-9F9EA04B7689}"/>
              </a:ext>
            </a:extLst>
          </p:cNvPr>
          <p:cNvCxnSpPr>
            <a:stCxn id="1029" idx="0"/>
            <a:endCxn id="1029" idx="2"/>
          </p:cNvCxnSpPr>
          <p:nvPr/>
        </p:nvCxnSpPr>
        <p:spPr>
          <a:xfrm>
            <a:off x="7358053" y="5322007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AD138B78-6FF0-C348-B6C7-2E6AE32976F7}"/>
              </a:ext>
            </a:extLst>
          </p:cNvPr>
          <p:cNvSpPr/>
          <p:nvPr/>
        </p:nvSpPr>
        <p:spPr>
          <a:xfrm>
            <a:off x="10852891" y="5336435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AC1B658-63FC-91BD-5FD4-E07B7472BDD1}"/>
              </a:ext>
            </a:extLst>
          </p:cNvPr>
          <p:cNvSpPr/>
          <p:nvPr/>
        </p:nvSpPr>
        <p:spPr>
          <a:xfrm>
            <a:off x="10308823" y="5336435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FB92FB8D-49FD-CA2D-0A94-2CDD8405A571}"/>
              </a:ext>
            </a:extLst>
          </p:cNvPr>
          <p:cNvCxnSpPr>
            <a:stCxn id="1032" idx="0"/>
            <a:endCxn id="1032" idx="2"/>
          </p:cNvCxnSpPr>
          <p:nvPr/>
        </p:nvCxnSpPr>
        <p:spPr>
          <a:xfrm>
            <a:off x="11290344" y="5336435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A41B368-6D6D-4336-C953-5A582725FA64}"/>
              </a:ext>
            </a:extLst>
          </p:cNvPr>
          <p:cNvSpPr/>
          <p:nvPr/>
        </p:nvSpPr>
        <p:spPr>
          <a:xfrm>
            <a:off x="14886701" y="5305774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5161579B-2DE1-1DEF-1DC8-D9411281EFCB}"/>
              </a:ext>
            </a:extLst>
          </p:cNvPr>
          <p:cNvSpPr/>
          <p:nvPr/>
        </p:nvSpPr>
        <p:spPr>
          <a:xfrm>
            <a:off x="14342633" y="5305774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9FAF7593-7EF6-4F0C-D62A-CE9EDB04BB71}"/>
              </a:ext>
            </a:extLst>
          </p:cNvPr>
          <p:cNvCxnSpPr>
            <a:stCxn id="1035" idx="0"/>
            <a:endCxn id="1035" idx="2"/>
          </p:cNvCxnSpPr>
          <p:nvPr/>
        </p:nvCxnSpPr>
        <p:spPr>
          <a:xfrm>
            <a:off x="15324154" y="5305774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正方形/長方形 4114">
            <a:extLst>
              <a:ext uri="{FF2B5EF4-FFF2-40B4-BE49-F238E27FC236}">
                <a16:creationId xmlns:a16="http://schemas.microsoft.com/office/drawing/2014/main" id="{BC886D61-1C82-8F7F-7952-4EF8C9CC0877}"/>
              </a:ext>
            </a:extLst>
          </p:cNvPr>
          <p:cNvSpPr/>
          <p:nvPr/>
        </p:nvSpPr>
        <p:spPr>
          <a:xfrm>
            <a:off x="3879560" y="5740767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88" name="正方形/長方形 4114">
            <a:extLst>
              <a:ext uri="{FF2B5EF4-FFF2-40B4-BE49-F238E27FC236}">
                <a16:creationId xmlns:a16="http://schemas.microsoft.com/office/drawing/2014/main" id="{7F705DB0-B0C3-DDA4-1D15-6A03E7F9F69E}"/>
              </a:ext>
            </a:extLst>
          </p:cNvPr>
          <p:cNvSpPr/>
          <p:nvPr/>
        </p:nvSpPr>
        <p:spPr>
          <a:xfrm>
            <a:off x="6219848" y="5722788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89" name="正方形/長方形 4139">
            <a:extLst>
              <a:ext uri="{FF2B5EF4-FFF2-40B4-BE49-F238E27FC236}">
                <a16:creationId xmlns:a16="http://schemas.microsoft.com/office/drawing/2014/main" id="{FC209999-6F2C-2C9B-2F13-BDEA166F81AD}"/>
              </a:ext>
            </a:extLst>
          </p:cNvPr>
          <p:cNvSpPr/>
          <p:nvPr/>
        </p:nvSpPr>
        <p:spPr>
          <a:xfrm>
            <a:off x="3880715" y="5717446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91" name="正方形/長方形 4114">
            <a:extLst>
              <a:ext uri="{FF2B5EF4-FFF2-40B4-BE49-F238E27FC236}">
                <a16:creationId xmlns:a16="http://schemas.microsoft.com/office/drawing/2014/main" id="{6DFAE826-EAD5-2E3E-C0EB-3731D273A0F9}"/>
              </a:ext>
            </a:extLst>
          </p:cNvPr>
          <p:cNvSpPr/>
          <p:nvPr/>
        </p:nvSpPr>
        <p:spPr>
          <a:xfrm>
            <a:off x="7823566" y="5659169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92" name="正方形/長方形 4114">
            <a:extLst>
              <a:ext uri="{FF2B5EF4-FFF2-40B4-BE49-F238E27FC236}">
                <a16:creationId xmlns:a16="http://schemas.microsoft.com/office/drawing/2014/main" id="{94D78255-299D-8758-D2B3-4D221DDABD82}"/>
              </a:ext>
            </a:extLst>
          </p:cNvPr>
          <p:cNvSpPr/>
          <p:nvPr/>
        </p:nvSpPr>
        <p:spPr>
          <a:xfrm>
            <a:off x="10163854" y="5641190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93" name="正方形/長方形 4139">
            <a:extLst>
              <a:ext uri="{FF2B5EF4-FFF2-40B4-BE49-F238E27FC236}">
                <a16:creationId xmlns:a16="http://schemas.microsoft.com/office/drawing/2014/main" id="{785E27A9-CE10-0470-FB11-852E4E1830A6}"/>
              </a:ext>
            </a:extLst>
          </p:cNvPr>
          <p:cNvSpPr/>
          <p:nvPr/>
        </p:nvSpPr>
        <p:spPr>
          <a:xfrm>
            <a:off x="7824721" y="5635848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97" name="正方形/長方形 4114">
            <a:extLst>
              <a:ext uri="{FF2B5EF4-FFF2-40B4-BE49-F238E27FC236}">
                <a16:creationId xmlns:a16="http://schemas.microsoft.com/office/drawing/2014/main" id="{C29808F0-A0BA-0256-8193-BAA58EA2004A}"/>
              </a:ext>
            </a:extLst>
          </p:cNvPr>
          <p:cNvSpPr/>
          <p:nvPr/>
        </p:nvSpPr>
        <p:spPr>
          <a:xfrm>
            <a:off x="11807153" y="5710246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98" name="正方形/長方形 4114">
            <a:extLst>
              <a:ext uri="{FF2B5EF4-FFF2-40B4-BE49-F238E27FC236}">
                <a16:creationId xmlns:a16="http://schemas.microsoft.com/office/drawing/2014/main" id="{024DA4F0-9014-9706-7EA5-A3BEC4AE1A02}"/>
              </a:ext>
            </a:extLst>
          </p:cNvPr>
          <p:cNvSpPr/>
          <p:nvPr/>
        </p:nvSpPr>
        <p:spPr>
          <a:xfrm>
            <a:off x="14147441" y="5692267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99" name="正方形/長方形 4139">
            <a:extLst>
              <a:ext uri="{FF2B5EF4-FFF2-40B4-BE49-F238E27FC236}">
                <a16:creationId xmlns:a16="http://schemas.microsoft.com/office/drawing/2014/main" id="{A1C535F4-DC79-B616-F2A0-C128AB464752}"/>
              </a:ext>
            </a:extLst>
          </p:cNvPr>
          <p:cNvSpPr/>
          <p:nvPr/>
        </p:nvSpPr>
        <p:spPr>
          <a:xfrm>
            <a:off x="11808308" y="5686925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19C112A2-DBC4-F562-0F9F-FFB8A8FD8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6553" y="7683060"/>
            <a:ext cx="1180274" cy="553183"/>
          </a:xfrm>
          <a:prstGeom prst="rect">
            <a:avLst/>
          </a:prstGeom>
        </p:spPr>
      </p:pic>
      <p:pic>
        <p:nvPicPr>
          <p:cNvPr id="1109" name="Picture 1108">
            <a:extLst>
              <a:ext uri="{FF2B5EF4-FFF2-40B4-BE49-F238E27FC236}">
                <a16:creationId xmlns:a16="http://schemas.microsoft.com/office/drawing/2014/main" id="{866CC2A6-7D6B-2AFB-1154-EF89DB1E6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9413" y="8221988"/>
            <a:ext cx="1165811" cy="272161"/>
          </a:xfrm>
          <a:prstGeom prst="rect">
            <a:avLst/>
          </a:prstGeom>
        </p:spPr>
      </p:pic>
      <p:sp>
        <p:nvSpPr>
          <p:cNvPr id="1120" name="Rectangle 1119">
            <a:extLst>
              <a:ext uri="{FF2B5EF4-FFF2-40B4-BE49-F238E27FC236}">
                <a16:creationId xmlns:a16="http://schemas.microsoft.com/office/drawing/2014/main" id="{0078E61E-CBF9-B160-272C-C033A0C3C41B}"/>
              </a:ext>
            </a:extLst>
          </p:cNvPr>
          <p:cNvSpPr/>
          <p:nvPr/>
        </p:nvSpPr>
        <p:spPr>
          <a:xfrm>
            <a:off x="15877438" y="8472717"/>
            <a:ext cx="114058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1" name="正方形/長方形 4114">
            <a:extLst>
              <a:ext uri="{FF2B5EF4-FFF2-40B4-BE49-F238E27FC236}">
                <a16:creationId xmlns:a16="http://schemas.microsoft.com/office/drawing/2014/main" id="{9C717FFB-9216-3485-D2D3-9ECAB57B054C}"/>
              </a:ext>
            </a:extLst>
          </p:cNvPr>
          <p:cNvSpPr/>
          <p:nvPr/>
        </p:nvSpPr>
        <p:spPr>
          <a:xfrm>
            <a:off x="15787877" y="5661658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32" name="正方形/長方形 4139">
            <a:extLst>
              <a:ext uri="{FF2B5EF4-FFF2-40B4-BE49-F238E27FC236}">
                <a16:creationId xmlns:a16="http://schemas.microsoft.com/office/drawing/2014/main" id="{7D69417E-C08F-D150-1A50-53277C5E8137}"/>
              </a:ext>
            </a:extLst>
          </p:cNvPr>
          <p:cNvSpPr/>
          <p:nvPr/>
        </p:nvSpPr>
        <p:spPr>
          <a:xfrm>
            <a:off x="15769290" y="5710106"/>
            <a:ext cx="1227216" cy="14520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34" name="正方形/長方形 4139">
            <a:extLst>
              <a:ext uri="{FF2B5EF4-FFF2-40B4-BE49-F238E27FC236}">
                <a16:creationId xmlns:a16="http://schemas.microsoft.com/office/drawing/2014/main" id="{D521CE4B-7D75-B570-98C3-5A0911C72B20}"/>
              </a:ext>
            </a:extLst>
          </p:cNvPr>
          <p:cNvSpPr/>
          <p:nvPr/>
        </p:nvSpPr>
        <p:spPr>
          <a:xfrm>
            <a:off x="1116838" y="5668163"/>
            <a:ext cx="1227216" cy="14520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137" name="Picture 1136">
            <a:extLst>
              <a:ext uri="{FF2B5EF4-FFF2-40B4-BE49-F238E27FC236}">
                <a16:creationId xmlns:a16="http://schemas.microsoft.com/office/drawing/2014/main" id="{989B3C15-4171-8C4F-0BD9-15B0F51D6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524" y="7727219"/>
            <a:ext cx="1180274" cy="553183"/>
          </a:xfrm>
          <a:prstGeom prst="rect">
            <a:avLst/>
          </a:prstGeom>
        </p:spPr>
      </p:pic>
      <p:pic>
        <p:nvPicPr>
          <p:cNvPr id="1177" name="Picture 1176">
            <a:extLst>
              <a:ext uri="{FF2B5EF4-FFF2-40B4-BE49-F238E27FC236}">
                <a16:creationId xmlns:a16="http://schemas.microsoft.com/office/drawing/2014/main" id="{25AB8590-8A3E-F295-6DD6-A3FD03086A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930" y="8271130"/>
            <a:ext cx="1165811" cy="272161"/>
          </a:xfrm>
          <a:prstGeom prst="rect">
            <a:avLst/>
          </a:prstGeom>
        </p:spPr>
      </p:pic>
      <p:sp>
        <p:nvSpPr>
          <p:cNvPr id="1190" name="Rectangle 1189">
            <a:extLst>
              <a:ext uri="{FF2B5EF4-FFF2-40B4-BE49-F238E27FC236}">
                <a16:creationId xmlns:a16="http://schemas.microsoft.com/office/drawing/2014/main" id="{74553A16-CC46-78E4-53FA-E6401DC4C008}"/>
              </a:ext>
            </a:extLst>
          </p:cNvPr>
          <p:cNvSpPr/>
          <p:nvPr/>
        </p:nvSpPr>
        <p:spPr>
          <a:xfrm>
            <a:off x="1129700" y="8500834"/>
            <a:ext cx="114058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2" name="正方形/長方形 4114">
            <a:extLst>
              <a:ext uri="{FF2B5EF4-FFF2-40B4-BE49-F238E27FC236}">
                <a16:creationId xmlns:a16="http://schemas.microsoft.com/office/drawing/2014/main" id="{5C59CAAA-6C5B-632C-3946-3843590D0161}"/>
              </a:ext>
            </a:extLst>
          </p:cNvPr>
          <p:cNvSpPr/>
          <p:nvPr/>
        </p:nvSpPr>
        <p:spPr>
          <a:xfrm>
            <a:off x="2239937" y="5661658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97" name="Rectangle 1196">
            <a:extLst>
              <a:ext uri="{FF2B5EF4-FFF2-40B4-BE49-F238E27FC236}">
                <a16:creationId xmlns:a16="http://schemas.microsoft.com/office/drawing/2014/main" id="{11462AF5-1096-67F3-80FF-F2D375A2693B}"/>
              </a:ext>
            </a:extLst>
          </p:cNvPr>
          <p:cNvSpPr/>
          <p:nvPr/>
        </p:nvSpPr>
        <p:spPr>
          <a:xfrm>
            <a:off x="18801099" y="6975196"/>
            <a:ext cx="2276416" cy="6386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98" name="Picture 1197">
            <a:extLst>
              <a:ext uri="{FF2B5EF4-FFF2-40B4-BE49-F238E27FC236}">
                <a16:creationId xmlns:a16="http://schemas.microsoft.com/office/drawing/2014/main" id="{C2C69F0A-61D2-2004-6AE0-2F2AD5E7E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1067093" y="1222113"/>
            <a:ext cx="2357096" cy="3948343"/>
          </a:xfrm>
          <a:prstGeom prst="rect">
            <a:avLst/>
          </a:prstGeom>
        </p:spPr>
      </p:pic>
      <p:pic>
        <p:nvPicPr>
          <p:cNvPr id="1199" name="Picture 1198">
            <a:extLst>
              <a:ext uri="{FF2B5EF4-FFF2-40B4-BE49-F238E27FC236}">
                <a16:creationId xmlns:a16="http://schemas.microsoft.com/office/drawing/2014/main" id="{08C37C49-3120-42AA-B4AF-2B188611B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1067093" y="5170456"/>
            <a:ext cx="2357096" cy="1811546"/>
          </a:xfrm>
          <a:prstGeom prst="rect">
            <a:avLst/>
          </a:prstGeom>
        </p:spPr>
      </p:pic>
      <p:sp>
        <p:nvSpPr>
          <p:cNvPr id="1200" name="Rectangle 1199">
            <a:extLst>
              <a:ext uri="{FF2B5EF4-FFF2-40B4-BE49-F238E27FC236}">
                <a16:creationId xmlns:a16="http://schemas.microsoft.com/office/drawing/2014/main" id="{A1B6E193-C9EC-00AD-A35F-50802F1A81B1}"/>
              </a:ext>
            </a:extLst>
          </p:cNvPr>
          <p:cNvSpPr/>
          <p:nvPr/>
        </p:nvSpPr>
        <p:spPr>
          <a:xfrm flipH="1">
            <a:off x="21064716" y="6975196"/>
            <a:ext cx="2357096" cy="6386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01" name="Picture 1200">
            <a:extLst>
              <a:ext uri="{FF2B5EF4-FFF2-40B4-BE49-F238E27FC236}">
                <a16:creationId xmlns:a16="http://schemas.microsoft.com/office/drawing/2014/main" id="{A0656105-01EC-86C5-6537-2D37BC7B8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18803476" y="7613808"/>
            <a:ext cx="2276416" cy="3633312"/>
          </a:xfrm>
          <a:prstGeom prst="rect">
            <a:avLst/>
          </a:prstGeom>
        </p:spPr>
      </p:pic>
      <p:pic>
        <p:nvPicPr>
          <p:cNvPr id="1202" name="Picture 1201">
            <a:extLst>
              <a:ext uri="{FF2B5EF4-FFF2-40B4-BE49-F238E27FC236}">
                <a16:creationId xmlns:a16="http://schemas.microsoft.com/office/drawing/2014/main" id="{9A73A694-EAA4-021A-7694-50BFEA5C61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 flipV="1">
            <a:off x="21067093" y="7613808"/>
            <a:ext cx="2357096" cy="363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12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56519-60BC-6937-D47F-5CC837AAA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82CE669-7424-A1E9-5F07-F062CA7514A9}"/>
              </a:ext>
            </a:extLst>
          </p:cNvPr>
          <p:cNvSpPr/>
          <p:nvPr/>
        </p:nvSpPr>
        <p:spPr>
          <a:xfrm>
            <a:off x="1335243" y="4903503"/>
            <a:ext cx="16093895" cy="4185138"/>
          </a:xfrm>
          <a:prstGeom prst="rect">
            <a:avLst/>
          </a:prstGeom>
          <a:gradFill>
            <a:gsLst>
              <a:gs pos="100000">
                <a:srgbClr val="C4C5CA"/>
              </a:gs>
              <a:gs pos="12000">
                <a:srgbClr val="D1D1D7"/>
              </a:gs>
              <a:gs pos="48939">
                <a:srgbClr val="D0D0D7"/>
              </a:gs>
              <a:gs pos="31000">
                <a:srgbClr val="AFB4BE"/>
              </a:gs>
              <a:gs pos="62976">
                <a:srgbClr val="B0B5BE"/>
              </a:gs>
              <a:gs pos="82000">
                <a:srgbClr val="CCCDD3"/>
              </a:gs>
              <a:gs pos="0">
                <a:srgbClr val="A3A3A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Picture 2" descr="東武70000型モハ77708の側面写真｜RailFile.jp｜鉄道車両サイドビューの図鑑">
            <a:extLst>
              <a:ext uri="{FF2B5EF4-FFF2-40B4-BE49-F238E27FC236}">
                <a16:creationId xmlns:a16="http://schemas.microsoft.com/office/drawing/2014/main" id="{D6D6EE65-5D43-CDE4-7BA1-6EFA2ACAC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8000"/>
                    </a14:imgEffect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0002" t="42023" r="7038" b="26961"/>
          <a:stretch/>
        </p:blipFill>
        <p:spPr bwMode="auto">
          <a:xfrm>
            <a:off x="16367173" y="5746112"/>
            <a:ext cx="503507" cy="3025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57879D3-B743-8615-7639-BAF59733FFBD}"/>
              </a:ext>
            </a:extLst>
          </p:cNvPr>
          <p:cNvSpPr/>
          <p:nvPr/>
        </p:nvSpPr>
        <p:spPr>
          <a:xfrm>
            <a:off x="16484404" y="6128989"/>
            <a:ext cx="271903" cy="128715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0080E43-2E60-CFDE-3185-986F248AA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2804" y="4949488"/>
            <a:ext cx="4202857" cy="418513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79ACD2C-52A2-09E2-2778-095785E72F1E}"/>
              </a:ext>
            </a:extLst>
          </p:cNvPr>
          <p:cNvSpPr/>
          <p:nvPr/>
        </p:nvSpPr>
        <p:spPr>
          <a:xfrm>
            <a:off x="16433800" y="7851140"/>
            <a:ext cx="388620" cy="515620"/>
          </a:xfrm>
          <a:prstGeom prst="rect">
            <a:avLst/>
          </a:prstGeom>
          <a:gradFill>
            <a:gsLst>
              <a:gs pos="100000">
                <a:srgbClr val="C2CCD8"/>
              </a:gs>
              <a:gs pos="0">
                <a:srgbClr val="BECED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61E8BF-1E6E-3811-24B3-BBFDC91FB43F}"/>
              </a:ext>
            </a:extLst>
          </p:cNvPr>
          <p:cNvSpPr/>
          <p:nvPr/>
        </p:nvSpPr>
        <p:spPr>
          <a:xfrm>
            <a:off x="11832170" y="7851140"/>
            <a:ext cx="2804160" cy="306070"/>
          </a:xfrm>
          <a:custGeom>
            <a:avLst/>
            <a:gdLst>
              <a:gd name="connsiteX0" fmla="*/ 0 w 2804160"/>
              <a:gd name="connsiteY0" fmla="*/ 0 h 306070"/>
              <a:gd name="connsiteX1" fmla="*/ 2804160 w 2804160"/>
              <a:gd name="connsiteY1" fmla="*/ 0 h 306070"/>
              <a:gd name="connsiteX2" fmla="*/ 2804160 w 2804160"/>
              <a:gd name="connsiteY2" fmla="*/ 306070 h 306070"/>
              <a:gd name="connsiteX3" fmla="*/ 0 w 2804160"/>
              <a:gd name="connsiteY3" fmla="*/ 306070 h 306070"/>
              <a:gd name="connsiteX4" fmla="*/ 0 w 2804160"/>
              <a:gd name="connsiteY4" fmla="*/ 0 h 306070"/>
              <a:gd name="connsiteX0" fmla="*/ 0 w 2804160"/>
              <a:gd name="connsiteY0" fmla="*/ 0 h 306070"/>
              <a:gd name="connsiteX1" fmla="*/ 2689860 w 2804160"/>
              <a:gd name="connsiteY1" fmla="*/ 1905 h 306070"/>
              <a:gd name="connsiteX2" fmla="*/ 2804160 w 2804160"/>
              <a:gd name="connsiteY2" fmla="*/ 306070 h 306070"/>
              <a:gd name="connsiteX3" fmla="*/ 0 w 2804160"/>
              <a:gd name="connsiteY3" fmla="*/ 306070 h 306070"/>
              <a:gd name="connsiteX4" fmla="*/ 0 w 2804160"/>
              <a:gd name="connsiteY4" fmla="*/ 0 h 306070"/>
              <a:gd name="connsiteX0" fmla="*/ 0 w 2804160"/>
              <a:gd name="connsiteY0" fmla="*/ 0 h 306070"/>
              <a:gd name="connsiteX1" fmla="*/ 2726055 w 2804160"/>
              <a:gd name="connsiteY1" fmla="*/ 1905 h 306070"/>
              <a:gd name="connsiteX2" fmla="*/ 2804160 w 2804160"/>
              <a:gd name="connsiteY2" fmla="*/ 306070 h 306070"/>
              <a:gd name="connsiteX3" fmla="*/ 0 w 2804160"/>
              <a:gd name="connsiteY3" fmla="*/ 306070 h 306070"/>
              <a:gd name="connsiteX4" fmla="*/ 0 w 2804160"/>
              <a:gd name="connsiteY4" fmla="*/ 0 h 306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4160" h="306070">
                <a:moveTo>
                  <a:pt x="0" y="0"/>
                </a:moveTo>
                <a:lnTo>
                  <a:pt x="2726055" y="1905"/>
                </a:lnTo>
                <a:lnTo>
                  <a:pt x="2804160" y="306070"/>
                </a:lnTo>
                <a:lnTo>
                  <a:pt x="0" y="30607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4">
            <a:extLst>
              <a:ext uri="{FF2B5EF4-FFF2-40B4-BE49-F238E27FC236}">
                <a16:creationId xmlns:a16="http://schemas.microsoft.com/office/drawing/2014/main" id="{3621C23A-BE46-3CBD-2406-49F0AE942CA7}"/>
              </a:ext>
            </a:extLst>
          </p:cNvPr>
          <p:cNvSpPr/>
          <p:nvPr/>
        </p:nvSpPr>
        <p:spPr>
          <a:xfrm>
            <a:off x="10568379" y="3357580"/>
            <a:ext cx="1349228" cy="886760"/>
          </a:xfrm>
          <a:custGeom>
            <a:avLst/>
            <a:gdLst>
              <a:gd name="connsiteX0" fmla="*/ 0 w 15661358"/>
              <a:gd name="connsiteY0" fmla="*/ 0 h 354252"/>
              <a:gd name="connsiteX1" fmla="*/ 15661358 w 15661358"/>
              <a:gd name="connsiteY1" fmla="*/ 0 h 354252"/>
              <a:gd name="connsiteX2" fmla="*/ 15661358 w 15661358"/>
              <a:gd name="connsiteY2" fmla="*/ 354252 h 354252"/>
              <a:gd name="connsiteX3" fmla="*/ 0 w 15661358"/>
              <a:gd name="connsiteY3" fmla="*/ 354252 h 354252"/>
              <a:gd name="connsiteX4" fmla="*/ 0 w 15661358"/>
              <a:gd name="connsiteY4" fmla="*/ 0 h 354252"/>
              <a:gd name="connsiteX0" fmla="*/ 0 w 15661358"/>
              <a:gd name="connsiteY0" fmla="*/ 0 h 354252"/>
              <a:gd name="connsiteX1" fmla="*/ 15661358 w 15661358"/>
              <a:gd name="connsiteY1" fmla="*/ 0 h 354252"/>
              <a:gd name="connsiteX2" fmla="*/ 15634688 w 15661358"/>
              <a:gd name="connsiteY2" fmla="*/ 354252 h 354252"/>
              <a:gd name="connsiteX3" fmla="*/ 0 w 15661358"/>
              <a:gd name="connsiteY3" fmla="*/ 354252 h 354252"/>
              <a:gd name="connsiteX4" fmla="*/ 0 w 15661358"/>
              <a:gd name="connsiteY4" fmla="*/ 0 h 354252"/>
              <a:gd name="connsiteX0" fmla="*/ 0 w 15691838"/>
              <a:gd name="connsiteY0" fmla="*/ 0 h 354252"/>
              <a:gd name="connsiteX1" fmla="*/ 15691838 w 15691838"/>
              <a:gd name="connsiteY1" fmla="*/ 6096 h 354252"/>
              <a:gd name="connsiteX2" fmla="*/ 15634688 w 15691838"/>
              <a:gd name="connsiteY2" fmla="*/ 354252 h 354252"/>
              <a:gd name="connsiteX3" fmla="*/ 0 w 15691838"/>
              <a:gd name="connsiteY3" fmla="*/ 354252 h 354252"/>
              <a:gd name="connsiteX4" fmla="*/ 0 w 15691838"/>
              <a:gd name="connsiteY4" fmla="*/ 0 h 354252"/>
              <a:gd name="connsiteX0" fmla="*/ 0 w 15634688"/>
              <a:gd name="connsiteY0" fmla="*/ 0 h 354252"/>
              <a:gd name="connsiteX1" fmla="*/ 15611491 w 15634688"/>
              <a:gd name="connsiteY1" fmla="*/ 2286 h 354252"/>
              <a:gd name="connsiteX2" fmla="*/ 15634688 w 15634688"/>
              <a:gd name="connsiteY2" fmla="*/ 354252 h 354252"/>
              <a:gd name="connsiteX3" fmla="*/ 0 w 15634688"/>
              <a:gd name="connsiteY3" fmla="*/ 354252 h 354252"/>
              <a:gd name="connsiteX4" fmla="*/ 0 w 15634688"/>
              <a:gd name="connsiteY4" fmla="*/ 0 h 354252"/>
              <a:gd name="connsiteX0" fmla="*/ 0 w 15616427"/>
              <a:gd name="connsiteY0" fmla="*/ 0 h 354252"/>
              <a:gd name="connsiteX1" fmla="*/ 15611491 w 15616427"/>
              <a:gd name="connsiteY1" fmla="*/ 2286 h 354252"/>
              <a:gd name="connsiteX2" fmla="*/ 15616427 w 15616427"/>
              <a:gd name="connsiteY2" fmla="*/ 354252 h 354252"/>
              <a:gd name="connsiteX3" fmla="*/ 0 w 15616427"/>
              <a:gd name="connsiteY3" fmla="*/ 354252 h 354252"/>
              <a:gd name="connsiteX4" fmla="*/ 0 w 15616427"/>
              <a:gd name="connsiteY4" fmla="*/ 0 h 35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16427" h="354252">
                <a:moveTo>
                  <a:pt x="0" y="0"/>
                </a:moveTo>
                <a:lnTo>
                  <a:pt x="15611491" y="2286"/>
                </a:lnTo>
                <a:cubicBezTo>
                  <a:pt x="15613136" y="119608"/>
                  <a:pt x="15614782" y="236930"/>
                  <a:pt x="15616427" y="354252"/>
                </a:cubicBezTo>
                <a:lnTo>
                  <a:pt x="0" y="3542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4BD311-AB8E-BC74-418D-E9B0BEC2DB2C}"/>
              </a:ext>
            </a:extLst>
          </p:cNvPr>
          <p:cNvSpPr/>
          <p:nvPr/>
        </p:nvSpPr>
        <p:spPr>
          <a:xfrm>
            <a:off x="7863840" y="7851140"/>
            <a:ext cx="2840019" cy="306070"/>
          </a:xfrm>
          <a:prstGeom prst="rect">
            <a:avLst/>
          </a:pr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9C8989-AA6B-CABE-0260-5E57707281F9}"/>
              </a:ext>
            </a:extLst>
          </p:cNvPr>
          <p:cNvSpPr/>
          <p:nvPr/>
        </p:nvSpPr>
        <p:spPr>
          <a:xfrm>
            <a:off x="4266565" y="7851140"/>
            <a:ext cx="2468964" cy="306070"/>
          </a:xfrm>
          <a:custGeom>
            <a:avLst/>
            <a:gdLst>
              <a:gd name="connsiteX0" fmla="*/ 0 w 2326089"/>
              <a:gd name="connsiteY0" fmla="*/ 0 h 306070"/>
              <a:gd name="connsiteX1" fmla="*/ 2326089 w 2326089"/>
              <a:gd name="connsiteY1" fmla="*/ 0 h 306070"/>
              <a:gd name="connsiteX2" fmla="*/ 2326089 w 2326089"/>
              <a:gd name="connsiteY2" fmla="*/ 306070 h 306070"/>
              <a:gd name="connsiteX3" fmla="*/ 0 w 2326089"/>
              <a:gd name="connsiteY3" fmla="*/ 306070 h 306070"/>
              <a:gd name="connsiteX4" fmla="*/ 0 w 2326089"/>
              <a:gd name="connsiteY4" fmla="*/ 0 h 306070"/>
              <a:gd name="connsiteX0" fmla="*/ 0 w 2468964"/>
              <a:gd name="connsiteY0" fmla="*/ 5715 h 306070"/>
              <a:gd name="connsiteX1" fmla="*/ 2468964 w 2468964"/>
              <a:gd name="connsiteY1" fmla="*/ 0 h 306070"/>
              <a:gd name="connsiteX2" fmla="*/ 2468964 w 2468964"/>
              <a:gd name="connsiteY2" fmla="*/ 306070 h 306070"/>
              <a:gd name="connsiteX3" fmla="*/ 142875 w 2468964"/>
              <a:gd name="connsiteY3" fmla="*/ 306070 h 306070"/>
              <a:gd name="connsiteX4" fmla="*/ 0 w 2468964"/>
              <a:gd name="connsiteY4" fmla="*/ 5715 h 306070"/>
              <a:gd name="connsiteX0" fmla="*/ 0 w 2468964"/>
              <a:gd name="connsiteY0" fmla="*/ 5715 h 306070"/>
              <a:gd name="connsiteX1" fmla="*/ 2468964 w 2468964"/>
              <a:gd name="connsiteY1" fmla="*/ 0 h 306070"/>
              <a:gd name="connsiteX2" fmla="*/ 2468964 w 2468964"/>
              <a:gd name="connsiteY2" fmla="*/ 306070 h 306070"/>
              <a:gd name="connsiteX3" fmla="*/ 142875 w 2468964"/>
              <a:gd name="connsiteY3" fmla="*/ 306070 h 306070"/>
              <a:gd name="connsiteX4" fmla="*/ 0 w 2468964"/>
              <a:gd name="connsiteY4" fmla="*/ 5715 h 306070"/>
              <a:gd name="connsiteX0" fmla="*/ 0 w 2468964"/>
              <a:gd name="connsiteY0" fmla="*/ 5715 h 306070"/>
              <a:gd name="connsiteX1" fmla="*/ 2468964 w 2468964"/>
              <a:gd name="connsiteY1" fmla="*/ 0 h 306070"/>
              <a:gd name="connsiteX2" fmla="*/ 2468964 w 2468964"/>
              <a:gd name="connsiteY2" fmla="*/ 306070 h 306070"/>
              <a:gd name="connsiteX3" fmla="*/ 142875 w 2468964"/>
              <a:gd name="connsiteY3" fmla="*/ 306070 h 306070"/>
              <a:gd name="connsiteX4" fmla="*/ 0 w 2468964"/>
              <a:gd name="connsiteY4" fmla="*/ 5715 h 306070"/>
              <a:gd name="connsiteX0" fmla="*/ 0 w 2468964"/>
              <a:gd name="connsiteY0" fmla="*/ 5715 h 306070"/>
              <a:gd name="connsiteX1" fmla="*/ 2468964 w 2468964"/>
              <a:gd name="connsiteY1" fmla="*/ 0 h 306070"/>
              <a:gd name="connsiteX2" fmla="*/ 2468964 w 2468964"/>
              <a:gd name="connsiteY2" fmla="*/ 306070 h 306070"/>
              <a:gd name="connsiteX3" fmla="*/ 152400 w 2468964"/>
              <a:gd name="connsiteY3" fmla="*/ 294640 h 306070"/>
              <a:gd name="connsiteX4" fmla="*/ 0 w 2468964"/>
              <a:gd name="connsiteY4" fmla="*/ 5715 h 306070"/>
              <a:gd name="connsiteX0" fmla="*/ 0 w 2468964"/>
              <a:gd name="connsiteY0" fmla="*/ 5715 h 306070"/>
              <a:gd name="connsiteX1" fmla="*/ 2468964 w 2468964"/>
              <a:gd name="connsiteY1" fmla="*/ 0 h 306070"/>
              <a:gd name="connsiteX2" fmla="*/ 2468964 w 2468964"/>
              <a:gd name="connsiteY2" fmla="*/ 306070 h 306070"/>
              <a:gd name="connsiteX3" fmla="*/ 150495 w 2468964"/>
              <a:gd name="connsiteY3" fmla="*/ 300355 h 306070"/>
              <a:gd name="connsiteX4" fmla="*/ 0 w 2468964"/>
              <a:gd name="connsiteY4" fmla="*/ 5715 h 306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8964" h="306070">
                <a:moveTo>
                  <a:pt x="0" y="5715"/>
                </a:moveTo>
                <a:lnTo>
                  <a:pt x="2468964" y="0"/>
                </a:lnTo>
                <a:lnTo>
                  <a:pt x="2468964" y="306070"/>
                </a:lnTo>
                <a:lnTo>
                  <a:pt x="150495" y="300355"/>
                </a:lnTo>
                <a:cubicBezTo>
                  <a:pt x="41910" y="204047"/>
                  <a:pt x="15240" y="111548"/>
                  <a:pt x="0" y="5715"/>
                </a:cubicBezTo>
                <a:close/>
              </a:path>
            </a:pathLst>
          </a:cu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03" name="Freeform: Shape 4102">
            <a:extLst>
              <a:ext uri="{FF2B5EF4-FFF2-40B4-BE49-F238E27FC236}">
                <a16:creationId xmlns:a16="http://schemas.microsoft.com/office/drawing/2014/main" id="{DC9ECBD6-2714-29A0-85A0-EE463A2A3B1C}"/>
              </a:ext>
            </a:extLst>
          </p:cNvPr>
          <p:cNvSpPr/>
          <p:nvPr/>
        </p:nvSpPr>
        <p:spPr>
          <a:xfrm>
            <a:off x="1335242" y="5499619"/>
            <a:ext cx="3166370" cy="2323669"/>
          </a:xfrm>
          <a:custGeom>
            <a:avLst/>
            <a:gdLst>
              <a:gd name="connsiteX0" fmla="*/ 0 w 3132550"/>
              <a:gd name="connsiteY0" fmla="*/ 0 h 2329069"/>
              <a:gd name="connsiteX1" fmla="*/ 2924897 w 3132550"/>
              <a:gd name="connsiteY1" fmla="*/ 0 h 2329069"/>
              <a:gd name="connsiteX2" fmla="*/ 3132550 w 3132550"/>
              <a:gd name="connsiteY2" fmla="*/ 2329069 h 2329069"/>
              <a:gd name="connsiteX3" fmla="*/ 2905531 w 3132550"/>
              <a:gd name="connsiteY3" fmla="*/ 2329069 h 2329069"/>
              <a:gd name="connsiteX4" fmla="*/ 2560129 w 3132550"/>
              <a:gd name="connsiteY4" fmla="*/ 481777 h 2329069"/>
              <a:gd name="connsiteX5" fmla="*/ 2558555 w 3132550"/>
              <a:gd name="connsiteY5" fmla="*/ 482072 h 2329069"/>
              <a:gd name="connsiteX6" fmla="*/ 2557204 w 3132550"/>
              <a:gd name="connsiteY6" fmla="*/ 468674 h 2329069"/>
              <a:gd name="connsiteX7" fmla="*/ 2284597 w 3132550"/>
              <a:gd name="connsiteY7" fmla="*/ 246493 h 2329069"/>
              <a:gd name="connsiteX8" fmla="*/ 0 w 3132550"/>
              <a:gd name="connsiteY8" fmla="*/ 246493 h 2329069"/>
              <a:gd name="connsiteX9" fmla="*/ 0 w 3132550"/>
              <a:gd name="connsiteY9" fmla="*/ 0 h 2329069"/>
              <a:gd name="connsiteX0" fmla="*/ 0 w 3155410"/>
              <a:gd name="connsiteY0" fmla="*/ 0 h 2329069"/>
              <a:gd name="connsiteX1" fmla="*/ 2924897 w 3155410"/>
              <a:gd name="connsiteY1" fmla="*/ 0 h 2329069"/>
              <a:gd name="connsiteX2" fmla="*/ 3155410 w 3155410"/>
              <a:gd name="connsiteY2" fmla="*/ 2217935 h 2329069"/>
              <a:gd name="connsiteX3" fmla="*/ 2905531 w 3155410"/>
              <a:gd name="connsiteY3" fmla="*/ 2329069 h 2329069"/>
              <a:gd name="connsiteX4" fmla="*/ 2560129 w 3155410"/>
              <a:gd name="connsiteY4" fmla="*/ 481777 h 2329069"/>
              <a:gd name="connsiteX5" fmla="*/ 2558555 w 3155410"/>
              <a:gd name="connsiteY5" fmla="*/ 482072 h 2329069"/>
              <a:gd name="connsiteX6" fmla="*/ 2557204 w 3155410"/>
              <a:gd name="connsiteY6" fmla="*/ 468674 h 2329069"/>
              <a:gd name="connsiteX7" fmla="*/ 2284597 w 3155410"/>
              <a:gd name="connsiteY7" fmla="*/ 246493 h 2329069"/>
              <a:gd name="connsiteX8" fmla="*/ 0 w 3155410"/>
              <a:gd name="connsiteY8" fmla="*/ 246493 h 2329069"/>
              <a:gd name="connsiteX9" fmla="*/ 0 w 3155410"/>
              <a:gd name="connsiteY9" fmla="*/ 0 h 2329069"/>
              <a:gd name="connsiteX0" fmla="*/ 0 w 3155410"/>
              <a:gd name="connsiteY0" fmla="*/ 0 h 2217935"/>
              <a:gd name="connsiteX1" fmla="*/ 2924897 w 3155410"/>
              <a:gd name="connsiteY1" fmla="*/ 0 h 2217935"/>
              <a:gd name="connsiteX2" fmla="*/ 3155410 w 3155410"/>
              <a:gd name="connsiteY2" fmla="*/ 2217935 h 2217935"/>
              <a:gd name="connsiteX3" fmla="*/ 2947441 w 3155410"/>
              <a:gd name="connsiteY3" fmla="*/ 2188785 h 2217935"/>
              <a:gd name="connsiteX4" fmla="*/ 2560129 w 3155410"/>
              <a:gd name="connsiteY4" fmla="*/ 481777 h 2217935"/>
              <a:gd name="connsiteX5" fmla="*/ 2558555 w 3155410"/>
              <a:gd name="connsiteY5" fmla="*/ 482072 h 2217935"/>
              <a:gd name="connsiteX6" fmla="*/ 2557204 w 3155410"/>
              <a:gd name="connsiteY6" fmla="*/ 468674 h 2217935"/>
              <a:gd name="connsiteX7" fmla="*/ 2284597 w 3155410"/>
              <a:gd name="connsiteY7" fmla="*/ 246493 h 2217935"/>
              <a:gd name="connsiteX8" fmla="*/ 0 w 3155410"/>
              <a:gd name="connsiteY8" fmla="*/ 246493 h 2217935"/>
              <a:gd name="connsiteX9" fmla="*/ 0 w 3155410"/>
              <a:gd name="connsiteY9" fmla="*/ 0 h 2217935"/>
              <a:gd name="connsiteX0" fmla="*/ 0 w 3155410"/>
              <a:gd name="connsiteY0" fmla="*/ 0 h 2223401"/>
              <a:gd name="connsiteX1" fmla="*/ 2924897 w 3155410"/>
              <a:gd name="connsiteY1" fmla="*/ 0 h 2223401"/>
              <a:gd name="connsiteX2" fmla="*/ 3155410 w 3155410"/>
              <a:gd name="connsiteY2" fmla="*/ 2217935 h 2223401"/>
              <a:gd name="connsiteX3" fmla="*/ 2924581 w 3155410"/>
              <a:gd name="connsiteY3" fmla="*/ 2223401 h 2223401"/>
              <a:gd name="connsiteX4" fmla="*/ 2560129 w 3155410"/>
              <a:gd name="connsiteY4" fmla="*/ 481777 h 2223401"/>
              <a:gd name="connsiteX5" fmla="*/ 2558555 w 3155410"/>
              <a:gd name="connsiteY5" fmla="*/ 482072 h 2223401"/>
              <a:gd name="connsiteX6" fmla="*/ 2557204 w 3155410"/>
              <a:gd name="connsiteY6" fmla="*/ 468674 h 2223401"/>
              <a:gd name="connsiteX7" fmla="*/ 2284597 w 3155410"/>
              <a:gd name="connsiteY7" fmla="*/ 246493 h 2223401"/>
              <a:gd name="connsiteX8" fmla="*/ 0 w 3155410"/>
              <a:gd name="connsiteY8" fmla="*/ 246493 h 2223401"/>
              <a:gd name="connsiteX9" fmla="*/ 0 w 3155410"/>
              <a:gd name="connsiteY9" fmla="*/ 0 h 2223401"/>
              <a:gd name="connsiteX0" fmla="*/ 0 w 3147790"/>
              <a:gd name="connsiteY0" fmla="*/ 0 h 2223401"/>
              <a:gd name="connsiteX1" fmla="*/ 2924897 w 3147790"/>
              <a:gd name="connsiteY1" fmla="*/ 0 h 2223401"/>
              <a:gd name="connsiteX2" fmla="*/ 3147790 w 3147790"/>
              <a:gd name="connsiteY2" fmla="*/ 2011735 h 2223401"/>
              <a:gd name="connsiteX3" fmla="*/ 2924581 w 3147790"/>
              <a:gd name="connsiteY3" fmla="*/ 2223401 h 2223401"/>
              <a:gd name="connsiteX4" fmla="*/ 2560129 w 3147790"/>
              <a:gd name="connsiteY4" fmla="*/ 481777 h 2223401"/>
              <a:gd name="connsiteX5" fmla="*/ 2558555 w 3147790"/>
              <a:gd name="connsiteY5" fmla="*/ 482072 h 2223401"/>
              <a:gd name="connsiteX6" fmla="*/ 2557204 w 3147790"/>
              <a:gd name="connsiteY6" fmla="*/ 468674 h 2223401"/>
              <a:gd name="connsiteX7" fmla="*/ 2284597 w 3147790"/>
              <a:gd name="connsiteY7" fmla="*/ 246493 h 2223401"/>
              <a:gd name="connsiteX8" fmla="*/ 0 w 3147790"/>
              <a:gd name="connsiteY8" fmla="*/ 246493 h 2223401"/>
              <a:gd name="connsiteX9" fmla="*/ 0 w 3147790"/>
              <a:gd name="connsiteY9" fmla="*/ 0 h 2223401"/>
              <a:gd name="connsiteX0" fmla="*/ 0 w 3147790"/>
              <a:gd name="connsiteY0" fmla="*/ 0 h 2011735"/>
              <a:gd name="connsiteX1" fmla="*/ 2924897 w 3147790"/>
              <a:gd name="connsiteY1" fmla="*/ 0 h 2011735"/>
              <a:gd name="connsiteX2" fmla="*/ 3147790 w 3147790"/>
              <a:gd name="connsiteY2" fmla="*/ 2011735 h 2011735"/>
              <a:gd name="connsiteX3" fmla="*/ 2989351 w 3147790"/>
              <a:gd name="connsiteY3" fmla="*/ 1814327 h 2011735"/>
              <a:gd name="connsiteX4" fmla="*/ 2560129 w 3147790"/>
              <a:gd name="connsiteY4" fmla="*/ 481777 h 2011735"/>
              <a:gd name="connsiteX5" fmla="*/ 2558555 w 3147790"/>
              <a:gd name="connsiteY5" fmla="*/ 482072 h 2011735"/>
              <a:gd name="connsiteX6" fmla="*/ 2557204 w 3147790"/>
              <a:gd name="connsiteY6" fmla="*/ 468674 h 2011735"/>
              <a:gd name="connsiteX7" fmla="*/ 2284597 w 3147790"/>
              <a:gd name="connsiteY7" fmla="*/ 246493 h 2011735"/>
              <a:gd name="connsiteX8" fmla="*/ 0 w 3147790"/>
              <a:gd name="connsiteY8" fmla="*/ 246493 h 2011735"/>
              <a:gd name="connsiteX9" fmla="*/ 0 w 3147790"/>
              <a:gd name="connsiteY9" fmla="*/ 0 h 2011735"/>
              <a:gd name="connsiteX0" fmla="*/ 0 w 3147790"/>
              <a:gd name="connsiteY0" fmla="*/ 0 h 2020527"/>
              <a:gd name="connsiteX1" fmla="*/ 2924897 w 3147790"/>
              <a:gd name="connsiteY1" fmla="*/ 0 h 2020527"/>
              <a:gd name="connsiteX2" fmla="*/ 3147790 w 3147790"/>
              <a:gd name="connsiteY2" fmla="*/ 2011735 h 2020527"/>
              <a:gd name="connsiteX3" fmla="*/ 2932201 w 3147790"/>
              <a:gd name="connsiteY3" fmla="*/ 2020527 h 2020527"/>
              <a:gd name="connsiteX4" fmla="*/ 2560129 w 3147790"/>
              <a:gd name="connsiteY4" fmla="*/ 481777 h 2020527"/>
              <a:gd name="connsiteX5" fmla="*/ 2558555 w 3147790"/>
              <a:gd name="connsiteY5" fmla="*/ 482072 h 2020527"/>
              <a:gd name="connsiteX6" fmla="*/ 2557204 w 3147790"/>
              <a:gd name="connsiteY6" fmla="*/ 468674 h 2020527"/>
              <a:gd name="connsiteX7" fmla="*/ 2284597 w 3147790"/>
              <a:gd name="connsiteY7" fmla="*/ 246493 h 2020527"/>
              <a:gd name="connsiteX8" fmla="*/ 0 w 3147790"/>
              <a:gd name="connsiteY8" fmla="*/ 246493 h 2020527"/>
              <a:gd name="connsiteX9" fmla="*/ 0 w 3147790"/>
              <a:gd name="connsiteY9" fmla="*/ 0 h 2020527"/>
              <a:gd name="connsiteX0" fmla="*/ 0 w 3147790"/>
              <a:gd name="connsiteY0" fmla="*/ 0 h 2028364"/>
              <a:gd name="connsiteX1" fmla="*/ 2924897 w 3147790"/>
              <a:gd name="connsiteY1" fmla="*/ 0 h 2028364"/>
              <a:gd name="connsiteX2" fmla="*/ 3147790 w 3147790"/>
              <a:gd name="connsiteY2" fmla="*/ 2028364 h 2028364"/>
              <a:gd name="connsiteX3" fmla="*/ 2932201 w 3147790"/>
              <a:gd name="connsiteY3" fmla="*/ 2020527 h 2028364"/>
              <a:gd name="connsiteX4" fmla="*/ 2560129 w 3147790"/>
              <a:gd name="connsiteY4" fmla="*/ 481777 h 2028364"/>
              <a:gd name="connsiteX5" fmla="*/ 2558555 w 3147790"/>
              <a:gd name="connsiteY5" fmla="*/ 482072 h 2028364"/>
              <a:gd name="connsiteX6" fmla="*/ 2557204 w 3147790"/>
              <a:gd name="connsiteY6" fmla="*/ 468674 h 2028364"/>
              <a:gd name="connsiteX7" fmla="*/ 2284597 w 3147790"/>
              <a:gd name="connsiteY7" fmla="*/ 246493 h 2028364"/>
              <a:gd name="connsiteX8" fmla="*/ 0 w 3147790"/>
              <a:gd name="connsiteY8" fmla="*/ 246493 h 2028364"/>
              <a:gd name="connsiteX9" fmla="*/ 0 w 3147790"/>
              <a:gd name="connsiteY9" fmla="*/ 0 h 202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47790" h="2028364">
                <a:moveTo>
                  <a:pt x="0" y="0"/>
                </a:moveTo>
                <a:lnTo>
                  <a:pt x="2924897" y="0"/>
                </a:lnTo>
                <a:lnTo>
                  <a:pt x="3147790" y="2028364"/>
                </a:lnTo>
                <a:lnTo>
                  <a:pt x="2932201" y="2020527"/>
                </a:lnTo>
                <a:lnTo>
                  <a:pt x="2560129" y="481777"/>
                </a:lnTo>
                <a:lnTo>
                  <a:pt x="2558555" y="482072"/>
                </a:lnTo>
                <a:lnTo>
                  <a:pt x="2557204" y="468674"/>
                </a:lnTo>
                <a:cubicBezTo>
                  <a:pt x="2531257" y="341876"/>
                  <a:pt x="2419066" y="246493"/>
                  <a:pt x="2284597" y="246493"/>
                </a:cubicBezTo>
                <a:lnTo>
                  <a:pt x="0" y="246493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16" name="Freeform: Shape 4115">
            <a:extLst>
              <a:ext uri="{FF2B5EF4-FFF2-40B4-BE49-F238E27FC236}">
                <a16:creationId xmlns:a16="http://schemas.microsoft.com/office/drawing/2014/main" id="{159A03AA-0A16-0F07-9664-8F02463AE084}"/>
              </a:ext>
            </a:extLst>
          </p:cNvPr>
          <p:cNvSpPr/>
          <p:nvPr/>
        </p:nvSpPr>
        <p:spPr>
          <a:xfrm>
            <a:off x="4665977" y="336812"/>
            <a:ext cx="145003" cy="24391"/>
          </a:xfrm>
          <a:custGeom>
            <a:avLst/>
            <a:gdLst>
              <a:gd name="connsiteX0" fmla="*/ 145003 w 145003"/>
              <a:gd name="connsiteY0" fmla="*/ 0 h 24391"/>
              <a:gd name="connsiteX1" fmla="*/ 145003 w 145003"/>
              <a:gd name="connsiteY1" fmla="*/ 24391 h 24391"/>
              <a:gd name="connsiteX2" fmla="*/ 1022 w 145003"/>
              <a:gd name="connsiteY2" fmla="*/ 24391 h 24391"/>
              <a:gd name="connsiteX3" fmla="*/ 0 w 145003"/>
              <a:gd name="connsiteY3" fmla="*/ 12928 h 24391"/>
              <a:gd name="connsiteX4" fmla="*/ 145003 w 145003"/>
              <a:gd name="connsiteY4" fmla="*/ 0 h 2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003" h="24391">
                <a:moveTo>
                  <a:pt x="145003" y="0"/>
                </a:moveTo>
                <a:lnTo>
                  <a:pt x="145003" y="24391"/>
                </a:lnTo>
                <a:lnTo>
                  <a:pt x="1022" y="24391"/>
                </a:lnTo>
                <a:lnTo>
                  <a:pt x="0" y="12928"/>
                </a:lnTo>
                <a:lnTo>
                  <a:pt x="14500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17" name="Freeform: Shape 4116">
            <a:extLst>
              <a:ext uri="{FF2B5EF4-FFF2-40B4-BE49-F238E27FC236}">
                <a16:creationId xmlns:a16="http://schemas.microsoft.com/office/drawing/2014/main" id="{BC72C66D-31C3-870C-7ED0-16536F70C959}"/>
              </a:ext>
            </a:extLst>
          </p:cNvPr>
          <p:cNvSpPr/>
          <p:nvPr/>
        </p:nvSpPr>
        <p:spPr>
          <a:xfrm>
            <a:off x="4694484" y="361202"/>
            <a:ext cx="250103" cy="2637342"/>
          </a:xfrm>
          <a:custGeom>
            <a:avLst/>
            <a:gdLst>
              <a:gd name="connsiteX0" fmla="*/ 116496 w 250103"/>
              <a:gd name="connsiteY0" fmla="*/ 0 h 2637342"/>
              <a:gd name="connsiteX1" fmla="*/ 250103 w 250103"/>
              <a:gd name="connsiteY1" fmla="*/ 0 h 2637342"/>
              <a:gd name="connsiteX2" fmla="*/ 250103 w 250103"/>
              <a:gd name="connsiteY2" fmla="*/ 2637342 h 2637342"/>
              <a:gd name="connsiteX3" fmla="*/ 207653 w 250103"/>
              <a:gd name="connsiteY3" fmla="*/ 2637342 h 2637342"/>
              <a:gd name="connsiteX4" fmla="*/ 0 w 250103"/>
              <a:gd name="connsiteY4" fmla="*/ 308273 h 2637342"/>
              <a:gd name="connsiteX5" fmla="*/ 116496 w 250103"/>
              <a:gd name="connsiteY5" fmla="*/ 308273 h 2637342"/>
              <a:gd name="connsiteX6" fmla="*/ 116496 w 250103"/>
              <a:gd name="connsiteY6" fmla="*/ 0 h 263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103" h="2637342">
                <a:moveTo>
                  <a:pt x="116496" y="0"/>
                </a:moveTo>
                <a:lnTo>
                  <a:pt x="250103" y="0"/>
                </a:lnTo>
                <a:lnTo>
                  <a:pt x="250103" y="2637342"/>
                </a:lnTo>
                <a:lnTo>
                  <a:pt x="207653" y="2637342"/>
                </a:lnTo>
                <a:lnTo>
                  <a:pt x="0" y="308273"/>
                </a:lnTo>
                <a:lnTo>
                  <a:pt x="116496" y="308273"/>
                </a:lnTo>
                <a:lnTo>
                  <a:pt x="116496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18" name="Freeform: Shape 4117">
            <a:extLst>
              <a:ext uri="{FF2B5EF4-FFF2-40B4-BE49-F238E27FC236}">
                <a16:creationId xmlns:a16="http://schemas.microsoft.com/office/drawing/2014/main" id="{D1A01380-F45A-3FB7-7297-830EFE6A1B5E}"/>
              </a:ext>
            </a:extLst>
          </p:cNvPr>
          <p:cNvSpPr/>
          <p:nvPr/>
        </p:nvSpPr>
        <p:spPr>
          <a:xfrm>
            <a:off x="1769587" y="915968"/>
            <a:ext cx="2558555" cy="2105028"/>
          </a:xfrm>
          <a:custGeom>
            <a:avLst/>
            <a:gdLst>
              <a:gd name="connsiteX0" fmla="*/ 0 w 2558555"/>
              <a:gd name="connsiteY0" fmla="*/ 0 h 2105028"/>
              <a:gd name="connsiteX1" fmla="*/ 2284597 w 2558555"/>
              <a:gd name="connsiteY1" fmla="*/ 0 h 2105028"/>
              <a:gd name="connsiteX2" fmla="*/ 2557204 w 2558555"/>
              <a:gd name="connsiteY2" fmla="*/ 222181 h 2105028"/>
              <a:gd name="connsiteX3" fmla="*/ 2558555 w 2558555"/>
              <a:gd name="connsiteY3" fmla="*/ 235579 h 2105028"/>
              <a:gd name="connsiteX4" fmla="*/ 1990791 w 2558555"/>
              <a:gd name="connsiteY4" fmla="*/ 341737 h 2105028"/>
              <a:gd name="connsiteX5" fmla="*/ 2320486 w 2558555"/>
              <a:gd name="connsiteY5" fmla="*/ 2105028 h 2105028"/>
              <a:gd name="connsiteX6" fmla="*/ 0 w 2558555"/>
              <a:gd name="connsiteY6" fmla="*/ 2105028 h 2105028"/>
              <a:gd name="connsiteX7" fmla="*/ 0 w 2558555"/>
              <a:gd name="connsiteY7" fmla="*/ 0 h 21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58555" h="2105028">
                <a:moveTo>
                  <a:pt x="0" y="0"/>
                </a:moveTo>
                <a:lnTo>
                  <a:pt x="2284597" y="0"/>
                </a:lnTo>
                <a:cubicBezTo>
                  <a:pt x="2419066" y="0"/>
                  <a:pt x="2531257" y="95383"/>
                  <a:pt x="2557204" y="222181"/>
                </a:cubicBezTo>
                <a:lnTo>
                  <a:pt x="2558555" y="235579"/>
                </a:lnTo>
                <a:lnTo>
                  <a:pt x="1990791" y="341737"/>
                </a:lnTo>
                <a:lnTo>
                  <a:pt x="2320486" y="2105028"/>
                </a:lnTo>
                <a:lnTo>
                  <a:pt x="0" y="210502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19" name="Freeform: Shape 4118">
            <a:extLst>
              <a:ext uri="{FF2B5EF4-FFF2-40B4-BE49-F238E27FC236}">
                <a16:creationId xmlns:a16="http://schemas.microsoft.com/office/drawing/2014/main" id="{08448AC8-7B54-D21D-F630-80998837B45A}"/>
              </a:ext>
            </a:extLst>
          </p:cNvPr>
          <p:cNvSpPr/>
          <p:nvPr/>
        </p:nvSpPr>
        <p:spPr>
          <a:xfrm>
            <a:off x="4328142" y="1151252"/>
            <a:ext cx="346976" cy="1847292"/>
          </a:xfrm>
          <a:custGeom>
            <a:avLst/>
            <a:gdLst>
              <a:gd name="connsiteX0" fmla="*/ 1574 w 346976"/>
              <a:gd name="connsiteY0" fmla="*/ 0 h 1847292"/>
              <a:gd name="connsiteX1" fmla="*/ 346976 w 346976"/>
              <a:gd name="connsiteY1" fmla="*/ 1847292 h 1847292"/>
              <a:gd name="connsiteX2" fmla="*/ 4302 w 346976"/>
              <a:gd name="connsiteY2" fmla="*/ 1847292 h 1847292"/>
              <a:gd name="connsiteX3" fmla="*/ 4302 w 346976"/>
              <a:gd name="connsiteY3" fmla="*/ 42976 h 1847292"/>
              <a:gd name="connsiteX4" fmla="*/ 0 w 346976"/>
              <a:gd name="connsiteY4" fmla="*/ 295 h 1847292"/>
              <a:gd name="connsiteX5" fmla="*/ 1574 w 346976"/>
              <a:gd name="connsiteY5" fmla="*/ 0 h 184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6976" h="1847292">
                <a:moveTo>
                  <a:pt x="1574" y="0"/>
                </a:moveTo>
                <a:lnTo>
                  <a:pt x="346976" y="1847292"/>
                </a:lnTo>
                <a:lnTo>
                  <a:pt x="4302" y="1847292"/>
                </a:lnTo>
                <a:lnTo>
                  <a:pt x="4302" y="42976"/>
                </a:lnTo>
                <a:lnTo>
                  <a:pt x="0" y="295"/>
                </a:lnTo>
                <a:lnTo>
                  <a:pt x="1574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20" name="Freeform: Shape 4119">
            <a:extLst>
              <a:ext uri="{FF2B5EF4-FFF2-40B4-BE49-F238E27FC236}">
                <a16:creationId xmlns:a16="http://schemas.microsoft.com/office/drawing/2014/main" id="{234E0779-1BBC-03BF-1562-10FC487F7A8B}"/>
              </a:ext>
            </a:extLst>
          </p:cNvPr>
          <p:cNvSpPr/>
          <p:nvPr/>
        </p:nvSpPr>
        <p:spPr>
          <a:xfrm>
            <a:off x="4287235" y="2998544"/>
            <a:ext cx="45209" cy="22452"/>
          </a:xfrm>
          <a:custGeom>
            <a:avLst/>
            <a:gdLst>
              <a:gd name="connsiteX0" fmla="*/ 0 w 45209"/>
              <a:gd name="connsiteY0" fmla="*/ 0 h 22452"/>
              <a:gd name="connsiteX1" fmla="*/ 45209 w 45209"/>
              <a:gd name="connsiteY1" fmla="*/ 0 h 22452"/>
              <a:gd name="connsiteX2" fmla="*/ 45209 w 45209"/>
              <a:gd name="connsiteY2" fmla="*/ 22452 h 22452"/>
              <a:gd name="connsiteX3" fmla="*/ 0 w 45209"/>
              <a:gd name="connsiteY3" fmla="*/ 22452 h 22452"/>
              <a:gd name="connsiteX4" fmla="*/ 0 w 45209"/>
              <a:gd name="connsiteY4" fmla="*/ 0 h 22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09" h="22452">
                <a:moveTo>
                  <a:pt x="0" y="0"/>
                </a:moveTo>
                <a:lnTo>
                  <a:pt x="45209" y="0"/>
                </a:lnTo>
                <a:lnTo>
                  <a:pt x="45209" y="22452"/>
                </a:lnTo>
                <a:lnTo>
                  <a:pt x="0" y="2245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21" name="Freeform: Shape 4120">
            <a:extLst>
              <a:ext uri="{FF2B5EF4-FFF2-40B4-BE49-F238E27FC236}">
                <a16:creationId xmlns:a16="http://schemas.microsoft.com/office/drawing/2014/main" id="{219F7561-1AAC-0E42-D3FD-23B8F0595A93}"/>
              </a:ext>
            </a:extLst>
          </p:cNvPr>
          <p:cNvSpPr/>
          <p:nvPr/>
        </p:nvSpPr>
        <p:spPr>
          <a:xfrm>
            <a:off x="4675118" y="2998544"/>
            <a:ext cx="229020" cy="22452"/>
          </a:xfrm>
          <a:custGeom>
            <a:avLst/>
            <a:gdLst>
              <a:gd name="connsiteX0" fmla="*/ 0 w 229020"/>
              <a:gd name="connsiteY0" fmla="*/ 0 h 22452"/>
              <a:gd name="connsiteX1" fmla="*/ 227019 w 229020"/>
              <a:gd name="connsiteY1" fmla="*/ 0 h 22452"/>
              <a:gd name="connsiteX2" fmla="*/ 229020 w 229020"/>
              <a:gd name="connsiteY2" fmla="*/ 22452 h 22452"/>
              <a:gd name="connsiteX3" fmla="*/ 4198 w 229020"/>
              <a:gd name="connsiteY3" fmla="*/ 22452 h 22452"/>
              <a:gd name="connsiteX4" fmla="*/ 0 w 229020"/>
              <a:gd name="connsiteY4" fmla="*/ 0 h 22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020" h="22452">
                <a:moveTo>
                  <a:pt x="0" y="0"/>
                </a:moveTo>
                <a:lnTo>
                  <a:pt x="227019" y="0"/>
                </a:lnTo>
                <a:lnTo>
                  <a:pt x="229020" y="22452"/>
                </a:lnTo>
                <a:lnTo>
                  <a:pt x="4198" y="2245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22" name="Freeform: Shape 4121">
            <a:extLst>
              <a:ext uri="{FF2B5EF4-FFF2-40B4-BE49-F238E27FC236}">
                <a16:creationId xmlns:a16="http://schemas.microsoft.com/office/drawing/2014/main" id="{941360CD-9A0C-3E0A-475F-4A8115B5097C}"/>
              </a:ext>
            </a:extLst>
          </p:cNvPr>
          <p:cNvSpPr/>
          <p:nvPr/>
        </p:nvSpPr>
        <p:spPr>
          <a:xfrm>
            <a:off x="4904138" y="2998545"/>
            <a:ext cx="587946" cy="146165"/>
          </a:xfrm>
          <a:custGeom>
            <a:avLst/>
            <a:gdLst>
              <a:gd name="connsiteX0" fmla="*/ 40449 w 587946"/>
              <a:gd name="connsiteY0" fmla="*/ 0 h 146165"/>
              <a:gd name="connsiteX1" fmla="*/ 579500 w 587946"/>
              <a:gd name="connsiteY1" fmla="*/ 0 h 146165"/>
              <a:gd name="connsiteX2" fmla="*/ 587946 w 587946"/>
              <a:gd name="connsiteY2" fmla="*/ 94729 h 146165"/>
              <a:gd name="connsiteX3" fmla="*/ 11030 w 587946"/>
              <a:gd name="connsiteY3" fmla="*/ 146165 h 146165"/>
              <a:gd name="connsiteX4" fmla="*/ 0 w 587946"/>
              <a:gd name="connsiteY4" fmla="*/ 22452 h 146165"/>
              <a:gd name="connsiteX5" fmla="*/ 40449 w 587946"/>
              <a:gd name="connsiteY5" fmla="*/ 22452 h 146165"/>
              <a:gd name="connsiteX6" fmla="*/ 40449 w 587946"/>
              <a:gd name="connsiteY6" fmla="*/ 0 h 14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7946" h="146165">
                <a:moveTo>
                  <a:pt x="40449" y="0"/>
                </a:moveTo>
                <a:lnTo>
                  <a:pt x="579500" y="0"/>
                </a:lnTo>
                <a:lnTo>
                  <a:pt x="587946" y="94729"/>
                </a:lnTo>
                <a:lnTo>
                  <a:pt x="11030" y="146165"/>
                </a:lnTo>
                <a:lnTo>
                  <a:pt x="0" y="22452"/>
                </a:lnTo>
                <a:lnTo>
                  <a:pt x="40449" y="22452"/>
                </a:lnTo>
                <a:lnTo>
                  <a:pt x="40449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23" name="Freeform: Shape 4122">
            <a:extLst>
              <a:ext uri="{FF2B5EF4-FFF2-40B4-BE49-F238E27FC236}">
                <a16:creationId xmlns:a16="http://schemas.microsoft.com/office/drawing/2014/main" id="{333E5F65-1027-4152-AFAB-D9C8B58629F0}"/>
              </a:ext>
            </a:extLst>
          </p:cNvPr>
          <p:cNvSpPr/>
          <p:nvPr/>
        </p:nvSpPr>
        <p:spPr>
          <a:xfrm>
            <a:off x="4090073" y="3020996"/>
            <a:ext cx="242371" cy="539096"/>
          </a:xfrm>
          <a:custGeom>
            <a:avLst/>
            <a:gdLst>
              <a:gd name="connsiteX0" fmla="*/ 0 w 242371"/>
              <a:gd name="connsiteY0" fmla="*/ 0 h 539096"/>
              <a:gd name="connsiteX1" fmla="*/ 197162 w 242371"/>
              <a:gd name="connsiteY1" fmla="*/ 0 h 539096"/>
              <a:gd name="connsiteX2" fmla="*/ 197162 w 242371"/>
              <a:gd name="connsiteY2" fmla="*/ 368454 h 539096"/>
              <a:gd name="connsiteX3" fmla="*/ 242371 w 242371"/>
              <a:gd name="connsiteY3" fmla="*/ 368454 h 539096"/>
              <a:gd name="connsiteX4" fmla="*/ 242371 w 242371"/>
              <a:gd name="connsiteY4" fmla="*/ 512626 h 539096"/>
              <a:gd name="connsiteX5" fmla="*/ 100799 w 242371"/>
              <a:gd name="connsiteY5" fmla="*/ 539096 h 539096"/>
              <a:gd name="connsiteX6" fmla="*/ 0 w 242371"/>
              <a:gd name="connsiteY6" fmla="*/ 0 h 539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371" h="539096">
                <a:moveTo>
                  <a:pt x="0" y="0"/>
                </a:moveTo>
                <a:lnTo>
                  <a:pt x="197162" y="0"/>
                </a:lnTo>
                <a:lnTo>
                  <a:pt x="197162" y="368454"/>
                </a:lnTo>
                <a:lnTo>
                  <a:pt x="242371" y="368454"/>
                </a:lnTo>
                <a:lnTo>
                  <a:pt x="242371" y="512626"/>
                </a:lnTo>
                <a:lnTo>
                  <a:pt x="100799" y="53909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24" name="Freeform: Shape 4123">
            <a:extLst>
              <a:ext uri="{FF2B5EF4-FFF2-40B4-BE49-F238E27FC236}">
                <a16:creationId xmlns:a16="http://schemas.microsoft.com/office/drawing/2014/main" id="{DACCDE8A-74CE-3F85-F059-392569BC2CA0}"/>
              </a:ext>
            </a:extLst>
          </p:cNvPr>
          <p:cNvSpPr/>
          <p:nvPr/>
        </p:nvSpPr>
        <p:spPr>
          <a:xfrm>
            <a:off x="4332444" y="3020996"/>
            <a:ext cx="415764" cy="368454"/>
          </a:xfrm>
          <a:custGeom>
            <a:avLst/>
            <a:gdLst>
              <a:gd name="connsiteX0" fmla="*/ 0 w 415764"/>
              <a:gd name="connsiteY0" fmla="*/ 0 h 368454"/>
              <a:gd name="connsiteX1" fmla="*/ 346872 w 415764"/>
              <a:gd name="connsiteY1" fmla="*/ 0 h 368454"/>
              <a:gd name="connsiteX2" fmla="*/ 415764 w 415764"/>
              <a:gd name="connsiteY2" fmla="*/ 368454 h 368454"/>
              <a:gd name="connsiteX3" fmla="*/ 0 w 415764"/>
              <a:gd name="connsiteY3" fmla="*/ 368454 h 368454"/>
              <a:gd name="connsiteX4" fmla="*/ 0 w 415764"/>
              <a:gd name="connsiteY4" fmla="*/ 0 h 368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764" h="368454">
                <a:moveTo>
                  <a:pt x="0" y="0"/>
                </a:moveTo>
                <a:lnTo>
                  <a:pt x="346872" y="0"/>
                </a:lnTo>
                <a:lnTo>
                  <a:pt x="415764" y="368454"/>
                </a:lnTo>
                <a:lnTo>
                  <a:pt x="0" y="36845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25" name="Freeform: Shape 4124">
            <a:extLst>
              <a:ext uri="{FF2B5EF4-FFF2-40B4-BE49-F238E27FC236}">
                <a16:creationId xmlns:a16="http://schemas.microsoft.com/office/drawing/2014/main" id="{6A548F1D-E578-E7E1-5B7A-2D632F8E87F8}"/>
              </a:ext>
            </a:extLst>
          </p:cNvPr>
          <p:cNvSpPr/>
          <p:nvPr/>
        </p:nvSpPr>
        <p:spPr>
          <a:xfrm>
            <a:off x="1769587" y="278570"/>
            <a:ext cx="3041393" cy="82633"/>
          </a:xfrm>
          <a:custGeom>
            <a:avLst/>
            <a:gdLst>
              <a:gd name="connsiteX0" fmla="*/ 0 w 3041393"/>
              <a:gd name="connsiteY0" fmla="*/ 0 h 82633"/>
              <a:gd name="connsiteX1" fmla="*/ 3041393 w 3041393"/>
              <a:gd name="connsiteY1" fmla="*/ 0 h 82633"/>
              <a:gd name="connsiteX2" fmla="*/ 3041393 w 3041393"/>
              <a:gd name="connsiteY2" fmla="*/ 58242 h 82633"/>
              <a:gd name="connsiteX3" fmla="*/ 2896390 w 3041393"/>
              <a:gd name="connsiteY3" fmla="*/ 71170 h 82633"/>
              <a:gd name="connsiteX4" fmla="*/ 2897412 w 3041393"/>
              <a:gd name="connsiteY4" fmla="*/ 82633 h 82633"/>
              <a:gd name="connsiteX5" fmla="*/ 0 w 3041393"/>
              <a:gd name="connsiteY5" fmla="*/ 82633 h 82633"/>
              <a:gd name="connsiteX6" fmla="*/ 0 w 3041393"/>
              <a:gd name="connsiteY6" fmla="*/ 0 h 8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41393" h="82633">
                <a:moveTo>
                  <a:pt x="0" y="0"/>
                </a:moveTo>
                <a:lnTo>
                  <a:pt x="3041393" y="0"/>
                </a:lnTo>
                <a:lnTo>
                  <a:pt x="3041393" y="58242"/>
                </a:lnTo>
                <a:lnTo>
                  <a:pt x="2896390" y="71170"/>
                </a:lnTo>
                <a:lnTo>
                  <a:pt x="2897412" y="82633"/>
                </a:lnTo>
                <a:lnTo>
                  <a:pt x="0" y="8263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26" name="Freeform: Shape 4125">
            <a:extLst>
              <a:ext uri="{FF2B5EF4-FFF2-40B4-BE49-F238E27FC236}">
                <a16:creationId xmlns:a16="http://schemas.microsoft.com/office/drawing/2014/main" id="{92214AF2-85FC-E536-8AE4-0BD3A790C0BD}"/>
              </a:ext>
            </a:extLst>
          </p:cNvPr>
          <p:cNvSpPr/>
          <p:nvPr/>
        </p:nvSpPr>
        <p:spPr>
          <a:xfrm>
            <a:off x="4810980" y="298303"/>
            <a:ext cx="672658" cy="2700241"/>
          </a:xfrm>
          <a:custGeom>
            <a:avLst/>
            <a:gdLst>
              <a:gd name="connsiteX0" fmla="*/ 431912 w 672658"/>
              <a:gd name="connsiteY0" fmla="*/ 0 h 2700241"/>
              <a:gd name="connsiteX1" fmla="*/ 672658 w 672658"/>
              <a:gd name="connsiteY1" fmla="*/ 2700241 h 2700241"/>
              <a:gd name="connsiteX2" fmla="*/ 133607 w 672658"/>
              <a:gd name="connsiteY2" fmla="*/ 2700241 h 2700241"/>
              <a:gd name="connsiteX3" fmla="*/ 133607 w 672658"/>
              <a:gd name="connsiteY3" fmla="*/ 62899 h 2700241"/>
              <a:gd name="connsiteX4" fmla="*/ 0 w 672658"/>
              <a:gd name="connsiteY4" fmla="*/ 62899 h 2700241"/>
              <a:gd name="connsiteX5" fmla="*/ 0 w 672658"/>
              <a:gd name="connsiteY5" fmla="*/ 38508 h 2700241"/>
              <a:gd name="connsiteX6" fmla="*/ 431912 w 672658"/>
              <a:gd name="connsiteY6" fmla="*/ 0 h 270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2658" h="2700241">
                <a:moveTo>
                  <a:pt x="431912" y="0"/>
                </a:moveTo>
                <a:lnTo>
                  <a:pt x="672658" y="2700241"/>
                </a:lnTo>
                <a:lnTo>
                  <a:pt x="133607" y="2700241"/>
                </a:lnTo>
                <a:lnTo>
                  <a:pt x="133607" y="62899"/>
                </a:lnTo>
                <a:lnTo>
                  <a:pt x="0" y="62899"/>
                </a:lnTo>
                <a:lnTo>
                  <a:pt x="0" y="38508"/>
                </a:lnTo>
                <a:lnTo>
                  <a:pt x="43191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27" name="Freeform: Shape 4126">
            <a:extLst>
              <a:ext uri="{FF2B5EF4-FFF2-40B4-BE49-F238E27FC236}">
                <a16:creationId xmlns:a16="http://schemas.microsoft.com/office/drawing/2014/main" id="{B2CC4BCC-5D97-3276-6769-2EB41AB44233}"/>
              </a:ext>
            </a:extLst>
          </p:cNvPr>
          <p:cNvSpPr/>
          <p:nvPr/>
        </p:nvSpPr>
        <p:spPr>
          <a:xfrm>
            <a:off x="4666999" y="361203"/>
            <a:ext cx="143981" cy="308273"/>
          </a:xfrm>
          <a:custGeom>
            <a:avLst/>
            <a:gdLst>
              <a:gd name="connsiteX0" fmla="*/ 0 w 143981"/>
              <a:gd name="connsiteY0" fmla="*/ 0 h 308273"/>
              <a:gd name="connsiteX1" fmla="*/ 143981 w 143981"/>
              <a:gd name="connsiteY1" fmla="*/ 0 h 308273"/>
              <a:gd name="connsiteX2" fmla="*/ 143981 w 143981"/>
              <a:gd name="connsiteY2" fmla="*/ 308273 h 308273"/>
              <a:gd name="connsiteX3" fmla="*/ 27485 w 143981"/>
              <a:gd name="connsiteY3" fmla="*/ 308273 h 308273"/>
              <a:gd name="connsiteX4" fmla="*/ 0 w 143981"/>
              <a:gd name="connsiteY4" fmla="*/ 0 h 308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1" h="308273">
                <a:moveTo>
                  <a:pt x="0" y="0"/>
                </a:moveTo>
                <a:lnTo>
                  <a:pt x="143981" y="0"/>
                </a:lnTo>
                <a:lnTo>
                  <a:pt x="143981" y="308273"/>
                </a:lnTo>
                <a:lnTo>
                  <a:pt x="27485" y="30827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28" name="Freeform: Shape 4127">
            <a:extLst>
              <a:ext uri="{FF2B5EF4-FFF2-40B4-BE49-F238E27FC236}">
                <a16:creationId xmlns:a16="http://schemas.microsoft.com/office/drawing/2014/main" id="{12E0F575-A73D-BDF4-460F-8F94E1BBCE9F}"/>
              </a:ext>
            </a:extLst>
          </p:cNvPr>
          <p:cNvSpPr/>
          <p:nvPr/>
        </p:nvSpPr>
        <p:spPr>
          <a:xfrm>
            <a:off x="1769586" y="669475"/>
            <a:ext cx="3132550" cy="2329069"/>
          </a:xfrm>
          <a:custGeom>
            <a:avLst/>
            <a:gdLst>
              <a:gd name="connsiteX0" fmla="*/ 0 w 3132550"/>
              <a:gd name="connsiteY0" fmla="*/ 0 h 2329069"/>
              <a:gd name="connsiteX1" fmla="*/ 2924897 w 3132550"/>
              <a:gd name="connsiteY1" fmla="*/ 0 h 2329069"/>
              <a:gd name="connsiteX2" fmla="*/ 3132550 w 3132550"/>
              <a:gd name="connsiteY2" fmla="*/ 2329069 h 2329069"/>
              <a:gd name="connsiteX3" fmla="*/ 2905531 w 3132550"/>
              <a:gd name="connsiteY3" fmla="*/ 2329069 h 2329069"/>
              <a:gd name="connsiteX4" fmla="*/ 2560129 w 3132550"/>
              <a:gd name="connsiteY4" fmla="*/ 481777 h 2329069"/>
              <a:gd name="connsiteX5" fmla="*/ 2558555 w 3132550"/>
              <a:gd name="connsiteY5" fmla="*/ 482072 h 2329069"/>
              <a:gd name="connsiteX6" fmla="*/ 2557204 w 3132550"/>
              <a:gd name="connsiteY6" fmla="*/ 468674 h 2329069"/>
              <a:gd name="connsiteX7" fmla="*/ 2284597 w 3132550"/>
              <a:gd name="connsiteY7" fmla="*/ 246493 h 2329069"/>
              <a:gd name="connsiteX8" fmla="*/ 0 w 3132550"/>
              <a:gd name="connsiteY8" fmla="*/ 246493 h 2329069"/>
              <a:gd name="connsiteX9" fmla="*/ 0 w 3132550"/>
              <a:gd name="connsiteY9" fmla="*/ 0 h 232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32550" h="2329069">
                <a:moveTo>
                  <a:pt x="0" y="0"/>
                </a:moveTo>
                <a:lnTo>
                  <a:pt x="2924897" y="0"/>
                </a:lnTo>
                <a:lnTo>
                  <a:pt x="3132550" y="2329069"/>
                </a:lnTo>
                <a:lnTo>
                  <a:pt x="2905531" y="2329069"/>
                </a:lnTo>
                <a:lnTo>
                  <a:pt x="2560129" y="481777"/>
                </a:lnTo>
                <a:lnTo>
                  <a:pt x="2558555" y="482072"/>
                </a:lnTo>
                <a:lnTo>
                  <a:pt x="2557204" y="468674"/>
                </a:lnTo>
                <a:cubicBezTo>
                  <a:pt x="2531257" y="341876"/>
                  <a:pt x="2419066" y="246493"/>
                  <a:pt x="2284597" y="246493"/>
                </a:cubicBezTo>
                <a:lnTo>
                  <a:pt x="0" y="24649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29" name="Freeform: Shape 4128">
            <a:extLst>
              <a:ext uri="{FF2B5EF4-FFF2-40B4-BE49-F238E27FC236}">
                <a16:creationId xmlns:a16="http://schemas.microsoft.com/office/drawing/2014/main" id="{7D23AAF6-F75A-630A-6438-7E6482EEA59F}"/>
              </a:ext>
            </a:extLst>
          </p:cNvPr>
          <p:cNvSpPr/>
          <p:nvPr/>
        </p:nvSpPr>
        <p:spPr>
          <a:xfrm>
            <a:off x="1335244" y="915968"/>
            <a:ext cx="2997200" cy="3118488"/>
          </a:xfrm>
          <a:custGeom>
            <a:avLst/>
            <a:gdLst>
              <a:gd name="connsiteX0" fmla="*/ 278260 w 2997200"/>
              <a:gd name="connsiteY0" fmla="*/ 0 h 3118488"/>
              <a:gd name="connsiteX1" fmla="*/ 434343 w 2997200"/>
              <a:gd name="connsiteY1" fmla="*/ 0 h 3118488"/>
              <a:gd name="connsiteX2" fmla="*/ 434343 w 2997200"/>
              <a:gd name="connsiteY2" fmla="*/ 2105028 h 3118488"/>
              <a:gd name="connsiteX3" fmla="*/ 2754829 w 2997200"/>
              <a:gd name="connsiteY3" fmla="*/ 2105028 h 3118488"/>
              <a:gd name="connsiteX4" fmla="*/ 2855628 w 2997200"/>
              <a:gd name="connsiteY4" fmla="*/ 2644124 h 3118488"/>
              <a:gd name="connsiteX5" fmla="*/ 2997200 w 2997200"/>
              <a:gd name="connsiteY5" fmla="*/ 2617654 h 3118488"/>
              <a:gd name="connsiteX6" fmla="*/ 2997200 w 2997200"/>
              <a:gd name="connsiteY6" fmla="*/ 2840228 h 3118488"/>
              <a:gd name="connsiteX7" fmla="*/ 2718940 w 2997200"/>
              <a:gd name="connsiteY7" fmla="*/ 3118488 h 3118488"/>
              <a:gd name="connsiteX8" fmla="*/ 278260 w 2997200"/>
              <a:gd name="connsiteY8" fmla="*/ 3118488 h 3118488"/>
              <a:gd name="connsiteX9" fmla="*/ 0 w 2997200"/>
              <a:gd name="connsiteY9" fmla="*/ 2840228 h 3118488"/>
              <a:gd name="connsiteX10" fmla="*/ 0 w 2997200"/>
              <a:gd name="connsiteY10" fmla="*/ 278260 h 3118488"/>
              <a:gd name="connsiteX11" fmla="*/ 278260 w 2997200"/>
              <a:gd name="connsiteY11" fmla="*/ 0 h 311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7200" h="3118488">
                <a:moveTo>
                  <a:pt x="278260" y="0"/>
                </a:moveTo>
                <a:lnTo>
                  <a:pt x="434343" y="0"/>
                </a:lnTo>
                <a:lnTo>
                  <a:pt x="434343" y="2105028"/>
                </a:lnTo>
                <a:lnTo>
                  <a:pt x="2754829" y="2105028"/>
                </a:lnTo>
                <a:lnTo>
                  <a:pt x="2855628" y="2644124"/>
                </a:lnTo>
                <a:lnTo>
                  <a:pt x="2997200" y="2617654"/>
                </a:lnTo>
                <a:lnTo>
                  <a:pt x="2997200" y="2840228"/>
                </a:lnTo>
                <a:cubicBezTo>
                  <a:pt x="2997200" y="2993907"/>
                  <a:pt x="2872619" y="3118488"/>
                  <a:pt x="2718940" y="3118488"/>
                </a:cubicBezTo>
                <a:lnTo>
                  <a:pt x="278260" y="3118488"/>
                </a:lnTo>
                <a:cubicBezTo>
                  <a:pt x="124581" y="3118488"/>
                  <a:pt x="0" y="2993907"/>
                  <a:pt x="0" y="2840228"/>
                </a:cubicBezTo>
                <a:lnTo>
                  <a:pt x="0" y="278260"/>
                </a:lnTo>
                <a:cubicBezTo>
                  <a:pt x="0" y="124581"/>
                  <a:pt x="124581" y="0"/>
                  <a:pt x="278260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30" name="Freeform: Shape 4129">
            <a:extLst>
              <a:ext uri="{FF2B5EF4-FFF2-40B4-BE49-F238E27FC236}">
                <a16:creationId xmlns:a16="http://schemas.microsoft.com/office/drawing/2014/main" id="{551B1259-AB9D-CCB7-6299-3584333F0414}"/>
              </a:ext>
            </a:extLst>
          </p:cNvPr>
          <p:cNvSpPr/>
          <p:nvPr/>
        </p:nvSpPr>
        <p:spPr>
          <a:xfrm>
            <a:off x="3760378" y="1151547"/>
            <a:ext cx="572066" cy="1869449"/>
          </a:xfrm>
          <a:custGeom>
            <a:avLst/>
            <a:gdLst>
              <a:gd name="connsiteX0" fmla="*/ 567764 w 572066"/>
              <a:gd name="connsiteY0" fmla="*/ 0 h 1869449"/>
              <a:gd name="connsiteX1" fmla="*/ 572066 w 572066"/>
              <a:gd name="connsiteY1" fmla="*/ 42681 h 1869449"/>
              <a:gd name="connsiteX2" fmla="*/ 572066 w 572066"/>
              <a:gd name="connsiteY2" fmla="*/ 1846997 h 1869449"/>
              <a:gd name="connsiteX3" fmla="*/ 526857 w 572066"/>
              <a:gd name="connsiteY3" fmla="*/ 1846997 h 1869449"/>
              <a:gd name="connsiteX4" fmla="*/ 526857 w 572066"/>
              <a:gd name="connsiteY4" fmla="*/ 1869449 h 1869449"/>
              <a:gd name="connsiteX5" fmla="*/ 329695 w 572066"/>
              <a:gd name="connsiteY5" fmla="*/ 1869449 h 1869449"/>
              <a:gd name="connsiteX6" fmla="*/ 0 w 572066"/>
              <a:gd name="connsiteY6" fmla="*/ 106158 h 1869449"/>
              <a:gd name="connsiteX7" fmla="*/ 567764 w 572066"/>
              <a:gd name="connsiteY7" fmla="*/ 0 h 1869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2066" h="1869449">
                <a:moveTo>
                  <a:pt x="567764" y="0"/>
                </a:moveTo>
                <a:lnTo>
                  <a:pt x="572066" y="42681"/>
                </a:lnTo>
                <a:lnTo>
                  <a:pt x="572066" y="1846997"/>
                </a:lnTo>
                <a:lnTo>
                  <a:pt x="526857" y="1846997"/>
                </a:lnTo>
                <a:lnTo>
                  <a:pt x="526857" y="1869449"/>
                </a:lnTo>
                <a:lnTo>
                  <a:pt x="329695" y="1869449"/>
                </a:lnTo>
                <a:lnTo>
                  <a:pt x="0" y="106158"/>
                </a:lnTo>
                <a:lnTo>
                  <a:pt x="567764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31" name="Freeform: Shape 4130">
            <a:extLst>
              <a:ext uri="{FF2B5EF4-FFF2-40B4-BE49-F238E27FC236}">
                <a16:creationId xmlns:a16="http://schemas.microsoft.com/office/drawing/2014/main" id="{E088A614-F548-CDB5-9C9C-453399F76E44}"/>
              </a:ext>
            </a:extLst>
          </p:cNvPr>
          <p:cNvSpPr/>
          <p:nvPr/>
        </p:nvSpPr>
        <p:spPr>
          <a:xfrm>
            <a:off x="4332444" y="2998544"/>
            <a:ext cx="346872" cy="22452"/>
          </a:xfrm>
          <a:custGeom>
            <a:avLst/>
            <a:gdLst>
              <a:gd name="connsiteX0" fmla="*/ 0 w 346872"/>
              <a:gd name="connsiteY0" fmla="*/ 0 h 22452"/>
              <a:gd name="connsiteX1" fmla="*/ 342674 w 346872"/>
              <a:gd name="connsiteY1" fmla="*/ 0 h 22452"/>
              <a:gd name="connsiteX2" fmla="*/ 346872 w 346872"/>
              <a:gd name="connsiteY2" fmla="*/ 22452 h 22452"/>
              <a:gd name="connsiteX3" fmla="*/ 0 w 346872"/>
              <a:gd name="connsiteY3" fmla="*/ 22452 h 22452"/>
              <a:gd name="connsiteX4" fmla="*/ 0 w 346872"/>
              <a:gd name="connsiteY4" fmla="*/ 0 h 22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872" h="22452">
                <a:moveTo>
                  <a:pt x="0" y="0"/>
                </a:moveTo>
                <a:lnTo>
                  <a:pt x="342674" y="0"/>
                </a:lnTo>
                <a:lnTo>
                  <a:pt x="346872" y="22452"/>
                </a:lnTo>
                <a:lnTo>
                  <a:pt x="0" y="2245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32" name="Freeform: Shape 4131">
            <a:extLst>
              <a:ext uri="{FF2B5EF4-FFF2-40B4-BE49-F238E27FC236}">
                <a16:creationId xmlns:a16="http://schemas.microsoft.com/office/drawing/2014/main" id="{2EA313F2-6E53-CB99-6184-37C8CB9540AD}"/>
              </a:ext>
            </a:extLst>
          </p:cNvPr>
          <p:cNvSpPr/>
          <p:nvPr/>
        </p:nvSpPr>
        <p:spPr>
          <a:xfrm>
            <a:off x="4902137" y="2998544"/>
            <a:ext cx="42450" cy="22452"/>
          </a:xfrm>
          <a:custGeom>
            <a:avLst/>
            <a:gdLst>
              <a:gd name="connsiteX0" fmla="*/ 0 w 42450"/>
              <a:gd name="connsiteY0" fmla="*/ 0 h 22452"/>
              <a:gd name="connsiteX1" fmla="*/ 42450 w 42450"/>
              <a:gd name="connsiteY1" fmla="*/ 0 h 22452"/>
              <a:gd name="connsiteX2" fmla="*/ 42450 w 42450"/>
              <a:gd name="connsiteY2" fmla="*/ 22452 h 22452"/>
              <a:gd name="connsiteX3" fmla="*/ 2001 w 42450"/>
              <a:gd name="connsiteY3" fmla="*/ 22452 h 22452"/>
              <a:gd name="connsiteX4" fmla="*/ 0 w 42450"/>
              <a:gd name="connsiteY4" fmla="*/ 0 h 22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50" h="22452">
                <a:moveTo>
                  <a:pt x="0" y="0"/>
                </a:moveTo>
                <a:lnTo>
                  <a:pt x="42450" y="0"/>
                </a:lnTo>
                <a:lnTo>
                  <a:pt x="42450" y="22452"/>
                </a:lnTo>
                <a:lnTo>
                  <a:pt x="2001" y="2245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33" name="Freeform: Shape 4132">
            <a:extLst>
              <a:ext uri="{FF2B5EF4-FFF2-40B4-BE49-F238E27FC236}">
                <a16:creationId xmlns:a16="http://schemas.microsoft.com/office/drawing/2014/main" id="{0DCE9D7A-2857-DCC5-17A5-307AB4FD2D81}"/>
              </a:ext>
            </a:extLst>
          </p:cNvPr>
          <p:cNvSpPr/>
          <p:nvPr/>
        </p:nvSpPr>
        <p:spPr>
          <a:xfrm>
            <a:off x="4679316" y="2998544"/>
            <a:ext cx="915808" cy="390906"/>
          </a:xfrm>
          <a:custGeom>
            <a:avLst/>
            <a:gdLst>
              <a:gd name="connsiteX0" fmla="*/ 804322 w 915808"/>
              <a:gd name="connsiteY0" fmla="*/ 0 h 390906"/>
              <a:gd name="connsiteX1" fmla="*/ 915808 w 915808"/>
              <a:gd name="connsiteY1" fmla="*/ 0 h 390906"/>
              <a:gd name="connsiteX2" fmla="*/ 915808 w 915808"/>
              <a:gd name="connsiteY2" fmla="*/ 390906 h 390906"/>
              <a:gd name="connsiteX3" fmla="*/ 68892 w 915808"/>
              <a:gd name="connsiteY3" fmla="*/ 390906 h 390906"/>
              <a:gd name="connsiteX4" fmla="*/ 0 w 915808"/>
              <a:gd name="connsiteY4" fmla="*/ 22452 h 390906"/>
              <a:gd name="connsiteX5" fmla="*/ 224822 w 915808"/>
              <a:gd name="connsiteY5" fmla="*/ 22452 h 390906"/>
              <a:gd name="connsiteX6" fmla="*/ 235852 w 915808"/>
              <a:gd name="connsiteY6" fmla="*/ 146165 h 390906"/>
              <a:gd name="connsiteX7" fmla="*/ 812768 w 915808"/>
              <a:gd name="connsiteY7" fmla="*/ 94729 h 390906"/>
              <a:gd name="connsiteX8" fmla="*/ 804322 w 915808"/>
              <a:gd name="connsiteY8" fmla="*/ 0 h 39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5808" h="390906">
                <a:moveTo>
                  <a:pt x="804322" y="0"/>
                </a:moveTo>
                <a:lnTo>
                  <a:pt x="915808" y="0"/>
                </a:lnTo>
                <a:lnTo>
                  <a:pt x="915808" y="390906"/>
                </a:lnTo>
                <a:lnTo>
                  <a:pt x="68892" y="390906"/>
                </a:lnTo>
                <a:lnTo>
                  <a:pt x="0" y="22452"/>
                </a:lnTo>
                <a:lnTo>
                  <a:pt x="224822" y="22452"/>
                </a:lnTo>
                <a:lnTo>
                  <a:pt x="235852" y="146165"/>
                </a:lnTo>
                <a:lnTo>
                  <a:pt x="812768" y="94729"/>
                </a:lnTo>
                <a:lnTo>
                  <a:pt x="80432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34" name="Freeform: Shape 4133">
            <a:extLst>
              <a:ext uri="{FF2B5EF4-FFF2-40B4-BE49-F238E27FC236}">
                <a16:creationId xmlns:a16="http://schemas.microsoft.com/office/drawing/2014/main" id="{3F3A5A91-E097-A176-D8D0-550D5F557678}"/>
              </a:ext>
            </a:extLst>
          </p:cNvPr>
          <p:cNvSpPr/>
          <p:nvPr/>
        </p:nvSpPr>
        <p:spPr>
          <a:xfrm>
            <a:off x="4287235" y="3020996"/>
            <a:ext cx="45209" cy="368454"/>
          </a:xfrm>
          <a:custGeom>
            <a:avLst/>
            <a:gdLst>
              <a:gd name="connsiteX0" fmla="*/ 0 w 45209"/>
              <a:gd name="connsiteY0" fmla="*/ 0 h 368454"/>
              <a:gd name="connsiteX1" fmla="*/ 45209 w 45209"/>
              <a:gd name="connsiteY1" fmla="*/ 0 h 368454"/>
              <a:gd name="connsiteX2" fmla="*/ 45209 w 45209"/>
              <a:gd name="connsiteY2" fmla="*/ 368454 h 368454"/>
              <a:gd name="connsiteX3" fmla="*/ 0 w 45209"/>
              <a:gd name="connsiteY3" fmla="*/ 368454 h 368454"/>
              <a:gd name="connsiteX4" fmla="*/ 0 w 45209"/>
              <a:gd name="connsiteY4" fmla="*/ 0 h 368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09" h="368454">
                <a:moveTo>
                  <a:pt x="0" y="0"/>
                </a:moveTo>
                <a:lnTo>
                  <a:pt x="45209" y="0"/>
                </a:lnTo>
                <a:lnTo>
                  <a:pt x="45209" y="368454"/>
                </a:lnTo>
                <a:lnTo>
                  <a:pt x="0" y="36845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35" name="Freeform: Shape 4134">
            <a:extLst>
              <a:ext uri="{FF2B5EF4-FFF2-40B4-BE49-F238E27FC236}">
                <a16:creationId xmlns:a16="http://schemas.microsoft.com/office/drawing/2014/main" id="{A97CD984-AEA3-9533-73BF-C7F22BEDBE2A}"/>
              </a:ext>
            </a:extLst>
          </p:cNvPr>
          <p:cNvSpPr/>
          <p:nvPr/>
        </p:nvSpPr>
        <p:spPr>
          <a:xfrm>
            <a:off x="4332444" y="3389450"/>
            <a:ext cx="427766" cy="144172"/>
          </a:xfrm>
          <a:custGeom>
            <a:avLst/>
            <a:gdLst>
              <a:gd name="connsiteX0" fmla="*/ 0 w 427766"/>
              <a:gd name="connsiteY0" fmla="*/ 0 h 144172"/>
              <a:gd name="connsiteX1" fmla="*/ 415764 w 427766"/>
              <a:gd name="connsiteY1" fmla="*/ 0 h 144172"/>
              <a:gd name="connsiteX2" fmla="*/ 427766 w 427766"/>
              <a:gd name="connsiteY2" fmla="*/ 64189 h 144172"/>
              <a:gd name="connsiteX3" fmla="*/ 0 w 427766"/>
              <a:gd name="connsiteY3" fmla="*/ 144172 h 144172"/>
              <a:gd name="connsiteX4" fmla="*/ 0 w 427766"/>
              <a:gd name="connsiteY4" fmla="*/ 0 h 14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766" h="144172">
                <a:moveTo>
                  <a:pt x="0" y="0"/>
                </a:moveTo>
                <a:lnTo>
                  <a:pt x="415764" y="0"/>
                </a:lnTo>
                <a:lnTo>
                  <a:pt x="427766" y="64189"/>
                </a:lnTo>
                <a:lnTo>
                  <a:pt x="0" y="14417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36" name="Rectangle: Rounded Corners 30">
            <a:extLst>
              <a:ext uri="{FF2B5EF4-FFF2-40B4-BE49-F238E27FC236}">
                <a16:creationId xmlns:a16="http://schemas.microsoft.com/office/drawing/2014/main" id="{3C3964BA-6EF0-A9B6-EA38-B03CA1582D73}"/>
              </a:ext>
            </a:extLst>
          </p:cNvPr>
          <p:cNvSpPr/>
          <p:nvPr/>
        </p:nvSpPr>
        <p:spPr>
          <a:xfrm>
            <a:off x="14709017" y="5847724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37" name="Straight Connector 4136">
            <a:extLst>
              <a:ext uri="{FF2B5EF4-FFF2-40B4-BE49-F238E27FC236}">
                <a16:creationId xmlns:a16="http://schemas.microsoft.com/office/drawing/2014/main" id="{040ADE33-0E06-28F5-FEA3-0B632C503370}"/>
              </a:ext>
            </a:extLst>
          </p:cNvPr>
          <p:cNvCxnSpPr/>
          <p:nvPr/>
        </p:nvCxnSpPr>
        <p:spPr>
          <a:xfrm>
            <a:off x="15236829" y="5847724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8" name="Rectangle: Rounded Corners 4137">
            <a:extLst>
              <a:ext uri="{FF2B5EF4-FFF2-40B4-BE49-F238E27FC236}">
                <a16:creationId xmlns:a16="http://schemas.microsoft.com/office/drawing/2014/main" id="{3C4E2CF2-F5A3-0381-277A-6EA5B0BCD13B}"/>
              </a:ext>
            </a:extLst>
          </p:cNvPr>
          <p:cNvSpPr/>
          <p:nvPr/>
        </p:nvSpPr>
        <p:spPr>
          <a:xfrm>
            <a:off x="15350161" y="6048799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39" name="Rectangle: Rounded Corners 4138">
            <a:extLst>
              <a:ext uri="{FF2B5EF4-FFF2-40B4-BE49-F238E27FC236}">
                <a16:creationId xmlns:a16="http://schemas.microsoft.com/office/drawing/2014/main" id="{6B84AA72-2738-FBF1-1359-117F97901ED3}"/>
              </a:ext>
            </a:extLst>
          </p:cNvPr>
          <p:cNvSpPr/>
          <p:nvPr/>
        </p:nvSpPr>
        <p:spPr>
          <a:xfrm>
            <a:off x="14822349" y="604257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42" name="Rectangle: Rounded Corners 30">
            <a:extLst>
              <a:ext uri="{FF2B5EF4-FFF2-40B4-BE49-F238E27FC236}">
                <a16:creationId xmlns:a16="http://schemas.microsoft.com/office/drawing/2014/main" id="{202A0AC9-D68B-255E-9981-A4B56D423239}"/>
              </a:ext>
            </a:extLst>
          </p:cNvPr>
          <p:cNvSpPr/>
          <p:nvPr/>
        </p:nvSpPr>
        <p:spPr>
          <a:xfrm>
            <a:off x="10743233" y="5847724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43" name="Straight Connector 4142">
            <a:extLst>
              <a:ext uri="{FF2B5EF4-FFF2-40B4-BE49-F238E27FC236}">
                <a16:creationId xmlns:a16="http://schemas.microsoft.com/office/drawing/2014/main" id="{7F20888E-71E8-3B80-D4F3-94B94ECC8578}"/>
              </a:ext>
            </a:extLst>
          </p:cNvPr>
          <p:cNvCxnSpPr/>
          <p:nvPr/>
        </p:nvCxnSpPr>
        <p:spPr>
          <a:xfrm>
            <a:off x="11271045" y="5847724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44" name="Rectangle: Rounded Corners 4143">
            <a:extLst>
              <a:ext uri="{FF2B5EF4-FFF2-40B4-BE49-F238E27FC236}">
                <a16:creationId xmlns:a16="http://schemas.microsoft.com/office/drawing/2014/main" id="{0EE14C29-0187-0F5A-C1FC-2652A026A0E8}"/>
              </a:ext>
            </a:extLst>
          </p:cNvPr>
          <p:cNvSpPr/>
          <p:nvPr/>
        </p:nvSpPr>
        <p:spPr>
          <a:xfrm>
            <a:off x="11384377" y="6048799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45" name="Rectangle: Rounded Corners 4144">
            <a:extLst>
              <a:ext uri="{FF2B5EF4-FFF2-40B4-BE49-F238E27FC236}">
                <a16:creationId xmlns:a16="http://schemas.microsoft.com/office/drawing/2014/main" id="{57E295A4-F30D-DEDA-0E12-12D7FB57F58E}"/>
              </a:ext>
            </a:extLst>
          </p:cNvPr>
          <p:cNvSpPr/>
          <p:nvPr/>
        </p:nvSpPr>
        <p:spPr>
          <a:xfrm>
            <a:off x="10856565" y="604257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48" name="Rectangle: Rounded Corners 30">
            <a:extLst>
              <a:ext uri="{FF2B5EF4-FFF2-40B4-BE49-F238E27FC236}">
                <a16:creationId xmlns:a16="http://schemas.microsoft.com/office/drawing/2014/main" id="{E8195062-C9BE-7E8E-7477-458E09EF2EA1}"/>
              </a:ext>
            </a:extLst>
          </p:cNvPr>
          <p:cNvSpPr/>
          <p:nvPr/>
        </p:nvSpPr>
        <p:spPr>
          <a:xfrm>
            <a:off x="6768842" y="5790874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49" name="Straight Connector 4148">
            <a:extLst>
              <a:ext uri="{FF2B5EF4-FFF2-40B4-BE49-F238E27FC236}">
                <a16:creationId xmlns:a16="http://schemas.microsoft.com/office/drawing/2014/main" id="{F7E4F291-28AF-941D-4B57-D010A6A10352}"/>
              </a:ext>
            </a:extLst>
          </p:cNvPr>
          <p:cNvCxnSpPr/>
          <p:nvPr/>
        </p:nvCxnSpPr>
        <p:spPr>
          <a:xfrm>
            <a:off x="7296654" y="5790874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0" name="Rectangle: Rounded Corners 4149">
            <a:extLst>
              <a:ext uri="{FF2B5EF4-FFF2-40B4-BE49-F238E27FC236}">
                <a16:creationId xmlns:a16="http://schemas.microsoft.com/office/drawing/2014/main" id="{6A930C17-7B3F-2220-84F3-627A445BCADA}"/>
              </a:ext>
            </a:extLst>
          </p:cNvPr>
          <p:cNvSpPr/>
          <p:nvPr/>
        </p:nvSpPr>
        <p:spPr>
          <a:xfrm>
            <a:off x="7409986" y="5991949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51" name="Rectangle: Rounded Corners 4150">
            <a:extLst>
              <a:ext uri="{FF2B5EF4-FFF2-40B4-BE49-F238E27FC236}">
                <a16:creationId xmlns:a16="http://schemas.microsoft.com/office/drawing/2014/main" id="{80090848-FDE5-ED9C-8B86-0BE484B5A333}"/>
              </a:ext>
            </a:extLst>
          </p:cNvPr>
          <p:cNvSpPr/>
          <p:nvPr/>
        </p:nvSpPr>
        <p:spPr>
          <a:xfrm>
            <a:off x="6882174" y="598572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54" name="Rectangle: Rounded Corners 30">
            <a:extLst>
              <a:ext uri="{FF2B5EF4-FFF2-40B4-BE49-F238E27FC236}">
                <a16:creationId xmlns:a16="http://schemas.microsoft.com/office/drawing/2014/main" id="{03C65F0B-EE56-D2ED-562D-1812E09FF268}"/>
              </a:ext>
            </a:extLst>
          </p:cNvPr>
          <p:cNvSpPr/>
          <p:nvPr/>
        </p:nvSpPr>
        <p:spPr>
          <a:xfrm>
            <a:off x="2738931" y="5847132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55" name="Straight Connector 4154">
            <a:extLst>
              <a:ext uri="{FF2B5EF4-FFF2-40B4-BE49-F238E27FC236}">
                <a16:creationId xmlns:a16="http://schemas.microsoft.com/office/drawing/2014/main" id="{B0A2A970-05A2-A5C2-0B4D-FB0AEED1FECE}"/>
              </a:ext>
            </a:extLst>
          </p:cNvPr>
          <p:cNvCxnSpPr/>
          <p:nvPr/>
        </p:nvCxnSpPr>
        <p:spPr>
          <a:xfrm>
            <a:off x="3266743" y="5847132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6" name="Rectangle: Rounded Corners 4155">
            <a:extLst>
              <a:ext uri="{FF2B5EF4-FFF2-40B4-BE49-F238E27FC236}">
                <a16:creationId xmlns:a16="http://schemas.microsoft.com/office/drawing/2014/main" id="{7C177E94-8F4C-87DC-87A2-9F5164EBA139}"/>
              </a:ext>
            </a:extLst>
          </p:cNvPr>
          <p:cNvSpPr/>
          <p:nvPr/>
        </p:nvSpPr>
        <p:spPr>
          <a:xfrm>
            <a:off x="3380075" y="6048207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57" name="Rectangle: Rounded Corners 4156">
            <a:extLst>
              <a:ext uri="{FF2B5EF4-FFF2-40B4-BE49-F238E27FC236}">
                <a16:creationId xmlns:a16="http://schemas.microsoft.com/office/drawing/2014/main" id="{9686A920-C762-A2CD-36E0-541C56703FA8}"/>
              </a:ext>
            </a:extLst>
          </p:cNvPr>
          <p:cNvSpPr/>
          <p:nvPr/>
        </p:nvSpPr>
        <p:spPr>
          <a:xfrm>
            <a:off x="2852263" y="6041984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F13A8B9D-108C-72F1-6D86-3D8A19314D24}"/>
              </a:ext>
            </a:extLst>
          </p:cNvPr>
          <p:cNvSpPr/>
          <p:nvPr/>
        </p:nvSpPr>
        <p:spPr>
          <a:xfrm>
            <a:off x="1335244" y="5318760"/>
            <a:ext cx="15261116" cy="139893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403ECD77-3D4A-26B1-E365-E6C1C400D8B5}"/>
              </a:ext>
            </a:extLst>
          </p:cNvPr>
          <p:cNvSpPr/>
          <p:nvPr/>
        </p:nvSpPr>
        <p:spPr>
          <a:xfrm>
            <a:off x="6779207" y="7851140"/>
            <a:ext cx="491837" cy="306070"/>
          </a:xfrm>
          <a:prstGeom prst="rect">
            <a:avLst/>
          </a:pr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927218CF-26FC-DB89-5F79-63E4869069E6}"/>
              </a:ext>
            </a:extLst>
          </p:cNvPr>
          <p:cNvSpPr/>
          <p:nvPr/>
        </p:nvSpPr>
        <p:spPr>
          <a:xfrm>
            <a:off x="7321266" y="7851140"/>
            <a:ext cx="491837" cy="306070"/>
          </a:xfrm>
          <a:prstGeom prst="rect">
            <a:avLst/>
          </a:pr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F16DC976-474C-5EC1-A3FB-282F1821478F}"/>
              </a:ext>
            </a:extLst>
          </p:cNvPr>
          <p:cNvSpPr/>
          <p:nvPr/>
        </p:nvSpPr>
        <p:spPr>
          <a:xfrm>
            <a:off x="10753508" y="7856220"/>
            <a:ext cx="491837" cy="306070"/>
          </a:xfrm>
          <a:prstGeom prst="rect">
            <a:avLst/>
          </a:pr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C3EF4ACC-AE30-0CE3-DBCA-B293EBB389E6}"/>
              </a:ext>
            </a:extLst>
          </p:cNvPr>
          <p:cNvSpPr/>
          <p:nvPr/>
        </p:nvSpPr>
        <p:spPr>
          <a:xfrm>
            <a:off x="11296746" y="7858722"/>
            <a:ext cx="491837" cy="306070"/>
          </a:xfrm>
          <a:prstGeom prst="rect">
            <a:avLst/>
          </a:pr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3" name="Rectangle: Rounded Corners 1052">
            <a:extLst>
              <a:ext uri="{FF2B5EF4-FFF2-40B4-BE49-F238E27FC236}">
                <a16:creationId xmlns:a16="http://schemas.microsoft.com/office/drawing/2014/main" id="{FCF739FD-115B-DD03-6489-FF4DE50D31D8}"/>
              </a:ext>
            </a:extLst>
          </p:cNvPr>
          <p:cNvSpPr/>
          <p:nvPr/>
        </p:nvSpPr>
        <p:spPr>
          <a:xfrm>
            <a:off x="8516956" y="5923338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19AFF573-3677-B6F9-3B74-221F3A166F14}"/>
              </a:ext>
            </a:extLst>
          </p:cNvPr>
          <p:cNvCxnSpPr>
            <a:cxnSpLocks/>
            <a:endCxn id="1053" idx="2"/>
          </p:cNvCxnSpPr>
          <p:nvPr/>
        </p:nvCxnSpPr>
        <p:spPr>
          <a:xfrm>
            <a:off x="9285972" y="5939866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E3D6F96E-7789-67DB-AA9E-C107BA210A9A}"/>
              </a:ext>
            </a:extLst>
          </p:cNvPr>
          <p:cNvSpPr/>
          <p:nvPr/>
        </p:nvSpPr>
        <p:spPr>
          <a:xfrm>
            <a:off x="12494194" y="5893645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2601423A-3A36-2D86-BF72-3C42FEF687D2}"/>
              </a:ext>
            </a:extLst>
          </p:cNvPr>
          <p:cNvCxnSpPr>
            <a:cxnSpLocks/>
            <a:endCxn id="1057" idx="2"/>
          </p:cNvCxnSpPr>
          <p:nvPr/>
        </p:nvCxnSpPr>
        <p:spPr>
          <a:xfrm>
            <a:off x="13263210" y="5910173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6" name="Rectangle: Rounded Corners 1065">
            <a:extLst>
              <a:ext uri="{FF2B5EF4-FFF2-40B4-BE49-F238E27FC236}">
                <a16:creationId xmlns:a16="http://schemas.microsoft.com/office/drawing/2014/main" id="{BF6B4F6B-F74F-3F03-76BB-12E51CA60187}"/>
              </a:ext>
            </a:extLst>
          </p:cNvPr>
          <p:cNvSpPr/>
          <p:nvPr/>
        </p:nvSpPr>
        <p:spPr>
          <a:xfrm>
            <a:off x="4533026" y="5870699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1" name="Straight Connector 1070">
            <a:extLst>
              <a:ext uri="{FF2B5EF4-FFF2-40B4-BE49-F238E27FC236}">
                <a16:creationId xmlns:a16="http://schemas.microsoft.com/office/drawing/2014/main" id="{B8366AE8-FBB2-A9DA-6018-822765F67AFB}"/>
              </a:ext>
            </a:extLst>
          </p:cNvPr>
          <p:cNvCxnSpPr>
            <a:cxnSpLocks/>
            <a:endCxn id="1066" idx="2"/>
          </p:cNvCxnSpPr>
          <p:nvPr/>
        </p:nvCxnSpPr>
        <p:spPr>
          <a:xfrm>
            <a:off x="5302042" y="5887227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2" name="Rectangle: Rounded Corners 1071">
            <a:extLst>
              <a:ext uri="{FF2B5EF4-FFF2-40B4-BE49-F238E27FC236}">
                <a16:creationId xmlns:a16="http://schemas.microsoft.com/office/drawing/2014/main" id="{90B0AC1E-A16C-2ECA-3510-71188F7695A4}"/>
              </a:ext>
            </a:extLst>
          </p:cNvPr>
          <p:cNvSpPr/>
          <p:nvPr/>
        </p:nvSpPr>
        <p:spPr>
          <a:xfrm>
            <a:off x="1548848" y="5901909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E7257693-5204-8218-D49C-4C0BB58F6FB0}"/>
              </a:ext>
            </a:extLst>
          </p:cNvPr>
          <p:cNvSpPr/>
          <p:nvPr/>
        </p:nvSpPr>
        <p:spPr>
          <a:xfrm>
            <a:off x="1335242" y="4890391"/>
            <a:ext cx="15261116" cy="430063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5D6F169C-7783-4F90-D208-95EAB5CA587B}"/>
              </a:ext>
            </a:extLst>
          </p:cNvPr>
          <p:cNvSpPr/>
          <p:nvPr/>
        </p:nvSpPr>
        <p:spPr>
          <a:xfrm>
            <a:off x="16894984" y="8765592"/>
            <a:ext cx="534158" cy="342131"/>
          </a:xfrm>
          <a:prstGeom prst="rect">
            <a:avLst/>
          </a:prstGeom>
          <a:solidFill>
            <a:srgbClr val="8889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A57953B-AEFB-C778-2414-CF54DF54965F}"/>
              </a:ext>
            </a:extLst>
          </p:cNvPr>
          <p:cNvSpPr/>
          <p:nvPr/>
        </p:nvSpPr>
        <p:spPr>
          <a:xfrm>
            <a:off x="16894984" y="8719873"/>
            <a:ext cx="534154" cy="4571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8" name="Freeform: Shape 1077">
            <a:extLst>
              <a:ext uri="{FF2B5EF4-FFF2-40B4-BE49-F238E27FC236}">
                <a16:creationId xmlns:a16="http://schemas.microsoft.com/office/drawing/2014/main" id="{F815BA87-2D56-3EBD-BF99-E5F312CAAFF1}"/>
              </a:ext>
            </a:extLst>
          </p:cNvPr>
          <p:cNvSpPr/>
          <p:nvPr/>
        </p:nvSpPr>
        <p:spPr>
          <a:xfrm>
            <a:off x="17135435" y="8208416"/>
            <a:ext cx="293704" cy="508055"/>
          </a:xfrm>
          <a:custGeom>
            <a:avLst/>
            <a:gdLst>
              <a:gd name="connsiteX0" fmla="*/ 137214 w 293704"/>
              <a:gd name="connsiteY0" fmla="*/ 0 h 508055"/>
              <a:gd name="connsiteX1" fmla="*/ 293704 w 293704"/>
              <a:gd name="connsiteY1" fmla="*/ 42362 h 508055"/>
              <a:gd name="connsiteX2" fmla="*/ 293704 w 293704"/>
              <a:gd name="connsiteY2" fmla="*/ 508055 h 508055"/>
              <a:gd name="connsiteX3" fmla="*/ 42 w 293704"/>
              <a:gd name="connsiteY3" fmla="*/ 508055 h 508055"/>
              <a:gd name="connsiteX4" fmla="*/ 0 w 293704"/>
              <a:gd name="connsiteY4" fmla="*/ 495834 h 508055"/>
              <a:gd name="connsiteX5" fmla="*/ 16814 w 293704"/>
              <a:gd name="connsiteY5" fmla="*/ 490927 h 508055"/>
              <a:gd name="connsiteX6" fmla="*/ 137226 w 293704"/>
              <a:gd name="connsiteY6" fmla="*/ 5874 h 508055"/>
              <a:gd name="connsiteX7" fmla="*/ 137214 w 293704"/>
              <a:gd name="connsiteY7" fmla="*/ 0 h 508055"/>
              <a:gd name="connsiteX0" fmla="*/ 144834 w 293704"/>
              <a:gd name="connsiteY0" fmla="*/ 0 h 508055"/>
              <a:gd name="connsiteX1" fmla="*/ 293704 w 293704"/>
              <a:gd name="connsiteY1" fmla="*/ 42362 h 508055"/>
              <a:gd name="connsiteX2" fmla="*/ 293704 w 293704"/>
              <a:gd name="connsiteY2" fmla="*/ 508055 h 508055"/>
              <a:gd name="connsiteX3" fmla="*/ 42 w 293704"/>
              <a:gd name="connsiteY3" fmla="*/ 508055 h 508055"/>
              <a:gd name="connsiteX4" fmla="*/ 0 w 293704"/>
              <a:gd name="connsiteY4" fmla="*/ 495834 h 508055"/>
              <a:gd name="connsiteX5" fmla="*/ 16814 w 293704"/>
              <a:gd name="connsiteY5" fmla="*/ 490927 h 508055"/>
              <a:gd name="connsiteX6" fmla="*/ 137226 w 293704"/>
              <a:gd name="connsiteY6" fmla="*/ 5874 h 508055"/>
              <a:gd name="connsiteX7" fmla="*/ 144834 w 293704"/>
              <a:gd name="connsiteY7" fmla="*/ 0 h 508055"/>
              <a:gd name="connsiteX0" fmla="*/ 152454 w 293704"/>
              <a:gd name="connsiteY0" fmla="*/ 0 h 508055"/>
              <a:gd name="connsiteX1" fmla="*/ 293704 w 293704"/>
              <a:gd name="connsiteY1" fmla="*/ 42362 h 508055"/>
              <a:gd name="connsiteX2" fmla="*/ 293704 w 293704"/>
              <a:gd name="connsiteY2" fmla="*/ 508055 h 508055"/>
              <a:gd name="connsiteX3" fmla="*/ 42 w 293704"/>
              <a:gd name="connsiteY3" fmla="*/ 508055 h 508055"/>
              <a:gd name="connsiteX4" fmla="*/ 0 w 293704"/>
              <a:gd name="connsiteY4" fmla="*/ 495834 h 508055"/>
              <a:gd name="connsiteX5" fmla="*/ 16814 w 293704"/>
              <a:gd name="connsiteY5" fmla="*/ 490927 h 508055"/>
              <a:gd name="connsiteX6" fmla="*/ 137226 w 293704"/>
              <a:gd name="connsiteY6" fmla="*/ 5874 h 508055"/>
              <a:gd name="connsiteX7" fmla="*/ 152454 w 293704"/>
              <a:gd name="connsiteY7" fmla="*/ 0 h 50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704" h="508055">
                <a:moveTo>
                  <a:pt x="152454" y="0"/>
                </a:moveTo>
                <a:lnTo>
                  <a:pt x="293704" y="42362"/>
                </a:lnTo>
                <a:lnTo>
                  <a:pt x="293704" y="508055"/>
                </a:lnTo>
                <a:lnTo>
                  <a:pt x="42" y="508055"/>
                </a:lnTo>
                <a:cubicBezTo>
                  <a:pt x="28" y="503981"/>
                  <a:pt x="14" y="499908"/>
                  <a:pt x="0" y="495834"/>
                </a:cubicBezTo>
                <a:lnTo>
                  <a:pt x="16814" y="490927"/>
                </a:lnTo>
                <a:cubicBezTo>
                  <a:pt x="133698" y="432200"/>
                  <a:pt x="137270" y="76514"/>
                  <a:pt x="137226" y="5874"/>
                </a:cubicBezTo>
                <a:lnTo>
                  <a:pt x="152454" y="0"/>
                </a:lnTo>
                <a:close/>
              </a:path>
            </a:pathLst>
          </a:custGeom>
          <a:solidFill>
            <a:srgbClr val="6A69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87" name="Freeform: Shape 1086">
            <a:extLst>
              <a:ext uri="{FF2B5EF4-FFF2-40B4-BE49-F238E27FC236}">
                <a16:creationId xmlns:a16="http://schemas.microsoft.com/office/drawing/2014/main" id="{0F8EDCD8-6AA9-3079-3662-C085025572B1}"/>
              </a:ext>
            </a:extLst>
          </p:cNvPr>
          <p:cNvSpPr/>
          <p:nvPr/>
        </p:nvSpPr>
        <p:spPr>
          <a:xfrm>
            <a:off x="16592742" y="5317760"/>
            <a:ext cx="832780" cy="2483259"/>
          </a:xfrm>
          <a:custGeom>
            <a:avLst/>
            <a:gdLst>
              <a:gd name="connsiteX0" fmla="*/ 0 w 832780"/>
              <a:gd name="connsiteY0" fmla="*/ 0 h 2483259"/>
              <a:gd name="connsiteX1" fmla="*/ 832780 w 832780"/>
              <a:gd name="connsiteY1" fmla="*/ 0 h 2483259"/>
              <a:gd name="connsiteX2" fmla="*/ 832780 w 832780"/>
              <a:gd name="connsiteY2" fmla="*/ 2483259 h 2483259"/>
              <a:gd name="connsiteX3" fmla="*/ 758096 w 832780"/>
              <a:gd name="connsiteY3" fmla="*/ 2483259 h 2483259"/>
              <a:gd name="connsiteX4" fmla="*/ 719682 w 832780"/>
              <a:gd name="connsiteY4" fmla="*/ 2315753 h 2483259"/>
              <a:gd name="connsiteX5" fmla="*/ 729530 w 832780"/>
              <a:gd name="connsiteY5" fmla="*/ 2324797 h 2483259"/>
              <a:gd name="connsiteX6" fmla="*/ 719266 w 832780"/>
              <a:gd name="connsiteY6" fmla="*/ 2313941 h 2483259"/>
              <a:gd name="connsiteX7" fmla="*/ 719682 w 832780"/>
              <a:gd name="connsiteY7" fmla="*/ 2315753 h 2483259"/>
              <a:gd name="connsiteX8" fmla="*/ 718518 w 832780"/>
              <a:gd name="connsiteY8" fmla="*/ 2314685 h 2483259"/>
              <a:gd name="connsiteX9" fmla="*/ 672150 w 832780"/>
              <a:gd name="connsiteY9" fmla="*/ 2215514 h 2483259"/>
              <a:gd name="connsiteX10" fmla="*/ 328998 w 832780"/>
              <a:gd name="connsiteY10" fmla="*/ 366845 h 2483259"/>
              <a:gd name="connsiteX11" fmla="*/ 197296 w 832780"/>
              <a:gd name="connsiteY11" fmla="*/ 139894 h 2483259"/>
              <a:gd name="connsiteX12" fmla="*/ 0 w 832780"/>
              <a:gd name="connsiteY12" fmla="*/ 139894 h 2483259"/>
              <a:gd name="connsiteX13" fmla="*/ 0 w 832780"/>
              <a:gd name="connsiteY13" fmla="*/ 0 h 248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32780" h="2483259">
                <a:moveTo>
                  <a:pt x="0" y="0"/>
                </a:moveTo>
                <a:lnTo>
                  <a:pt x="832780" y="0"/>
                </a:lnTo>
                <a:lnTo>
                  <a:pt x="832780" y="2483259"/>
                </a:lnTo>
                <a:lnTo>
                  <a:pt x="758096" y="2483259"/>
                </a:lnTo>
                <a:lnTo>
                  <a:pt x="719682" y="2315753"/>
                </a:lnTo>
                <a:lnTo>
                  <a:pt x="729530" y="2324797"/>
                </a:lnTo>
                <a:cubicBezTo>
                  <a:pt x="730202" y="2324450"/>
                  <a:pt x="727330" y="2320609"/>
                  <a:pt x="719266" y="2313941"/>
                </a:cubicBezTo>
                <a:lnTo>
                  <a:pt x="719682" y="2315753"/>
                </a:lnTo>
                <a:lnTo>
                  <a:pt x="718518" y="2314685"/>
                </a:lnTo>
                <a:cubicBezTo>
                  <a:pt x="706280" y="2300063"/>
                  <a:pt x="686438" y="2268789"/>
                  <a:pt x="672150" y="2215514"/>
                </a:cubicBezTo>
                <a:cubicBezTo>
                  <a:pt x="542610" y="1398716"/>
                  <a:pt x="481398" y="1167641"/>
                  <a:pt x="328998" y="366845"/>
                </a:cubicBezTo>
                <a:cubicBezTo>
                  <a:pt x="309946" y="271726"/>
                  <a:pt x="231454" y="139894"/>
                  <a:pt x="197296" y="139894"/>
                </a:cubicBezTo>
                <a:lnTo>
                  <a:pt x="0" y="1398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2D2D"/>
              </a:gs>
              <a:gs pos="100000">
                <a:srgbClr val="BF2C2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D791B38D-6A94-3A73-0747-39316BA8B6D9}"/>
              </a:ext>
            </a:extLst>
          </p:cNvPr>
          <p:cNvSpPr/>
          <p:nvPr/>
        </p:nvSpPr>
        <p:spPr>
          <a:xfrm>
            <a:off x="17276340" y="7642860"/>
            <a:ext cx="158410" cy="604520"/>
          </a:xfrm>
          <a:custGeom>
            <a:avLst/>
            <a:gdLst>
              <a:gd name="connsiteX0" fmla="*/ 0 w 290246"/>
              <a:gd name="connsiteY0" fmla="*/ 0 h 584200"/>
              <a:gd name="connsiteX1" fmla="*/ 290246 w 290246"/>
              <a:gd name="connsiteY1" fmla="*/ 0 h 584200"/>
              <a:gd name="connsiteX2" fmla="*/ 290246 w 290246"/>
              <a:gd name="connsiteY2" fmla="*/ 584200 h 584200"/>
              <a:gd name="connsiteX3" fmla="*/ 0 w 290246"/>
              <a:gd name="connsiteY3" fmla="*/ 584200 h 584200"/>
              <a:gd name="connsiteX4" fmla="*/ 0 w 290246"/>
              <a:gd name="connsiteY4" fmla="*/ 0 h 584200"/>
              <a:gd name="connsiteX0" fmla="*/ 58420 w 348666"/>
              <a:gd name="connsiteY0" fmla="*/ 0 h 584200"/>
              <a:gd name="connsiteX1" fmla="*/ 348666 w 348666"/>
              <a:gd name="connsiteY1" fmla="*/ 0 h 584200"/>
              <a:gd name="connsiteX2" fmla="*/ 348666 w 348666"/>
              <a:gd name="connsiteY2" fmla="*/ 584200 h 584200"/>
              <a:gd name="connsiteX3" fmla="*/ 0 w 348666"/>
              <a:gd name="connsiteY3" fmla="*/ 574040 h 584200"/>
              <a:gd name="connsiteX4" fmla="*/ 58420 w 348666"/>
              <a:gd name="connsiteY4" fmla="*/ 0 h 584200"/>
              <a:gd name="connsiteX0" fmla="*/ 58420 w 348666"/>
              <a:gd name="connsiteY0" fmla="*/ 0 h 604520"/>
              <a:gd name="connsiteX1" fmla="*/ 348666 w 348666"/>
              <a:gd name="connsiteY1" fmla="*/ 0 h 604520"/>
              <a:gd name="connsiteX2" fmla="*/ 158166 w 348666"/>
              <a:gd name="connsiteY2" fmla="*/ 604520 h 604520"/>
              <a:gd name="connsiteX3" fmla="*/ 0 w 348666"/>
              <a:gd name="connsiteY3" fmla="*/ 574040 h 604520"/>
              <a:gd name="connsiteX4" fmla="*/ 58420 w 348666"/>
              <a:gd name="connsiteY4" fmla="*/ 0 h 604520"/>
              <a:gd name="connsiteX0" fmla="*/ 58420 w 160706"/>
              <a:gd name="connsiteY0" fmla="*/ 0 h 604520"/>
              <a:gd name="connsiteX1" fmla="*/ 160706 w 160706"/>
              <a:gd name="connsiteY1" fmla="*/ 236220 h 604520"/>
              <a:gd name="connsiteX2" fmla="*/ 158166 w 160706"/>
              <a:gd name="connsiteY2" fmla="*/ 604520 h 604520"/>
              <a:gd name="connsiteX3" fmla="*/ 0 w 160706"/>
              <a:gd name="connsiteY3" fmla="*/ 574040 h 604520"/>
              <a:gd name="connsiteX4" fmla="*/ 58420 w 160706"/>
              <a:gd name="connsiteY4" fmla="*/ 0 h 604520"/>
              <a:gd name="connsiteX0" fmla="*/ 58420 w 158410"/>
              <a:gd name="connsiteY0" fmla="*/ 0 h 604520"/>
              <a:gd name="connsiteX1" fmla="*/ 158166 w 158410"/>
              <a:gd name="connsiteY1" fmla="*/ 124460 h 604520"/>
              <a:gd name="connsiteX2" fmla="*/ 158166 w 158410"/>
              <a:gd name="connsiteY2" fmla="*/ 604520 h 604520"/>
              <a:gd name="connsiteX3" fmla="*/ 0 w 158410"/>
              <a:gd name="connsiteY3" fmla="*/ 574040 h 604520"/>
              <a:gd name="connsiteX4" fmla="*/ 58420 w 158410"/>
              <a:gd name="connsiteY4" fmla="*/ 0 h 604520"/>
              <a:gd name="connsiteX0" fmla="*/ 58420 w 158410"/>
              <a:gd name="connsiteY0" fmla="*/ 0 h 604520"/>
              <a:gd name="connsiteX1" fmla="*/ 158166 w 158410"/>
              <a:gd name="connsiteY1" fmla="*/ 124460 h 604520"/>
              <a:gd name="connsiteX2" fmla="*/ 158166 w 158410"/>
              <a:gd name="connsiteY2" fmla="*/ 604520 h 604520"/>
              <a:gd name="connsiteX3" fmla="*/ 0 w 158410"/>
              <a:gd name="connsiteY3" fmla="*/ 574040 h 604520"/>
              <a:gd name="connsiteX4" fmla="*/ 58420 w 158410"/>
              <a:gd name="connsiteY4" fmla="*/ 0 h 604520"/>
              <a:gd name="connsiteX0" fmla="*/ 58420 w 158410"/>
              <a:gd name="connsiteY0" fmla="*/ 0 h 604520"/>
              <a:gd name="connsiteX1" fmla="*/ 158166 w 158410"/>
              <a:gd name="connsiteY1" fmla="*/ 124460 h 604520"/>
              <a:gd name="connsiteX2" fmla="*/ 158166 w 158410"/>
              <a:gd name="connsiteY2" fmla="*/ 604520 h 604520"/>
              <a:gd name="connsiteX3" fmla="*/ 0 w 158410"/>
              <a:gd name="connsiteY3" fmla="*/ 574040 h 604520"/>
              <a:gd name="connsiteX4" fmla="*/ 58420 w 158410"/>
              <a:gd name="connsiteY4" fmla="*/ 0 h 604520"/>
              <a:gd name="connsiteX0" fmla="*/ 58420 w 158410"/>
              <a:gd name="connsiteY0" fmla="*/ 0 h 604520"/>
              <a:gd name="connsiteX1" fmla="*/ 158166 w 158410"/>
              <a:gd name="connsiteY1" fmla="*/ 124460 h 604520"/>
              <a:gd name="connsiteX2" fmla="*/ 158166 w 158410"/>
              <a:gd name="connsiteY2" fmla="*/ 604520 h 604520"/>
              <a:gd name="connsiteX3" fmla="*/ 0 w 158410"/>
              <a:gd name="connsiteY3" fmla="*/ 574040 h 604520"/>
              <a:gd name="connsiteX4" fmla="*/ 58420 w 158410"/>
              <a:gd name="connsiteY4" fmla="*/ 0 h 604520"/>
              <a:gd name="connsiteX0" fmla="*/ 48260 w 158410"/>
              <a:gd name="connsiteY0" fmla="*/ 0 h 604520"/>
              <a:gd name="connsiteX1" fmla="*/ 158166 w 158410"/>
              <a:gd name="connsiteY1" fmla="*/ 124460 h 604520"/>
              <a:gd name="connsiteX2" fmla="*/ 158166 w 158410"/>
              <a:gd name="connsiteY2" fmla="*/ 604520 h 604520"/>
              <a:gd name="connsiteX3" fmla="*/ 0 w 158410"/>
              <a:gd name="connsiteY3" fmla="*/ 574040 h 604520"/>
              <a:gd name="connsiteX4" fmla="*/ 48260 w 158410"/>
              <a:gd name="connsiteY4" fmla="*/ 0 h 60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410" h="604520">
                <a:moveTo>
                  <a:pt x="48260" y="0"/>
                </a:moveTo>
                <a:cubicBezTo>
                  <a:pt x="71349" y="56727"/>
                  <a:pt x="99517" y="98213"/>
                  <a:pt x="158166" y="124460"/>
                </a:cubicBezTo>
                <a:cubicBezTo>
                  <a:pt x="157319" y="247227"/>
                  <a:pt x="159013" y="481753"/>
                  <a:pt x="158166" y="604520"/>
                </a:cubicBezTo>
                <a:lnTo>
                  <a:pt x="0" y="574040"/>
                </a:lnTo>
                <a:lnTo>
                  <a:pt x="48260" y="0"/>
                </a:lnTo>
                <a:close/>
              </a:path>
            </a:pathLst>
          </a:custGeom>
          <a:solidFill>
            <a:srgbClr val="1F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67" name="Freeform: Shape 4166">
            <a:extLst>
              <a:ext uri="{FF2B5EF4-FFF2-40B4-BE49-F238E27FC236}">
                <a16:creationId xmlns:a16="http://schemas.microsoft.com/office/drawing/2014/main" id="{B07FB151-D13E-8C64-2D54-F6BABBAACD19}"/>
              </a:ext>
            </a:extLst>
          </p:cNvPr>
          <p:cNvSpPr/>
          <p:nvPr/>
        </p:nvSpPr>
        <p:spPr>
          <a:xfrm>
            <a:off x="16943070" y="5318760"/>
            <a:ext cx="486068" cy="2259022"/>
          </a:xfrm>
          <a:custGeom>
            <a:avLst/>
            <a:gdLst>
              <a:gd name="connsiteX0" fmla="*/ 0 w 486068"/>
              <a:gd name="connsiteY0" fmla="*/ 0 h 2259022"/>
              <a:gd name="connsiteX1" fmla="*/ 486068 w 486068"/>
              <a:gd name="connsiteY1" fmla="*/ 0 h 2259022"/>
              <a:gd name="connsiteX2" fmla="*/ 486068 w 486068"/>
              <a:gd name="connsiteY2" fmla="*/ 2259022 h 2259022"/>
              <a:gd name="connsiteX3" fmla="*/ 468314 w 486068"/>
              <a:gd name="connsiteY3" fmla="*/ 2225182 h 2259022"/>
              <a:gd name="connsiteX4" fmla="*/ 397202 w 486068"/>
              <a:gd name="connsiteY4" fmla="*/ 2063879 h 2259022"/>
              <a:gd name="connsiteX5" fmla="*/ 234642 w 486068"/>
              <a:gd name="connsiteY5" fmla="*/ 316103 h 2259022"/>
              <a:gd name="connsiteX6" fmla="*/ 22680 w 486068"/>
              <a:gd name="connsiteY6" fmla="*/ 1 h 2259022"/>
              <a:gd name="connsiteX7" fmla="*/ 0 w 486068"/>
              <a:gd name="connsiteY7" fmla="*/ 1 h 2259022"/>
              <a:gd name="connsiteX8" fmla="*/ 0 w 486068"/>
              <a:gd name="connsiteY8" fmla="*/ 0 h 225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068" h="2259022">
                <a:moveTo>
                  <a:pt x="0" y="0"/>
                </a:moveTo>
                <a:lnTo>
                  <a:pt x="486068" y="0"/>
                </a:lnTo>
                <a:lnTo>
                  <a:pt x="486068" y="2259022"/>
                </a:lnTo>
                <a:lnTo>
                  <a:pt x="468314" y="2225182"/>
                </a:lnTo>
                <a:cubicBezTo>
                  <a:pt x="429454" y="2159804"/>
                  <a:pt x="410538" y="2183494"/>
                  <a:pt x="397202" y="2063879"/>
                </a:cubicBezTo>
                <a:cubicBezTo>
                  <a:pt x="397202" y="1715814"/>
                  <a:pt x="234642" y="664168"/>
                  <a:pt x="234642" y="316103"/>
                </a:cubicBezTo>
                <a:cubicBezTo>
                  <a:pt x="234642" y="179400"/>
                  <a:pt x="159382" y="1"/>
                  <a:pt x="22680" y="1"/>
                </a:cubicBez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35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69" name="Rectangle 4168">
            <a:extLst>
              <a:ext uri="{FF2B5EF4-FFF2-40B4-BE49-F238E27FC236}">
                <a16:creationId xmlns:a16="http://schemas.microsoft.com/office/drawing/2014/main" id="{A867560D-F1AA-0A16-929D-F03C2B8EC1AA}"/>
              </a:ext>
            </a:extLst>
          </p:cNvPr>
          <p:cNvSpPr/>
          <p:nvPr/>
        </p:nvSpPr>
        <p:spPr>
          <a:xfrm>
            <a:off x="15803880" y="4892263"/>
            <a:ext cx="1629918" cy="445470"/>
          </a:xfrm>
          <a:custGeom>
            <a:avLst/>
            <a:gdLst>
              <a:gd name="connsiteX0" fmla="*/ 0 w 1313794"/>
              <a:gd name="connsiteY0" fmla="*/ 0 h 427369"/>
              <a:gd name="connsiteX1" fmla="*/ 1313794 w 1313794"/>
              <a:gd name="connsiteY1" fmla="*/ 0 h 427369"/>
              <a:gd name="connsiteX2" fmla="*/ 1313794 w 1313794"/>
              <a:gd name="connsiteY2" fmla="*/ 427369 h 427369"/>
              <a:gd name="connsiteX3" fmla="*/ 0 w 1313794"/>
              <a:gd name="connsiteY3" fmla="*/ 427369 h 427369"/>
              <a:gd name="connsiteX4" fmla="*/ 0 w 1313794"/>
              <a:gd name="connsiteY4" fmla="*/ 0 h 427369"/>
              <a:gd name="connsiteX0" fmla="*/ 363855 w 1313794"/>
              <a:gd name="connsiteY0" fmla="*/ 3810 h 427369"/>
              <a:gd name="connsiteX1" fmla="*/ 1313794 w 1313794"/>
              <a:gd name="connsiteY1" fmla="*/ 0 h 427369"/>
              <a:gd name="connsiteX2" fmla="*/ 1313794 w 1313794"/>
              <a:gd name="connsiteY2" fmla="*/ 427369 h 427369"/>
              <a:gd name="connsiteX3" fmla="*/ 0 w 1313794"/>
              <a:gd name="connsiteY3" fmla="*/ 427369 h 427369"/>
              <a:gd name="connsiteX4" fmla="*/ 363855 w 1313794"/>
              <a:gd name="connsiteY4" fmla="*/ 3810 h 427369"/>
              <a:gd name="connsiteX0" fmla="*/ 363855 w 1313794"/>
              <a:gd name="connsiteY0" fmla="*/ 3810 h 427369"/>
              <a:gd name="connsiteX1" fmla="*/ 1313794 w 1313794"/>
              <a:gd name="connsiteY1" fmla="*/ 0 h 427369"/>
              <a:gd name="connsiteX2" fmla="*/ 1313794 w 1313794"/>
              <a:gd name="connsiteY2" fmla="*/ 427369 h 427369"/>
              <a:gd name="connsiteX3" fmla="*/ 0 w 1313794"/>
              <a:gd name="connsiteY3" fmla="*/ 427369 h 427369"/>
              <a:gd name="connsiteX4" fmla="*/ 363855 w 1313794"/>
              <a:gd name="connsiteY4" fmla="*/ 3810 h 427369"/>
              <a:gd name="connsiteX0" fmla="*/ 363855 w 1313794"/>
              <a:gd name="connsiteY0" fmla="*/ 3810 h 427369"/>
              <a:gd name="connsiteX1" fmla="*/ 1313794 w 1313794"/>
              <a:gd name="connsiteY1" fmla="*/ 0 h 427369"/>
              <a:gd name="connsiteX2" fmla="*/ 1313794 w 1313794"/>
              <a:gd name="connsiteY2" fmla="*/ 427369 h 427369"/>
              <a:gd name="connsiteX3" fmla="*/ 0 w 1313794"/>
              <a:gd name="connsiteY3" fmla="*/ 427369 h 427369"/>
              <a:gd name="connsiteX4" fmla="*/ 363855 w 1313794"/>
              <a:gd name="connsiteY4" fmla="*/ 3810 h 427369"/>
              <a:gd name="connsiteX0" fmla="*/ 641985 w 1313794"/>
              <a:gd name="connsiteY0" fmla="*/ 7620 h 427369"/>
              <a:gd name="connsiteX1" fmla="*/ 1313794 w 1313794"/>
              <a:gd name="connsiteY1" fmla="*/ 0 h 427369"/>
              <a:gd name="connsiteX2" fmla="*/ 1313794 w 1313794"/>
              <a:gd name="connsiteY2" fmla="*/ 427369 h 427369"/>
              <a:gd name="connsiteX3" fmla="*/ 0 w 1313794"/>
              <a:gd name="connsiteY3" fmla="*/ 427369 h 427369"/>
              <a:gd name="connsiteX4" fmla="*/ 641985 w 1313794"/>
              <a:gd name="connsiteY4" fmla="*/ 7620 h 427369"/>
              <a:gd name="connsiteX0" fmla="*/ 640450 w 1313794"/>
              <a:gd name="connsiteY0" fmla="*/ 0 h 434618"/>
              <a:gd name="connsiteX1" fmla="*/ 1313794 w 1313794"/>
              <a:gd name="connsiteY1" fmla="*/ 7249 h 434618"/>
              <a:gd name="connsiteX2" fmla="*/ 1313794 w 1313794"/>
              <a:gd name="connsiteY2" fmla="*/ 434618 h 434618"/>
              <a:gd name="connsiteX3" fmla="*/ 0 w 1313794"/>
              <a:gd name="connsiteY3" fmla="*/ 434618 h 434618"/>
              <a:gd name="connsiteX4" fmla="*/ 640450 w 1313794"/>
              <a:gd name="connsiteY4" fmla="*/ 0 h 434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3794" h="434618">
                <a:moveTo>
                  <a:pt x="640450" y="0"/>
                </a:moveTo>
                <a:lnTo>
                  <a:pt x="1313794" y="7249"/>
                </a:lnTo>
                <a:lnTo>
                  <a:pt x="1313794" y="434618"/>
                </a:lnTo>
                <a:lnTo>
                  <a:pt x="0" y="434618"/>
                </a:lnTo>
                <a:cubicBezTo>
                  <a:pt x="266065" y="352487"/>
                  <a:pt x="503925" y="249771"/>
                  <a:pt x="640450" y="0"/>
                </a:cubicBezTo>
                <a:close/>
              </a:path>
            </a:pathLst>
          </a:custGeom>
          <a:solidFill>
            <a:srgbClr val="3535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Picture 2" descr="東武70090型モハ71793の側面写真｜RailFile.jp｜鉄道車両サイドビューの図鑑">
            <a:extLst>
              <a:ext uri="{FF2B5EF4-FFF2-40B4-BE49-F238E27FC236}">
                <a16:creationId xmlns:a16="http://schemas.microsoft.com/office/drawing/2014/main" id="{81F91C26-A640-9102-0556-82746F6DF7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6" t="33553" r="2177" b="22103"/>
          <a:stretch/>
        </p:blipFill>
        <p:spPr bwMode="auto">
          <a:xfrm flipH="1">
            <a:off x="1222799" y="129573"/>
            <a:ext cx="16210999" cy="419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71" name="Rectangle: Rounded Corners 4170">
            <a:extLst>
              <a:ext uri="{FF2B5EF4-FFF2-40B4-BE49-F238E27FC236}">
                <a16:creationId xmlns:a16="http://schemas.microsoft.com/office/drawing/2014/main" id="{01FF5A51-A4F0-E011-BA4E-63C77534326C}"/>
              </a:ext>
            </a:extLst>
          </p:cNvPr>
          <p:cNvSpPr/>
          <p:nvPr/>
        </p:nvSpPr>
        <p:spPr>
          <a:xfrm>
            <a:off x="12569091" y="5503876"/>
            <a:ext cx="563880" cy="233409"/>
          </a:xfrm>
          <a:prstGeom prst="roundRect">
            <a:avLst>
              <a:gd name="adj" fmla="val 13875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72" name="角丸四角形 62">
            <a:extLst>
              <a:ext uri="{FF2B5EF4-FFF2-40B4-BE49-F238E27FC236}">
                <a16:creationId xmlns:a16="http://schemas.microsoft.com/office/drawing/2014/main" id="{056BB457-8754-6379-868D-5EB032BAC4EA}"/>
              </a:ext>
            </a:extLst>
          </p:cNvPr>
          <p:cNvSpPr/>
          <p:nvPr/>
        </p:nvSpPr>
        <p:spPr>
          <a:xfrm>
            <a:off x="8857273" y="5490546"/>
            <a:ext cx="97536" cy="227907"/>
          </a:xfrm>
          <a:prstGeom prst="roundRect">
            <a:avLst>
              <a:gd name="adj" fmla="val 50000"/>
            </a:avLst>
          </a:prstGeom>
          <a:solidFill>
            <a:srgbClr val="23121C"/>
          </a:solidFill>
          <a:ln>
            <a:noFill/>
          </a:ln>
          <a:effectLst>
            <a:glow rad="25400">
              <a:srgbClr val="23121C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4173" name="円/楕円 63">
            <a:extLst>
              <a:ext uri="{FF2B5EF4-FFF2-40B4-BE49-F238E27FC236}">
                <a16:creationId xmlns:a16="http://schemas.microsoft.com/office/drawing/2014/main" id="{AF9076F2-E539-0CD7-9B6D-F365F5C85C97}"/>
              </a:ext>
            </a:extLst>
          </p:cNvPr>
          <p:cNvSpPr/>
          <p:nvPr/>
        </p:nvSpPr>
        <p:spPr>
          <a:xfrm>
            <a:off x="8857273" y="5741921"/>
            <a:ext cx="97536" cy="141435"/>
          </a:xfrm>
          <a:prstGeom prst="ellipse">
            <a:avLst/>
          </a:prstGeom>
          <a:solidFill>
            <a:srgbClr val="681F00"/>
          </a:solidFill>
          <a:ln>
            <a:noFill/>
          </a:ln>
          <a:effectLst>
            <a:glow rad="25400">
              <a:srgbClr val="681F0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pic>
        <p:nvPicPr>
          <p:cNvPr id="4174" name="Picture 4173">
            <a:extLst>
              <a:ext uri="{FF2B5EF4-FFF2-40B4-BE49-F238E27FC236}">
                <a16:creationId xmlns:a16="http://schemas.microsoft.com/office/drawing/2014/main" id="{0B0A32F3-808F-CEAA-2413-9E0D7238920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55" t="4057" r="918" b="1410"/>
          <a:stretch>
            <a:fillRect/>
          </a:stretch>
        </p:blipFill>
        <p:spPr>
          <a:xfrm>
            <a:off x="2485766" y="5528238"/>
            <a:ext cx="196977" cy="243503"/>
          </a:xfrm>
          <a:custGeom>
            <a:avLst/>
            <a:gdLst>
              <a:gd name="connsiteX0" fmla="*/ 92239 w 598789"/>
              <a:gd name="connsiteY0" fmla="*/ 0 h 576276"/>
              <a:gd name="connsiteX1" fmla="*/ 506550 w 598789"/>
              <a:gd name="connsiteY1" fmla="*/ 0 h 576276"/>
              <a:gd name="connsiteX2" fmla="*/ 598789 w 598789"/>
              <a:gd name="connsiteY2" fmla="*/ 92239 h 576276"/>
              <a:gd name="connsiteX3" fmla="*/ 598789 w 598789"/>
              <a:gd name="connsiteY3" fmla="*/ 484037 h 576276"/>
              <a:gd name="connsiteX4" fmla="*/ 506550 w 598789"/>
              <a:gd name="connsiteY4" fmla="*/ 576276 h 576276"/>
              <a:gd name="connsiteX5" fmla="*/ 92239 w 598789"/>
              <a:gd name="connsiteY5" fmla="*/ 576276 h 576276"/>
              <a:gd name="connsiteX6" fmla="*/ 0 w 598789"/>
              <a:gd name="connsiteY6" fmla="*/ 484037 h 576276"/>
              <a:gd name="connsiteX7" fmla="*/ 0 w 598789"/>
              <a:gd name="connsiteY7" fmla="*/ 92239 h 576276"/>
              <a:gd name="connsiteX8" fmla="*/ 92239 w 598789"/>
              <a:gd name="connsiteY8" fmla="*/ 0 h 576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8789" h="576276">
                <a:moveTo>
                  <a:pt x="92239" y="0"/>
                </a:moveTo>
                <a:lnTo>
                  <a:pt x="506550" y="0"/>
                </a:lnTo>
                <a:cubicBezTo>
                  <a:pt x="557492" y="0"/>
                  <a:pt x="598789" y="41297"/>
                  <a:pt x="598789" y="92239"/>
                </a:cubicBezTo>
                <a:lnTo>
                  <a:pt x="598789" y="484037"/>
                </a:lnTo>
                <a:cubicBezTo>
                  <a:pt x="598789" y="534979"/>
                  <a:pt x="557492" y="576276"/>
                  <a:pt x="506550" y="576276"/>
                </a:cubicBezTo>
                <a:lnTo>
                  <a:pt x="92239" y="576276"/>
                </a:lnTo>
                <a:cubicBezTo>
                  <a:pt x="41297" y="576276"/>
                  <a:pt x="0" y="534979"/>
                  <a:pt x="0" y="484037"/>
                </a:cubicBezTo>
                <a:lnTo>
                  <a:pt x="0" y="92239"/>
                </a:lnTo>
                <a:cubicBezTo>
                  <a:pt x="0" y="41297"/>
                  <a:pt x="41297" y="0"/>
                  <a:pt x="92239" y="0"/>
                </a:cubicBezTo>
                <a:close/>
              </a:path>
            </a:pathLst>
          </a:custGeom>
        </p:spPr>
      </p:pic>
      <p:pic>
        <p:nvPicPr>
          <p:cNvPr id="4175" name="Picture 4174">
            <a:extLst>
              <a:ext uri="{FF2B5EF4-FFF2-40B4-BE49-F238E27FC236}">
                <a16:creationId xmlns:a16="http://schemas.microsoft.com/office/drawing/2014/main" id="{0E150372-6E48-2FD3-D6BE-44F346184E4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32" t="7012" r="1894" b="2191"/>
          <a:stretch>
            <a:fillRect/>
          </a:stretch>
        </p:blipFill>
        <p:spPr>
          <a:xfrm>
            <a:off x="2118863" y="5535386"/>
            <a:ext cx="191208" cy="232484"/>
          </a:xfrm>
          <a:custGeom>
            <a:avLst/>
            <a:gdLst>
              <a:gd name="connsiteX0" fmla="*/ 82087 w 516255"/>
              <a:gd name="connsiteY0" fmla="*/ 0 h 492515"/>
              <a:gd name="connsiteX1" fmla="*/ 434168 w 516255"/>
              <a:gd name="connsiteY1" fmla="*/ 0 h 492515"/>
              <a:gd name="connsiteX2" fmla="*/ 516255 w 516255"/>
              <a:gd name="connsiteY2" fmla="*/ 82087 h 492515"/>
              <a:gd name="connsiteX3" fmla="*/ 516255 w 516255"/>
              <a:gd name="connsiteY3" fmla="*/ 410428 h 492515"/>
              <a:gd name="connsiteX4" fmla="*/ 434168 w 516255"/>
              <a:gd name="connsiteY4" fmla="*/ 492515 h 492515"/>
              <a:gd name="connsiteX5" fmla="*/ 82087 w 516255"/>
              <a:gd name="connsiteY5" fmla="*/ 492515 h 492515"/>
              <a:gd name="connsiteX6" fmla="*/ 0 w 516255"/>
              <a:gd name="connsiteY6" fmla="*/ 410428 h 492515"/>
              <a:gd name="connsiteX7" fmla="*/ 0 w 516255"/>
              <a:gd name="connsiteY7" fmla="*/ 82087 h 492515"/>
              <a:gd name="connsiteX8" fmla="*/ 82087 w 516255"/>
              <a:gd name="connsiteY8" fmla="*/ 0 h 49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6255" h="492515">
                <a:moveTo>
                  <a:pt x="82087" y="0"/>
                </a:moveTo>
                <a:lnTo>
                  <a:pt x="434168" y="0"/>
                </a:lnTo>
                <a:cubicBezTo>
                  <a:pt x="479503" y="0"/>
                  <a:pt x="516255" y="36752"/>
                  <a:pt x="516255" y="82087"/>
                </a:cubicBezTo>
                <a:lnTo>
                  <a:pt x="516255" y="410428"/>
                </a:lnTo>
                <a:cubicBezTo>
                  <a:pt x="516255" y="455763"/>
                  <a:pt x="479503" y="492515"/>
                  <a:pt x="434168" y="492515"/>
                </a:cubicBezTo>
                <a:lnTo>
                  <a:pt x="82087" y="492515"/>
                </a:lnTo>
                <a:cubicBezTo>
                  <a:pt x="36752" y="492515"/>
                  <a:pt x="0" y="455763"/>
                  <a:pt x="0" y="410428"/>
                </a:cubicBezTo>
                <a:lnTo>
                  <a:pt x="0" y="82087"/>
                </a:lnTo>
                <a:cubicBezTo>
                  <a:pt x="0" y="36752"/>
                  <a:pt x="36752" y="0"/>
                  <a:pt x="82087" y="0"/>
                </a:cubicBezTo>
                <a:close/>
              </a:path>
            </a:pathLst>
          </a:custGeom>
        </p:spPr>
      </p:pic>
      <p:pic>
        <p:nvPicPr>
          <p:cNvPr id="4177" name="Picture 4176">
            <a:extLst>
              <a:ext uri="{FF2B5EF4-FFF2-40B4-BE49-F238E27FC236}">
                <a16:creationId xmlns:a16="http://schemas.microsoft.com/office/drawing/2014/main" id="{B6B54401-48BA-6293-377F-B00B3FD4EA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93893" y="605456"/>
            <a:ext cx="5934075" cy="3429000"/>
          </a:xfrm>
          <a:prstGeom prst="rect">
            <a:avLst/>
          </a:prstGeom>
        </p:spPr>
      </p:pic>
      <p:pic>
        <p:nvPicPr>
          <p:cNvPr id="4180" name="Picture 4179">
            <a:extLst>
              <a:ext uri="{FF2B5EF4-FFF2-40B4-BE49-F238E27FC236}">
                <a16:creationId xmlns:a16="http://schemas.microsoft.com/office/drawing/2014/main" id="{EE76FB8B-4FBC-947C-6050-BCA94B7F4A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22420" y="9422093"/>
            <a:ext cx="71532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08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5D038-9C2F-1336-B158-7CF97A85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45A826-B231-D8D9-CAA9-2D5A87A42703}"/>
              </a:ext>
            </a:extLst>
          </p:cNvPr>
          <p:cNvSpPr/>
          <p:nvPr/>
        </p:nvSpPr>
        <p:spPr>
          <a:xfrm>
            <a:off x="1335243" y="4903503"/>
            <a:ext cx="15885957" cy="4185138"/>
          </a:xfrm>
          <a:prstGeom prst="rect">
            <a:avLst/>
          </a:prstGeom>
          <a:gradFill>
            <a:gsLst>
              <a:gs pos="100000">
                <a:srgbClr val="C4C5CA"/>
              </a:gs>
              <a:gs pos="12000">
                <a:srgbClr val="D1D1D7"/>
              </a:gs>
              <a:gs pos="48939">
                <a:srgbClr val="D0D0D7"/>
              </a:gs>
              <a:gs pos="31000">
                <a:srgbClr val="AFB4BE"/>
              </a:gs>
              <a:gs pos="62976">
                <a:srgbClr val="B0B5BE"/>
              </a:gs>
              <a:gs pos="82000">
                <a:srgbClr val="CCCDD3"/>
              </a:gs>
              <a:gs pos="0">
                <a:srgbClr val="A3A3A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FA220986-9907-A442-5933-EE97BDF55404}"/>
              </a:ext>
            </a:extLst>
          </p:cNvPr>
          <p:cNvSpPr/>
          <p:nvPr/>
        </p:nvSpPr>
        <p:spPr>
          <a:xfrm>
            <a:off x="11832170" y="7851140"/>
            <a:ext cx="2804160" cy="306070"/>
          </a:xfrm>
          <a:custGeom>
            <a:avLst/>
            <a:gdLst>
              <a:gd name="connsiteX0" fmla="*/ 0 w 2804160"/>
              <a:gd name="connsiteY0" fmla="*/ 0 h 306070"/>
              <a:gd name="connsiteX1" fmla="*/ 2804160 w 2804160"/>
              <a:gd name="connsiteY1" fmla="*/ 0 h 306070"/>
              <a:gd name="connsiteX2" fmla="*/ 2804160 w 2804160"/>
              <a:gd name="connsiteY2" fmla="*/ 306070 h 306070"/>
              <a:gd name="connsiteX3" fmla="*/ 0 w 2804160"/>
              <a:gd name="connsiteY3" fmla="*/ 306070 h 306070"/>
              <a:gd name="connsiteX4" fmla="*/ 0 w 2804160"/>
              <a:gd name="connsiteY4" fmla="*/ 0 h 306070"/>
              <a:gd name="connsiteX0" fmla="*/ 0 w 2804160"/>
              <a:gd name="connsiteY0" fmla="*/ 0 h 306070"/>
              <a:gd name="connsiteX1" fmla="*/ 2689860 w 2804160"/>
              <a:gd name="connsiteY1" fmla="*/ 1905 h 306070"/>
              <a:gd name="connsiteX2" fmla="*/ 2804160 w 2804160"/>
              <a:gd name="connsiteY2" fmla="*/ 306070 h 306070"/>
              <a:gd name="connsiteX3" fmla="*/ 0 w 2804160"/>
              <a:gd name="connsiteY3" fmla="*/ 306070 h 306070"/>
              <a:gd name="connsiteX4" fmla="*/ 0 w 2804160"/>
              <a:gd name="connsiteY4" fmla="*/ 0 h 306070"/>
              <a:gd name="connsiteX0" fmla="*/ 0 w 2804160"/>
              <a:gd name="connsiteY0" fmla="*/ 0 h 306070"/>
              <a:gd name="connsiteX1" fmla="*/ 2726055 w 2804160"/>
              <a:gd name="connsiteY1" fmla="*/ 1905 h 306070"/>
              <a:gd name="connsiteX2" fmla="*/ 2804160 w 2804160"/>
              <a:gd name="connsiteY2" fmla="*/ 306070 h 306070"/>
              <a:gd name="connsiteX3" fmla="*/ 0 w 2804160"/>
              <a:gd name="connsiteY3" fmla="*/ 306070 h 306070"/>
              <a:gd name="connsiteX4" fmla="*/ 0 w 2804160"/>
              <a:gd name="connsiteY4" fmla="*/ 0 h 306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4160" h="306070">
                <a:moveTo>
                  <a:pt x="0" y="0"/>
                </a:moveTo>
                <a:lnTo>
                  <a:pt x="2726055" y="1905"/>
                </a:lnTo>
                <a:lnTo>
                  <a:pt x="2804160" y="306070"/>
                </a:lnTo>
                <a:lnTo>
                  <a:pt x="0" y="30607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D3659C5F-2A71-7853-FDCE-2E7D7087BF90}"/>
              </a:ext>
            </a:extLst>
          </p:cNvPr>
          <p:cNvSpPr/>
          <p:nvPr/>
        </p:nvSpPr>
        <p:spPr>
          <a:xfrm>
            <a:off x="10568379" y="3357580"/>
            <a:ext cx="1349228" cy="886760"/>
          </a:xfrm>
          <a:custGeom>
            <a:avLst/>
            <a:gdLst>
              <a:gd name="connsiteX0" fmla="*/ 0 w 15661358"/>
              <a:gd name="connsiteY0" fmla="*/ 0 h 354252"/>
              <a:gd name="connsiteX1" fmla="*/ 15661358 w 15661358"/>
              <a:gd name="connsiteY1" fmla="*/ 0 h 354252"/>
              <a:gd name="connsiteX2" fmla="*/ 15661358 w 15661358"/>
              <a:gd name="connsiteY2" fmla="*/ 354252 h 354252"/>
              <a:gd name="connsiteX3" fmla="*/ 0 w 15661358"/>
              <a:gd name="connsiteY3" fmla="*/ 354252 h 354252"/>
              <a:gd name="connsiteX4" fmla="*/ 0 w 15661358"/>
              <a:gd name="connsiteY4" fmla="*/ 0 h 354252"/>
              <a:gd name="connsiteX0" fmla="*/ 0 w 15661358"/>
              <a:gd name="connsiteY0" fmla="*/ 0 h 354252"/>
              <a:gd name="connsiteX1" fmla="*/ 15661358 w 15661358"/>
              <a:gd name="connsiteY1" fmla="*/ 0 h 354252"/>
              <a:gd name="connsiteX2" fmla="*/ 15634688 w 15661358"/>
              <a:gd name="connsiteY2" fmla="*/ 354252 h 354252"/>
              <a:gd name="connsiteX3" fmla="*/ 0 w 15661358"/>
              <a:gd name="connsiteY3" fmla="*/ 354252 h 354252"/>
              <a:gd name="connsiteX4" fmla="*/ 0 w 15661358"/>
              <a:gd name="connsiteY4" fmla="*/ 0 h 354252"/>
              <a:gd name="connsiteX0" fmla="*/ 0 w 15691838"/>
              <a:gd name="connsiteY0" fmla="*/ 0 h 354252"/>
              <a:gd name="connsiteX1" fmla="*/ 15691838 w 15691838"/>
              <a:gd name="connsiteY1" fmla="*/ 6096 h 354252"/>
              <a:gd name="connsiteX2" fmla="*/ 15634688 w 15691838"/>
              <a:gd name="connsiteY2" fmla="*/ 354252 h 354252"/>
              <a:gd name="connsiteX3" fmla="*/ 0 w 15691838"/>
              <a:gd name="connsiteY3" fmla="*/ 354252 h 354252"/>
              <a:gd name="connsiteX4" fmla="*/ 0 w 15691838"/>
              <a:gd name="connsiteY4" fmla="*/ 0 h 354252"/>
              <a:gd name="connsiteX0" fmla="*/ 0 w 15634688"/>
              <a:gd name="connsiteY0" fmla="*/ 0 h 354252"/>
              <a:gd name="connsiteX1" fmla="*/ 15611491 w 15634688"/>
              <a:gd name="connsiteY1" fmla="*/ 2286 h 354252"/>
              <a:gd name="connsiteX2" fmla="*/ 15634688 w 15634688"/>
              <a:gd name="connsiteY2" fmla="*/ 354252 h 354252"/>
              <a:gd name="connsiteX3" fmla="*/ 0 w 15634688"/>
              <a:gd name="connsiteY3" fmla="*/ 354252 h 354252"/>
              <a:gd name="connsiteX4" fmla="*/ 0 w 15634688"/>
              <a:gd name="connsiteY4" fmla="*/ 0 h 354252"/>
              <a:gd name="connsiteX0" fmla="*/ 0 w 15616427"/>
              <a:gd name="connsiteY0" fmla="*/ 0 h 354252"/>
              <a:gd name="connsiteX1" fmla="*/ 15611491 w 15616427"/>
              <a:gd name="connsiteY1" fmla="*/ 2286 h 354252"/>
              <a:gd name="connsiteX2" fmla="*/ 15616427 w 15616427"/>
              <a:gd name="connsiteY2" fmla="*/ 354252 h 354252"/>
              <a:gd name="connsiteX3" fmla="*/ 0 w 15616427"/>
              <a:gd name="connsiteY3" fmla="*/ 354252 h 354252"/>
              <a:gd name="connsiteX4" fmla="*/ 0 w 15616427"/>
              <a:gd name="connsiteY4" fmla="*/ 0 h 35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16427" h="354252">
                <a:moveTo>
                  <a:pt x="0" y="0"/>
                </a:moveTo>
                <a:lnTo>
                  <a:pt x="15611491" y="2286"/>
                </a:lnTo>
                <a:cubicBezTo>
                  <a:pt x="15613136" y="119608"/>
                  <a:pt x="15614782" y="236930"/>
                  <a:pt x="15616427" y="354252"/>
                </a:cubicBezTo>
                <a:lnTo>
                  <a:pt x="0" y="3542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FFFB9-58BA-5A46-C747-0BDBF5422447}"/>
              </a:ext>
            </a:extLst>
          </p:cNvPr>
          <p:cNvSpPr/>
          <p:nvPr/>
        </p:nvSpPr>
        <p:spPr>
          <a:xfrm>
            <a:off x="7863840" y="7851140"/>
            <a:ext cx="2840019" cy="306070"/>
          </a:xfrm>
          <a:prstGeom prst="rect">
            <a:avLst/>
          </a:pr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32">
            <a:extLst>
              <a:ext uri="{FF2B5EF4-FFF2-40B4-BE49-F238E27FC236}">
                <a16:creationId xmlns:a16="http://schemas.microsoft.com/office/drawing/2014/main" id="{E3F5C917-D052-CC50-549E-2068B191E13C}"/>
              </a:ext>
            </a:extLst>
          </p:cNvPr>
          <p:cNvSpPr/>
          <p:nvPr/>
        </p:nvSpPr>
        <p:spPr>
          <a:xfrm>
            <a:off x="4266565" y="7851140"/>
            <a:ext cx="2468964" cy="306070"/>
          </a:xfrm>
          <a:custGeom>
            <a:avLst/>
            <a:gdLst>
              <a:gd name="connsiteX0" fmla="*/ 0 w 2326089"/>
              <a:gd name="connsiteY0" fmla="*/ 0 h 306070"/>
              <a:gd name="connsiteX1" fmla="*/ 2326089 w 2326089"/>
              <a:gd name="connsiteY1" fmla="*/ 0 h 306070"/>
              <a:gd name="connsiteX2" fmla="*/ 2326089 w 2326089"/>
              <a:gd name="connsiteY2" fmla="*/ 306070 h 306070"/>
              <a:gd name="connsiteX3" fmla="*/ 0 w 2326089"/>
              <a:gd name="connsiteY3" fmla="*/ 306070 h 306070"/>
              <a:gd name="connsiteX4" fmla="*/ 0 w 2326089"/>
              <a:gd name="connsiteY4" fmla="*/ 0 h 306070"/>
              <a:gd name="connsiteX0" fmla="*/ 0 w 2468964"/>
              <a:gd name="connsiteY0" fmla="*/ 5715 h 306070"/>
              <a:gd name="connsiteX1" fmla="*/ 2468964 w 2468964"/>
              <a:gd name="connsiteY1" fmla="*/ 0 h 306070"/>
              <a:gd name="connsiteX2" fmla="*/ 2468964 w 2468964"/>
              <a:gd name="connsiteY2" fmla="*/ 306070 h 306070"/>
              <a:gd name="connsiteX3" fmla="*/ 142875 w 2468964"/>
              <a:gd name="connsiteY3" fmla="*/ 306070 h 306070"/>
              <a:gd name="connsiteX4" fmla="*/ 0 w 2468964"/>
              <a:gd name="connsiteY4" fmla="*/ 5715 h 306070"/>
              <a:gd name="connsiteX0" fmla="*/ 0 w 2468964"/>
              <a:gd name="connsiteY0" fmla="*/ 5715 h 306070"/>
              <a:gd name="connsiteX1" fmla="*/ 2468964 w 2468964"/>
              <a:gd name="connsiteY1" fmla="*/ 0 h 306070"/>
              <a:gd name="connsiteX2" fmla="*/ 2468964 w 2468964"/>
              <a:gd name="connsiteY2" fmla="*/ 306070 h 306070"/>
              <a:gd name="connsiteX3" fmla="*/ 142875 w 2468964"/>
              <a:gd name="connsiteY3" fmla="*/ 306070 h 306070"/>
              <a:gd name="connsiteX4" fmla="*/ 0 w 2468964"/>
              <a:gd name="connsiteY4" fmla="*/ 5715 h 306070"/>
              <a:gd name="connsiteX0" fmla="*/ 0 w 2468964"/>
              <a:gd name="connsiteY0" fmla="*/ 5715 h 306070"/>
              <a:gd name="connsiteX1" fmla="*/ 2468964 w 2468964"/>
              <a:gd name="connsiteY1" fmla="*/ 0 h 306070"/>
              <a:gd name="connsiteX2" fmla="*/ 2468964 w 2468964"/>
              <a:gd name="connsiteY2" fmla="*/ 306070 h 306070"/>
              <a:gd name="connsiteX3" fmla="*/ 142875 w 2468964"/>
              <a:gd name="connsiteY3" fmla="*/ 306070 h 306070"/>
              <a:gd name="connsiteX4" fmla="*/ 0 w 2468964"/>
              <a:gd name="connsiteY4" fmla="*/ 5715 h 306070"/>
              <a:gd name="connsiteX0" fmla="*/ 0 w 2468964"/>
              <a:gd name="connsiteY0" fmla="*/ 5715 h 306070"/>
              <a:gd name="connsiteX1" fmla="*/ 2468964 w 2468964"/>
              <a:gd name="connsiteY1" fmla="*/ 0 h 306070"/>
              <a:gd name="connsiteX2" fmla="*/ 2468964 w 2468964"/>
              <a:gd name="connsiteY2" fmla="*/ 306070 h 306070"/>
              <a:gd name="connsiteX3" fmla="*/ 152400 w 2468964"/>
              <a:gd name="connsiteY3" fmla="*/ 294640 h 306070"/>
              <a:gd name="connsiteX4" fmla="*/ 0 w 2468964"/>
              <a:gd name="connsiteY4" fmla="*/ 5715 h 306070"/>
              <a:gd name="connsiteX0" fmla="*/ 0 w 2468964"/>
              <a:gd name="connsiteY0" fmla="*/ 5715 h 306070"/>
              <a:gd name="connsiteX1" fmla="*/ 2468964 w 2468964"/>
              <a:gd name="connsiteY1" fmla="*/ 0 h 306070"/>
              <a:gd name="connsiteX2" fmla="*/ 2468964 w 2468964"/>
              <a:gd name="connsiteY2" fmla="*/ 306070 h 306070"/>
              <a:gd name="connsiteX3" fmla="*/ 150495 w 2468964"/>
              <a:gd name="connsiteY3" fmla="*/ 300355 h 306070"/>
              <a:gd name="connsiteX4" fmla="*/ 0 w 2468964"/>
              <a:gd name="connsiteY4" fmla="*/ 5715 h 306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8964" h="306070">
                <a:moveTo>
                  <a:pt x="0" y="5715"/>
                </a:moveTo>
                <a:lnTo>
                  <a:pt x="2468964" y="0"/>
                </a:lnTo>
                <a:lnTo>
                  <a:pt x="2468964" y="306070"/>
                </a:lnTo>
                <a:lnTo>
                  <a:pt x="150495" y="300355"/>
                </a:lnTo>
                <a:cubicBezTo>
                  <a:pt x="41910" y="204047"/>
                  <a:pt x="15240" y="111548"/>
                  <a:pt x="0" y="5715"/>
                </a:cubicBezTo>
                <a:close/>
              </a:path>
            </a:pathLst>
          </a:cu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FFADF-A40C-C13E-B6D1-850DDE5F11A9}"/>
              </a:ext>
            </a:extLst>
          </p:cNvPr>
          <p:cNvSpPr/>
          <p:nvPr/>
        </p:nvSpPr>
        <p:spPr>
          <a:xfrm>
            <a:off x="1335242" y="5499619"/>
            <a:ext cx="3166370" cy="2323669"/>
          </a:xfrm>
          <a:custGeom>
            <a:avLst/>
            <a:gdLst>
              <a:gd name="connsiteX0" fmla="*/ 0 w 3132550"/>
              <a:gd name="connsiteY0" fmla="*/ 0 h 2329069"/>
              <a:gd name="connsiteX1" fmla="*/ 2924897 w 3132550"/>
              <a:gd name="connsiteY1" fmla="*/ 0 h 2329069"/>
              <a:gd name="connsiteX2" fmla="*/ 3132550 w 3132550"/>
              <a:gd name="connsiteY2" fmla="*/ 2329069 h 2329069"/>
              <a:gd name="connsiteX3" fmla="*/ 2905531 w 3132550"/>
              <a:gd name="connsiteY3" fmla="*/ 2329069 h 2329069"/>
              <a:gd name="connsiteX4" fmla="*/ 2560129 w 3132550"/>
              <a:gd name="connsiteY4" fmla="*/ 481777 h 2329069"/>
              <a:gd name="connsiteX5" fmla="*/ 2558555 w 3132550"/>
              <a:gd name="connsiteY5" fmla="*/ 482072 h 2329069"/>
              <a:gd name="connsiteX6" fmla="*/ 2557204 w 3132550"/>
              <a:gd name="connsiteY6" fmla="*/ 468674 h 2329069"/>
              <a:gd name="connsiteX7" fmla="*/ 2284597 w 3132550"/>
              <a:gd name="connsiteY7" fmla="*/ 246493 h 2329069"/>
              <a:gd name="connsiteX8" fmla="*/ 0 w 3132550"/>
              <a:gd name="connsiteY8" fmla="*/ 246493 h 2329069"/>
              <a:gd name="connsiteX9" fmla="*/ 0 w 3132550"/>
              <a:gd name="connsiteY9" fmla="*/ 0 h 2329069"/>
              <a:gd name="connsiteX0" fmla="*/ 0 w 3155410"/>
              <a:gd name="connsiteY0" fmla="*/ 0 h 2329069"/>
              <a:gd name="connsiteX1" fmla="*/ 2924897 w 3155410"/>
              <a:gd name="connsiteY1" fmla="*/ 0 h 2329069"/>
              <a:gd name="connsiteX2" fmla="*/ 3155410 w 3155410"/>
              <a:gd name="connsiteY2" fmla="*/ 2217935 h 2329069"/>
              <a:gd name="connsiteX3" fmla="*/ 2905531 w 3155410"/>
              <a:gd name="connsiteY3" fmla="*/ 2329069 h 2329069"/>
              <a:gd name="connsiteX4" fmla="*/ 2560129 w 3155410"/>
              <a:gd name="connsiteY4" fmla="*/ 481777 h 2329069"/>
              <a:gd name="connsiteX5" fmla="*/ 2558555 w 3155410"/>
              <a:gd name="connsiteY5" fmla="*/ 482072 h 2329069"/>
              <a:gd name="connsiteX6" fmla="*/ 2557204 w 3155410"/>
              <a:gd name="connsiteY6" fmla="*/ 468674 h 2329069"/>
              <a:gd name="connsiteX7" fmla="*/ 2284597 w 3155410"/>
              <a:gd name="connsiteY7" fmla="*/ 246493 h 2329069"/>
              <a:gd name="connsiteX8" fmla="*/ 0 w 3155410"/>
              <a:gd name="connsiteY8" fmla="*/ 246493 h 2329069"/>
              <a:gd name="connsiteX9" fmla="*/ 0 w 3155410"/>
              <a:gd name="connsiteY9" fmla="*/ 0 h 2329069"/>
              <a:gd name="connsiteX0" fmla="*/ 0 w 3155410"/>
              <a:gd name="connsiteY0" fmla="*/ 0 h 2217935"/>
              <a:gd name="connsiteX1" fmla="*/ 2924897 w 3155410"/>
              <a:gd name="connsiteY1" fmla="*/ 0 h 2217935"/>
              <a:gd name="connsiteX2" fmla="*/ 3155410 w 3155410"/>
              <a:gd name="connsiteY2" fmla="*/ 2217935 h 2217935"/>
              <a:gd name="connsiteX3" fmla="*/ 2947441 w 3155410"/>
              <a:gd name="connsiteY3" fmla="*/ 2188785 h 2217935"/>
              <a:gd name="connsiteX4" fmla="*/ 2560129 w 3155410"/>
              <a:gd name="connsiteY4" fmla="*/ 481777 h 2217935"/>
              <a:gd name="connsiteX5" fmla="*/ 2558555 w 3155410"/>
              <a:gd name="connsiteY5" fmla="*/ 482072 h 2217935"/>
              <a:gd name="connsiteX6" fmla="*/ 2557204 w 3155410"/>
              <a:gd name="connsiteY6" fmla="*/ 468674 h 2217935"/>
              <a:gd name="connsiteX7" fmla="*/ 2284597 w 3155410"/>
              <a:gd name="connsiteY7" fmla="*/ 246493 h 2217935"/>
              <a:gd name="connsiteX8" fmla="*/ 0 w 3155410"/>
              <a:gd name="connsiteY8" fmla="*/ 246493 h 2217935"/>
              <a:gd name="connsiteX9" fmla="*/ 0 w 3155410"/>
              <a:gd name="connsiteY9" fmla="*/ 0 h 2217935"/>
              <a:gd name="connsiteX0" fmla="*/ 0 w 3155410"/>
              <a:gd name="connsiteY0" fmla="*/ 0 h 2223401"/>
              <a:gd name="connsiteX1" fmla="*/ 2924897 w 3155410"/>
              <a:gd name="connsiteY1" fmla="*/ 0 h 2223401"/>
              <a:gd name="connsiteX2" fmla="*/ 3155410 w 3155410"/>
              <a:gd name="connsiteY2" fmla="*/ 2217935 h 2223401"/>
              <a:gd name="connsiteX3" fmla="*/ 2924581 w 3155410"/>
              <a:gd name="connsiteY3" fmla="*/ 2223401 h 2223401"/>
              <a:gd name="connsiteX4" fmla="*/ 2560129 w 3155410"/>
              <a:gd name="connsiteY4" fmla="*/ 481777 h 2223401"/>
              <a:gd name="connsiteX5" fmla="*/ 2558555 w 3155410"/>
              <a:gd name="connsiteY5" fmla="*/ 482072 h 2223401"/>
              <a:gd name="connsiteX6" fmla="*/ 2557204 w 3155410"/>
              <a:gd name="connsiteY6" fmla="*/ 468674 h 2223401"/>
              <a:gd name="connsiteX7" fmla="*/ 2284597 w 3155410"/>
              <a:gd name="connsiteY7" fmla="*/ 246493 h 2223401"/>
              <a:gd name="connsiteX8" fmla="*/ 0 w 3155410"/>
              <a:gd name="connsiteY8" fmla="*/ 246493 h 2223401"/>
              <a:gd name="connsiteX9" fmla="*/ 0 w 3155410"/>
              <a:gd name="connsiteY9" fmla="*/ 0 h 2223401"/>
              <a:gd name="connsiteX0" fmla="*/ 0 w 3147790"/>
              <a:gd name="connsiteY0" fmla="*/ 0 h 2223401"/>
              <a:gd name="connsiteX1" fmla="*/ 2924897 w 3147790"/>
              <a:gd name="connsiteY1" fmla="*/ 0 h 2223401"/>
              <a:gd name="connsiteX2" fmla="*/ 3147790 w 3147790"/>
              <a:gd name="connsiteY2" fmla="*/ 2011735 h 2223401"/>
              <a:gd name="connsiteX3" fmla="*/ 2924581 w 3147790"/>
              <a:gd name="connsiteY3" fmla="*/ 2223401 h 2223401"/>
              <a:gd name="connsiteX4" fmla="*/ 2560129 w 3147790"/>
              <a:gd name="connsiteY4" fmla="*/ 481777 h 2223401"/>
              <a:gd name="connsiteX5" fmla="*/ 2558555 w 3147790"/>
              <a:gd name="connsiteY5" fmla="*/ 482072 h 2223401"/>
              <a:gd name="connsiteX6" fmla="*/ 2557204 w 3147790"/>
              <a:gd name="connsiteY6" fmla="*/ 468674 h 2223401"/>
              <a:gd name="connsiteX7" fmla="*/ 2284597 w 3147790"/>
              <a:gd name="connsiteY7" fmla="*/ 246493 h 2223401"/>
              <a:gd name="connsiteX8" fmla="*/ 0 w 3147790"/>
              <a:gd name="connsiteY8" fmla="*/ 246493 h 2223401"/>
              <a:gd name="connsiteX9" fmla="*/ 0 w 3147790"/>
              <a:gd name="connsiteY9" fmla="*/ 0 h 2223401"/>
              <a:gd name="connsiteX0" fmla="*/ 0 w 3147790"/>
              <a:gd name="connsiteY0" fmla="*/ 0 h 2011735"/>
              <a:gd name="connsiteX1" fmla="*/ 2924897 w 3147790"/>
              <a:gd name="connsiteY1" fmla="*/ 0 h 2011735"/>
              <a:gd name="connsiteX2" fmla="*/ 3147790 w 3147790"/>
              <a:gd name="connsiteY2" fmla="*/ 2011735 h 2011735"/>
              <a:gd name="connsiteX3" fmla="*/ 2989351 w 3147790"/>
              <a:gd name="connsiteY3" fmla="*/ 1814327 h 2011735"/>
              <a:gd name="connsiteX4" fmla="*/ 2560129 w 3147790"/>
              <a:gd name="connsiteY4" fmla="*/ 481777 h 2011735"/>
              <a:gd name="connsiteX5" fmla="*/ 2558555 w 3147790"/>
              <a:gd name="connsiteY5" fmla="*/ 482072 h 2011735"/>
              <a:gd name="connsiteX6" fmla="*/ 2557204 w 3147790"/>
              <a:gd name="connsiteY6" fmla="*/ 468674 h 2011735"/>
              <a:gd name="connsiteX7" fmla="*/ 2284597 w 3147790"/>
              <a:gd name="connsiteY7" fmla="*/ 246493 h 2011735"/>
              <a:gd name="connsiteX8" fmla="*/ 0 w 3147790"/>
              <a:gd name="connsiteY8" fmla="*/ 246493 h 2011735"/>
              <a:gd name="connsiteX9" fmla="*/ 0 w 3147790"/>
              <a:gd name="connsiteY9" fmla="*/ 0 h 2011735"/>
              <a:gd name="connsiteX0" fmla="*/ 0 w 3147790"/>
              <a:gd name="connsiteY0" fmla="*/ 0 h 2020527"/>
              <a:gd name="connsiteX1" fmla="*/ 2924897 w 3147790"/>
              <a:gd name="connsiteY1" fmla="*/ 0 h 2020527"/>
              <a:gd name="connsiteX2" fmla="*/ 3147790 w 3147790"/>
              <a:gd name="connsiteY2" fmla="*/ 2011735 h 2020527"/>
              <a:gd name="connsiteX3" fmla="*/ 2932201 w 3147790"/>
              <a:gd name="connsiteY3" fmla="*/ 2020527 h 2020527"/>
              <a:gd name="connsiteX4" fmla="*/ 2560129 w 3147790"/>
              <a:gd name="connsiteY4" fmla="*/ 481777 h 2020527"/>
              <a:gd name="connsiteX5" fmla="*/ 2558555 w 3147790"/>
              <a:gd name="connsiteY5" fmla="*/ 482072 h 2020527"/>
              <a:gd name="connsiteX6" fmla="*/ 2557204 w 3147790"/>
              <a:gd name="connsiteY6" fmla="*/ 468674 h 2020527"/>
              <a:gd name="connsiteX7" fmla="*/ 2284597 w 3147790"/>
              <a:gd name="connsiteY7" fmla="*/ 246493 h 2020527"/>
              <a:gd name="connsiteX8" fmla="*/ 0 w 3147790"/>
              <a:gd name="connsiteY8" fmla="*/ 246493 h 2020527"/>
              <a:gd name="connsiteX9" fmla="*/ 0 w 3147790"/>
              <a:gd name="connsiteY9" fmla="*/ 0 h 2020527"/>
              <a:gd name="connsiteX0" fmla="*/ 0 w 3147790"/>
              <a:gd name="connsiteY0" fmla="*/ 0 h 2028364"/>
              <a:gd name="connsiteX1" fmla="*/ 2924897 w 3147790"/>
              <a:gd name="connsiteY1" fmla="*/ 0 h 2028364"/>
              <a:gd name="connsiteX2" fmla="*/ 3147790 w 3147790"/>
              <a:gd name="connsiteY2" fmla="*/ 2028364 h 2028364"/>
              <a:gd name="connsiteX3" fmla="*/ 2932201 w 3147790"/>
              <a:gd name="connsiteY3" fmla="*/ 2020527 h 2028364"/>
              <a:gd name="connsiteX4" fmla="*/ 2560129 w 3147790"/>
              <a:gd name="connsiteY4" fmla="*/ 481777 h 2028364"/>
              <a:gd name="connsiteX5" fmla="*/ 2558555 w 3147790"/>
              <a:gd name="connsiteY5" fmla="*/ 482072 h 2028364"/>
              <a:gd name="connsiteX6" fmla="*/ 2557204 w 3147790"/>
              <a:gd name="connsiteY6" fmla="*/ 468674 h 2028364"/>
              <a:gd name="connsiteX7" fmla="*/ 2284597 w 3147790"/>
              <a:gd name="connsiteY7" fmla="*/ 246493 h 2028364"/>
              <a:gd name="connsiteX8" fmla="*/ 0 w 3147790"/>
              <a:gd name="connsiteY8" fmla="*/ 246493 h 2028364"/>
              <a:gd name="connsiteX9" fmla="*/ 0 w 3147790"/>
              <a:gd name="connsiteY9" fmla="*/ 0 h 202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47790" h="2028364">
                <a:moveTo>
                  <a:pt x="0" y="0"/>
                </a:moveTo>
                <a:lnTo>
                  <a:pt x="2924897" y="0"/>
                </a:lnTo>
                <a:lnTo>
                  <a:pt x="3147790" y="2028364"/>
                </a:lnTo>
                <a:lnTo>
                  <a:pt x="2932201" y="2020527"/>
                </a:lnTo>
                <a:lnTo>
                  <a:pt x="2560129" y="481777"/>
                </a:lnTo>
                <a:lnTo>
                  <a:pt x="2558555" y="482072"/>
                </a:lnTo>
                <a:lnTo>
                  <a:pt x="2557204" y="468674"/>
                </a:lnTo>
                <a:cubicBezTo>
                  <a:pt x="2531257" y="341876"/>
                  <a:pt x="2419066" y="246493"/>
                  <a:pt x="2284597" y="246493"/>
                </a:cubicBezTo>
                <a:lnTo>
                  <a:pt x="0" y="246493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419C355-315A-ACDC-FDB1-BAA3C9F649C6}"/>
              </a:ext>
            </a:extLst>
          </p:cNvPr>
          <p:cNvSpPr/>
          <p:nvPr/>
        </p:nvSpPr>
        <p:spPr>
          <a:xfrm>
            <a:off x="4665977" y="336812"/>
            <a:ext cx="145003" cy="24391"/>
          </a:xfrm>
          <a:custGeom>
            <a:avLst/>
            <a:gdLst>
              <a:gd name="connsiteX0" fmla="*/ 145003 w 145003"/>
              <a:gd name="connsiteY0" fmla="*/ 0 h 24391"/>
              <a:gd name="connsiteX1" fmla="*/ 145003 w 145003"/>
              <a:gd name="connsiteY1" fmla="*/ 24391 h 24391"/>
              <a:gd name="connsiteX2" fmla="*/ 1022 w 145003"/>
              <a:gd name="connsiteY2" fmla="*/ 24391 h 24391"/>
              <a:gd name="connsiteX3" fmla="*/ 0 w 145003"/>
              <a:gd name="connsiteY3" fmla="*/ 12928 h 24391"/>
              <a:gd name="connsiteX4" fmla="*/ 145003 w 145003"/>
              <a:gd name="connsiteY4" fmla="*/ 0 h 2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003" h="24391">
                <a:moveTo>
                  <a:pt x="145003" y="0"/>
                </a:moveTo>
                <a:lnTo>
                  <a:pt x="145003" y="24391"/>
                </a:lnTo>
                <a:lnTo>
                  <a:pt x="1022" y="24391"/>
                </a:lnTo>
                <a:lnTo>
                  <a:pt x="0" y="12928"/>
                </a:lnTo>
                <a:lnTo>
                  <a:pt x="14500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9838EB-E782-7B20-95F0-680BFEED13B0}"/>
              </a:ext>
            </a:extLst>
          </p:cNvPr>
          <p:cNvSpPr/>
          <p:nvPr/>
        </p:nvSpPr>
        <p:spPr>
          <a:xfrm>
            <a:off x="4694484" y="361202"/>
            <a:ext cx="250103" cy="2637342"/>
          </a:xfrm>
          <a:custGeom>
            <a:avLst/>
            <a:gdLst>
              <a:gd name="connsiteX0" fmla="*/ 116496 w 250103"/>
              <a:gd name="connsiteY0" fmla="*/ 0 h 2637342"/>
              <a:gd name="connsiteX1" fmla="*/ 250103 w 250103"/>
              <a:gd name="connsiteY1" fmla="*/ 0 h 2637342"/>
              <a:gd name="connsiteX2" fmla="*/ 250103 w 250103"/>
              <a:gd name="connsiteY2" fmla="*/ 2637342 h 2637342"/>
              <a:gd name="connsiteX3" fmla="*/ 207653 w 250103"/>
              <a:gd name="connsiteY3" fmla="*/ 2637342 h 2637342"/>
              <a:gd name="connsiteX4" fmla="*/ 0 w 250103"/>
              <a:gd name="connsiteY4" fmla="*/ 308273 h 2637342"/>
              <a:gd name="connsiteX5" fmla="*/ 116496 w 250103"/>
              <a:gd name="connsiteY5" fmla="*/ 308273 h 2637342"/>
              <a:gd name="connsiteX6" fmla="*/ 116496 w 250103"/>
              <a:gd name="connsiteY6" fmla="*/ 0 h 263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103" h="2637342">
                <a:moveTo>
                  <a:pt x="116496" y="0"/>
                </a:moveTo>
                <a:lnTo>
                  <a:pt x="250103" y="0"/>
                </a:lnTo>
                <a:lnTo>
                  <a:pt x="250103" y="2637342"/>
                </a:lnTo>
                <a:lnTo>
                  <a:pt x="207653" y="2637342"/>
                </a:lnTo>
                <a:lnTo>
                  <a:pt x="0" y="308273"/>
                </a:lnTo>
                <a:lnTo>
                  <a:pt x="116496" y="308273"/>
                </a:lnTo>
                <a:lnTo>
                  <a:pt x="116496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1D2D39-1051-AA32-C754-BFCE6EF16828}"/>
              </a:ext>
            </a:extLst>
          </p:cNvPr>
          <p:cNvSpPr/>
          <p:nvPr/>
        </p:nvSpPr>
        <p:spPr>
          <a:xfrm>
            <a:off x="1769587" y="915968"/>
            <a:ext cx="2558555" cy="2105028"/>
          </a:xfrm>
          <a:custGeom>
            <a:avLst/>
            <a:gdLst>
              <a:gd name="connsiteX0" fmla="*/ 0 w 2558555"/>
              <a:gd name="connsiteY0" fmla="*/ 0 h 2105028"/>
              <a:gd name="connsiteX1" fmla="*/ 2284597 w 2558555"/>
              <a:gd name="connsiteY1" fmla="*/ 0 h 2105028"/>
              <a:gd name="connsiteX2" fmla="*/ 2557204 w 2558555"/>
              <a:gd name="connsiteY2" fmla="*/ 222181 h 2105028"/>
              <a:gd name="connsiteX3" fmla="*/ 2558555 w 2558555"/>
              <a:gd name="connsiteY3" fmla="*/ 235579 h 2105028"/>
              <a:gd name="connsiteX4" fmla="*/ 1990791 w 2558555"/>
              <a:gd name="connsiteY4" fmla="*/ 341737 h 2105028"/>
              <a:gd name="connsiteX5" fmla="*/ 2320486 w 2558555"/>
              <a:gd name="connsiteY5" fmla="*/ 2105028 h 2105028"/>
              <a:gd name="connsiteX6" fmla="*/ 0 w 2558555"/>
              <a:gd name="connsiteY6" fmla="*/ 2105028 h 2105028"/>
              <a:gd name="connsiteX7" fmla="*/ 0 w 2558555"/>
              <a:gd name="connsiteY7" fmla="*/ 0 h 21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58555" h="2105028">
                <a:moveTo>
                  <a:pt x="0" y="0"/>
                </a:moveTo>
                <a:lnTo>
                  <a:pt x="2284597" y="0"/>
                </a:lnTo>
                <a:cubicBezTo>
                  <a:pt x="2419066" y="0"/>
                  <a:pt x="2531257" y="95383"/>
                  <a:pt x="2557204" y="222181"/>
                </a:cubicBezTo>
                <a:lnTo>
                  <a:pt x="2558555" y="235579"/>
                </a:lnTo>
                <a:lnTo>
                  <a:pt x="1990791" y="341737"/>
                </a:lnTo>
                <a:lnTo>
                  <a:pt x="2320486" y="2105028"/>
                </a:lnTo>
                <a:lnTo>
                  <a:pt x="0" y="210502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A62C15B-49B8-957C-87E8-86FF7895D5AF}"/>
              </a:ext>
            </a:extLst>
          </p:cNvPr>
          <p:cNvSpPr/>
          <p:nvPr/>
        </p:nvSpPr>
        <p:spPr>
          <a:xfrm>
            <a:off x="4328142" y="1151252"/>
            <a:ext cx="346976" cy="1847292"/>
          </a:xfrm>
          <a:custGeom>
            <a:avLst/>
            <a:gdLst>
              <a:gd name="connsiteX0" fmla="*/ 1574 w 346976"/>
              <a:gd name="connsiteY0" fmla="*/ 0 h 1847292"/>
              <a:gd name="connsiteX1" fmla="*/ 346976 w 346976"/>
              <a:gd name="connsiteY1" fmla="*/ 1847292 h 1847292"/>
              <a:gd name="connsiteX2" fmla="*/ 4302 w 346976"/>
              <a:gd name="connsiteY2" fmla="*/ 1847292 h 1847292"/>
              <a:gd name="connsiteX3" fmla="*/ 4302 w 346976"/>
              <a:gd name="connsiteY3" fmla="*/ 42976 h 1847292"/>
              <a:gd name="connsiteX4" fmla="*/ 0 w 346976"/>
              <a:gd name="connsiteY4" fmla="*/ 295 h 1847292"/>
              <a:gd name="connsiteX5" fmla="*/ 1574 w 346976"/>
              <a:gd name="connsiteY5" fmla="*/ 0 h 184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6976" h="1847292">
                <a:moveTo>
                  <a:pt x="1574" y="0"/>
                </a:moveTo>
                <a:lnTo>
                  <a:pt x="346976" y="1847292"/>
                </a:lnTo>
                <a:lnTo>
                  <a:pt x="4302" y="1847292"/>
                </a:lnTo>
                <a:lnTo>
                  <a:pt x="4302" y="42976"/>
                </a:lnTo>
                <a:lnTo>
                  <a:pt x="0" y="295"/>
                </a:lnTo>
                <a:lnTo>
                  <a:pt x="1574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CC8C88-D70F-F288-A011-646AD177FC46}"/>
              </a:ext>
            </a:extLst>
          </p:cNvPr>
          <p:cNvSpPr/>
          <p:nvPr/>
        </p:nvSpPr>
        <p:spPr>
          <a:xfrm>
            <a:off x="4287235" y="2998544"/>
            <a:ext cx="45209" cy="22452"/>
          </a:xfrm>
          <a:custGeom>
            <a:avLst/>
            <a:gdLst>
              <a:gd name="connsiteX0" fmla="*/ 0 w 45209"/>
              <a:gd name="connsiteY0" fmla="*/ 0 h 22452"/>
              <a:gd name="connsiteX1" fmla="*/ 45209 w 45209"/>
              <a:gd name="connsiteY1" fmla="*/ 0 h 22452"/>
              <a:gd name="connsiteX2" fmla="*/ 45209 w 45209"/>
              <a:gd name="connsiteY2" fmla="*/ 22452 h 22452"/>
              <a:gd name="connsiteX3" fmla="*/ 0 w 45209"/>
              <a:gd name="connsiteY3" fmla="*/ 22452 h 22452"/>
              <a:gd name="connsiteX4" fmla="*/ 0 w 45209"/>
              <a:gd name="connsiteY4" fmla="*/ 0 h 22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09" h="22452">
                <a:moveTo>
                  <a:pt x="0" y="0"/>
                </a:moveTo>
                <a:lnTo>
                  <a:pt x="45209" y="0"/>
                </a:lnTo>
                <a:lnTo>
                  <a:pt x="45209" y="22452"/>
                </a:lnTo>
                <a:lnTo>
                  <a:pt x="0" y="2245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DBF3A3-25C6-EB92-9C93-94FFF7412FA2}"/>
              </a:ext>
            </a:extLst>
          </p:cNvPr>
          <p:cNvSpPr/>
          <p:nvPr/>
        </p:nvSpPr>
        <p:spPr>
          <a:xfrm>
            <a:off x="4675118" y="2998544"/>
            <a:ext cx="229020" cy="22452"/>
          </a:xfrm>
          <a:custGeom>
            <a:avLst/>
            <a:gdLst>
              <a:gd name="connsiteX0" fmla="*/ 0 w 229020"/>
              <a:gd name="connsiteY0" fmla="*/ 0 h 22452"/>
              <a:gd name="connsiteX1" fmla="*/ 227019 w 229020"/>
              <a:gd name="connsiteY1" fmla="*/ 0 h 22452"/>
              <a:gd name="connsiteX2" fmla="*/ 229020 w 229020"/>
              <a:gd name="connsiteY2" fmla="*/ 22452 h 22452"/>
              <a:gd name="connsiteX3" fmla="*/ 4198 w 229020"/>
              <a:gd name="connsiteY3" fmla="*/ 22452 h 22452"/>
              <a:gd name="connsiteX4" fmla="*/ 0 w 229020"/>
              <a:gd name="connsiteY4" fmla="*/ 0 h 22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020" h="22452">
                <a:moveTo>
                  <a:pt x="0" y="0"/>
                </a:moveTo>
                <a:lnTo>
                  <a:pt x="227019" y="0"/>
                </a:lnTo>
                <a:lnTo>
                  <a:pt x="229020" y="22452"/>
                </a:lnTo>
                <a:lnTo>
                  <a:pt x="4198" y="2245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06D0772-C5F1-E441-ED66-94F9684868C2}"/>
              </a:ext>
            </a:extLst>
          </p:cNvPr>
          <p:cNvSpPr/>
          <p:nvPr/>
        </p:nvSpPr>
        <p:spPr>
          <a:xfrm>
            <a:off x="4904138" y="2998545"/>
            <a:ext cx="587946" cy="146165"/>
          </a:xfrm>
          <a:custGeom>
            <a:avLst/>
            <a:gdLst>
              <a:gd name="connsiteX0" fmla="*/ 40449 w 587946"/>
              <a:gd name="connsiteY0" fmla="*/ 0 h 146165"/>
              <a:gd name="connsiteX1" fmla="*/ 579500 w 587946"/>
              <a:gd name="connsiteY1" fmla="*/ 0 h 146165"/>
              <a:gd name="connsiteX2" fmla="*/ 587946 w 587946"/>
              <a:gd name="connsiteY2" fmla="*/ 94729 h 146165"/>
              <a:gd name="connsiteX3" fmla="*/ 11030 w 587946"/>
              <a:gd name="connsiteY3" fmla="*/ 146165 h 146165"/>
              <a:gd name="connsiteX4" fmla="*/ 0 w 587946"/>
              <a:gd name="connsiteY4" fmla="*/ 22452 h 146165"/>
              <a:gd name="connsiteX5" fmla="*/ 40449 w 587946"/>
              <a:gd name="connsiteY5" fmla="*/ 22452 h 146165"/>
              <a:gd name="connsiteX6" fmla="*/ 40449 w 587946"/>
              <a:gd name="connsiteY6" fmla="*/ 0 h 14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7946" h="146165">
                <a:moveTo>
                  <a:pt x="40449" y="0"/>
                </a:moveTo>
                <a:lnTo>
                  <a:pt x="579500" y="0"/>
                </a:lnTo>
                <a:lnTo>
                  <a:pt x="587946" y="94729"/>
                </a:lnTo>
                <a:lnTo>
                  <a:pt x="11030" y="146165"/>
                </a:lnTo>
                <a:lnTo>
                  <a:pt x="0" y="22452"/>
                </a:lnTo>
                <a:lnTo>
                  <a:pt x="40449" y="22452"/>
                </a:lnTo>
                <a:lnTo>
                  <a:pt x="40449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B553F78-321D-8A3C-A478-5A5BC92BF515}"/>
              </a:ext>
            </a:extLst>
          </p:cNvPr>
          <p:cNvSpPr/>
          <p:nvPr/>
        </p:nvSpPr>
        <p:spPr>
          <a:xfrm>
            <a:off x="4090073" y="3020996"/>
            <a:ext cx="242371" cy="539096"/>
          </a:xfrm>
          <a:custGeom>
            <a:avLst/>
            <a:gdLst>
              <a:gd name="connsiteX0" fmla="*/ 0 w 242371"/>
              <a:gd name="connsiteY0" fmla="*/ 0 h 539096"/>
              <a:gd name="connsiteX1" fmla="*/ 197162 w 242371"/>
              <a:gd name="connsiteY1" fmla="*/ 0 h 539096"/>
              <a:gd name="connsiteX2" fmla="*/ 197162 w 242371"/>
              <a:gd name="connsiteY2" fmla="*/ 368454 h 539096"/>
              <a:gd name="connsiteX3" fmla="*/ 242371 w 242371"/>
              <a:gd name="connsiteY3" fmla="*/ 368454 h 539096"/>
              <a:gd name="connsiteX4" fmla="*/ 242371 w 242371"/>
              <a:gd name="connsiteY4" fmla="*/ 512626 h 539096"/>
              <a:gd name="connsiteX5" fmla="*/ 100799 w 242371"/>
              <a:gd name="connsiteY5" fmla="*/ 539096 h 539096"/>
              <a:gd name="connsiteX6" fmla="*/ 0 w 242371"/>
              <a:gd name="connsiteY6" fmla="*/ 0 h 539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371" h="539096">
                <a:moveTo>
                  <a:pt x="0" y="0"/>
                </a:moveTo>
                <a:lnTo>
                  <a:pt x="197162" y="0"/>
                </a:lnTo>
                <a:lnTo>
                  <a:pt x="197162" y="368454"/>
                </a:lnTo>
                <a:lnTo>
                  <a:pt x="242371" y="368454"/>
                </a:lnTo>
                <a:lnTo>
                  <a:pt x="242371" y="512626"/>
                </a:lnTo>
                <a:lnTo>
                  <a:pt x="100799" y="53909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7D17386-695C-8713-3B77-33F465CC0B78}"/>
              </a:ext>
            </a:extLst>
          </p:cNvPr>
          <p:cNvSpPr/>
          <p:nvPr/>
        </p:nvSpPr>
        <p:spPr>
          <a:xfrm>
            <a:off x="4332444" y="3020996"/>
            <a:ext cx="415764" cy="368454"/>
          </a:xfrm>
          <a:custGeom>
            <a:avLst/>
            <a:gdLst>
              <a:gd name="connsiteX0" fmla="*/ 0 w 415764"/>
              <a:gd name="connsiteY0" fmla="*/ 0 h 368454"/>
              <a:gd name="connsiteX1" fmla="*/ 346872 w 415764"/>
              <a:gd name="connsiteY1" fmla="*/ 0 h 368454"/>
              <a:gd name="connsiteX2" fmla="*/ 415764 w 415764"/>
              <a:gd name="connsiteY2" fmla="*/ 368454 h 368454"/>
              <a:gd name="connsiteX3" fmla="*/ 0 w 415764"/>
              <a:gd name="connsiteY3" fmla="*/ 368454 h 368454"/>
              <a:gd name="connsiteX4" fmla="*/ 0 w 415764"/>
              <a:gd name="connsiteY4" fmla="*/ 0 h 368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764" h="368454">
                <a:moveTo>
                  <a:pt x="0" y="0"/>
                </a:moveTo>
                <a:lnTo>
                  <a:pt x="346872" y="0"/>
                </a:lnTo>
                <a:lnTo>
                  <a:pt x="415764" y="368454"/>
                </a:lnTo>
                <a:lnTo>
                  <a:pt x="0" y="36845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F908E0-2C54-7C88-E0BD-CD571F8BB05C}"/>
              </a:ext>
            </a:extLst>
          </p:cNvPr>
          <p:cNvSpPr/>
          <p:nvPr/>
        </p:nvSpPr>
        <p:spPr>
          <a:xfrm>
            <a:off x="1769587" y="278570"/>
            <a:ext cx="3041393" cy="82633"/>
          </a:xfrm>
          <a:custGeom>
            <a:avLst/>
            <a:gdLst>
              <a:gd name="connsiteX0" fmla="*/ 0 w 3041393"/>
              <a:gd name="connsiteY0" fmla="*/ 0 h 82633"/>
              <a:gd name="connsiteX1" fmla="*/ 3041393 w 3041393"/>
              <a:gd name="connsiteY1" fmla="*/ 0 h 82633"/>
              <a:gd name="connsiteX2" fmla="*/ 3041393 w 3041393"/>
              <a:gd name="connsiteY2" fmla="*/ 58242 h 82633"/>
              <a:gd name="connsiteX3" fmla="*/ 2896390 w 3041393"/>
              <a:gd name="connsiteY3" fmla="*/ 71170 h 82633"/>
              <a:gd name="connsiteX4" fmla="*/ 2897412 w 3041393"/>
              <a:gd name="connsiteY4" fmla="*/ 82633 h 82633"/>
              <a:gd name="connsiteX5" fmla="*/ 0 w 3041393"/>
              <a:gd name="connsiteY5" fmla="*/ 82633 h 82633"/>
              <a:gd name="connsiteX6" fmla="*/ 0 w 3041393"/>
              <a:gd name="connsiteY6" fmla="*/ 0 h 8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41393" h="82633">
                <a:moveTo>
                  <a:pt x="0" y="0"/>
                </a:moveTo>
                <a:lnTo>
                  <a:pt x="3041393" y="0"/>
                </a:lnTo>
                <a:lnTo>
                  <a:pt x="3041393" y="58242"/>
                </a:lnTo>
                <a:lnTo>
                  <a:pt x="2896390" y="71170"/>
                </a:lnTo>
                <a:lnTo>
                  <a:pt x="2897412" y="82633"/>
                </a:lnTo>
                <a:lnTo>
                  <a:pt x="0" y="8263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32F84AE-3F3D-5B9F-417F-19CC7087D035}"/>
              </a:ext>
            </a:extLst>
          </p:cNvPr>
          <p:cNvSpPr/>
          <p:nvPr/>
        </p:nvSpPr>
        <p:spPr>
          <a:xfrm>
            <a:off x="4810980" y="298303"/>
            <a:ext cx="672658" cy="2700241"/>
          </a:xfrm>
          <a:custGeom>
            <a:avLst/>
            <a:gdLst>
              <a:gd name="connsiteX0" fmla="*/ 431912 w 672658"/>
              <a:gd name="connsiteY0" fmla="*/ 0 h 2700241"/>
              <a:gd name="connsiteX1" fmla="*/ 672658 w 672658"/>
              <a:gd name="connsiteY1" fmla="*/ 2700241 h 2700241"/>
              <a:gd name="connsiteX2" fmla="*/ 133607 w 672658"/>
              <a:gd name="connsiteY2" fmla="*/ 2700241 h 2700241"/>
              <a:gd name="connsiteX3" fmla="*/ 133607 w 672658"/>
              <a:gd name="connsiteY3" fmla="*/ 62899 h 2700241"/>
              <a:gd name="connsiteX4" fmla="*/ 0 w 672658"/>
              <a:gd name="connsiteY4" fmla="*/ 62899 h 2700241"/>
              <a:gd name="connsiteX5" fmla="*/ 0 w 672658"/>
              <a:gd name="connsiteY5" fmla="*/ 38508 h 2700241"/>
              <a:gd name="connsiteX6" fmla="*/ 431912 w 672658"/>
              <a:gd name="connsiteY6" fmla="*/ 0 h 270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2658" h="2700241">
                <a:moveTo>
                  <a:pt x="431912" y="0"/>
                </a:moveTo>
                <a:lnTo>
                  <a:pt x="672658" y="2700241"/>
                </a:lnTo>
                <a:lnTo>
                  <a:pt x="133607" y="2700241"/>
                </a:lnTo>
                <a:lnTo>
                  <a:pt x="133607" y="62899"/>
                </a:lnTo>
                <a:lnTo>
                  <a:pt x="0" y="62899"/>
                </a:lnTo>
                <a:lnTo>
                  <a:pt x="0" y="38508"/>
                </a:lnTo>
                <a:lnTo>
                  <a:pt x="43191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28BCD8D-ED65-EFC5-E72A-B3F7A5E59200}"/>
              </a:ext>
            </a:extLst>
          </p:cNvPr>
          <p:cNvSpPr/>
          <p:nvPr/>
        </p:nvSpPr>
        <p:spPr>
          <a:xfrm>
            <a:off x="4666999" y="361203"/>
            <a:ext cx="143981" cy="308273"/>
          </a:xfrm>
          <a:custGeom>
            <a:avLst/>
            <a:gdLst>
              <a:gd name="connsiteX0" fmla="*/ 0 w 143981"/>
              <a:gd name="connsiteY0" fmla="*/ 0 h 308273"/>
              <a:gd name="connsiteX1" fmla="*/ 143981 w 143981"/>
              <a:gd name="connsiteY1" fmla="*/ 0 h 308273"/>
              <a:gd name="connsiteX2" fmla="*/ 143981 w 143981"/>
              <a:gd name="connsiteY2" fmla="*/ 308273 h 308273"/>
              <a:gd name="connsiteX3" fmla="*/ 27485 w 143981"/>
              <a:gd name="connsiteY3" fmla="*/ 308273 h 308273"/>
              <a:gd name="connsiteX4" fmla="*/ 0 w 143981"/>
              <a:gd name="connsiteY4" fmla="*/ 0 h 308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1" h="308273">
                <a:moveTo>
                  <a:pt x="0" y="0"/>
                </a:moveTo>
                <a:lnTo>
                  <a:pt x="143981" y="0"/>
                </a:lnTo>
                <a:lnTo>
                  <a:pt x="143981" y="308273"/>
                </a:lnTo>
                <a:lnTo>
                  <a:pt x="27485" y="30827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D2C2313-BC72-C67C-B974-AE69E940AED4}"/>
              </a:ext>
            </a:extLst>
          </p:cNvPr>
          <p:cNvSpPr/>
          <p:nvPr/>
        </p:nvSpPr>
        <p:spPr>
          <a:xfrm>
            <a:off x="1769586" y="669475"/>
            <a:ext cx="3132550" cy="2329069"/>
          </a:xfrm>
          <a:custGeom>
            <a:avLst/>
            <a:gdLst>
              <a:gd name="connsiteX0" fmla="*/ 0 w 3132550"/>
              <a:gd name="connsiteY0" fmla="*/ 0 h 2329069"/>
              <a:gd name="connsiteX1" fmla="*/ 2924897 w 3132550"/>
              <a:gd name="connsiteY1" fmla="*/ 0 h 2329069"/>
              <a:gd name="connsiteX2" fmla="*/ 3132550 w 3132550"/>
              <a:gd name="connsiteY2" fmla="*/ 2329069 h 2329069"/>
              <a:gd name="connsiteX3" fmla="*/ 2905531 w 3132550"/>
              <a:gd name="connsiteY3" fmla="*/ 2329069 h 2329069"/>
              <a:gd name="connsiteX4" fmla="*/ 2560129 w 3132550"/>
              <a:gd name="connsiteY4" fmla="*/ 481777 h 2329069"/>
              <a:gd name="connsiteX5" fmla="*/ 2558555 w 3132550"/>
              <a:gd name="connsiteY5" fmla="*/ 482072 h 2329069"/>
              <a:gd name="connsiteX6" fmla="*/ 2557204 w 3132550"/>
              <a:gd name="connsiteY6" fmla="*/ 468674 h 2329069"/>
              <a:gd name="connsiteX7" fmla="*/ 2284597 w 3132550"/>
              <a:gd name="connsiteY7" fmla="*/ 246493 h 2329069"/>
              <a:gd name="connsiteX8" fmla="*/ 0 w 3132550"/>
              <a:gd name="connsiteY8" fmla="*/ 246493 h 2329069"/>
              <a:gd name="connsiteX9" fmla="*/ 0 w 3132550"/>
              <a:gd name="connsiteY9" fmla="*/ 0 h 232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32550" h="2329069">
                <a:moveTo>
                  <a:pt x="0" y="0"/>
                </a:moveTo>
                <a:lnTo>
                  <a:pt x="2924897" y="0"/>
                </a:lnTo>
                <a:lnTo>
                  <a:pt x="3132550" y="2329069"/>
                </a:lnTo>
                <a:lnTo>
                  <a:pt x="2905531" y="2329069"/>
                </a:lnTo>
                <a:lnTo>
                  <a:pt x="2560129" y="481777"/>
                </a:lnTo>
                <a:lnTo>
                  <a:pt x="2558555" y="482072"/>
                </a:lnTo>
                <a:lnTo>
                  <a:pt x="2557204" y="468674"/>
                </a:lnTo>
                <a:cubicBezTo>
                  <a:pt x="2531257" y="341876"/>
                  <a:pt x="2419066" y="246493"/>
                  <a:pt x="2284597" y="246493"/>
                </a:cubicBezTo>
                <a:lnTo>
                  <a:pt x="0" y="24649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41905B3-E9DE-838A-FCC1-D5E82E363396}"/>
              </a:ext>
            </a:extLst>
          </p:cNvPr>
          <p:cNvSpPr/>
          <p:nvPr/>
        </p:nvSpPr>
        <p:spPr>
          <a:xfrm>
            <a:off x="1335244" y="915968"/>
            <a:ext cx="2997200" cy="3118488"/>
          </a:xfrm>
          <a:custGeom>
            <a:avLst/>
            <a:gdLst>
              <a:gd name="connsiteX0" fmla="*/ 278260 w 2997200"/>
              <a:gd name="connsiteY0" fmla="*/ 0 h 3118488"/>
              <a:gd name="connsiteX1" fmla="*/ 434343 w 2997200"/>
              <a:gd name="connsiteY1" fmla="*/ 0 h 3118488"/>
              <a:gd name="connsiteX2" fmla="*/ 434343 w 2997200"/>
              <a:gd name="connsiteY2" fmla="*/ 2105028 h 3118488"/>
              <a:gd name="connsiteX3" fmla="*/ 2754829 w 2997200"/>
              <a:gd name="connsiteY3" fmla="*/ 2105028 h 3118488"/>
              <a:gd name="connsiteX4" fmla="*/ 2855628 w 2997200"/>
              <a:gd name="connsiteY4" fmla="*/ 2644124 h 3118488"/>
              <a:gd name="connsiteX5" fmla="*/ 2997200 w 2997200"/>
              <a:gd name="connsiteY5" fmla="*/ 2617654 h 3118488"/>
              <a:gd name="connsiteX6" fmla="*/ 2997200 w 2997200"/>
              <a:gd name="connsiteY6" fmla="*/ 2840228 h 3118488"/>
              <a:gd name="connsiteX7" fmla="*/ 2718940 w 2997200"/>
              <a:gd name="connsiteY7" fmla="*/ 3118488 h 3118488"/>
              <a:gd name="connsiteX8" fmla="*/ 278260 w 2997200"/>
              <a:gd name="connsiteY8" fmla="*/ 3118488 h 3118488"/>
              <a:gd name="connsiteX9" fmla="*/ 0 w 2997200"/>
              <a:gd name="connsiteY9" fmla="*/ 2840228 h 3118488"/>
              <a:gd name="connsiteX10" fmla="*/ 0 w 2997200"/>
              <a:gd name="connsiteY10" fmla="*/ 278260 h 3118488"/>
              <a:gd name="connsiteX11" fmla="*/ 278260 w 2997200"/>
              <a:gd name="connsiteY11" fmla="*/ 0 h 311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7200" h="3118488">
                <a:moveTo>
                  <a:pt x="278260" y="0"/>
                </a:moveTo>
                <a:lnTo>
                  <a:pt x="434343" y="0"/>
                </a:lnTo>
                <a:lnTo>
                  <a:pt x="434343" y="2105028"/>
                </a:lnTo>
                <a:lnTo>
                  <a:pt x="2754829" y="2105028"/>
                </a:lnTo>
                <a:lnTo>
                  <a:pt x="2855628" y="2644124"/>
                </a:lnTo>
                <a:lnTo>
                  <a:pt x="2997200" y="2617654"/>
                </a:lnTo>
                <a:lnTo>
                  <a:pt x="2997200" y="2840228"/>
                </a:lnTo>
                <a:cubicBezTo>
                  <a:pt x="2997200" y="2993907"/>
                  <a:pt x="2872619" y="3118488"/>
                  <a:pt x="2718940" y="3118488"/>
                </a:cubicBezTo>
                <a:lnTo>
                  <a:pt x="278260" y="3118488"/>
                </a:lnTo>
                <a:cubicBezTo>
                  <a:pt x="124581" y="3118488"/>
                  <a:pt x="0" y="2993907"/>
                  <a:pt x="0" y="2840228"/>
                </a:cubicBezTo>
                <a:lnTo>
                  <a:pt x="0" y="278260"/>
                </a:lnTo>
                <a:cubicBezTo>
                  <a:pt x="0" y="124581"/>
                  <a:pt x="124581" y="0"/>
                  <a:pt x="278260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9992198-EE32-0EB2-4D18-C8E04023C3C1}"/>
              </a:ext>
            </a:extLst>
          </p:cNvPr>
          <p:cNvSpPr/>
          <p:nvPr/>
        </p:nvSpPr>
        <p:spPr>
          <a:xfrm>
            <a:off x="3760378" y="1151547"/>
            <a:ext cx="572066" cy="1869449"/>
          </a:xfrm>
          <a:custGeom>
            <a:avLst/>
            <a:gdLst>
              <a:gd name="connsiteX0" fmla="*/ 567764 w 572066"/>
              <a:gd name="connsiteY0" fmla="*/ 0 h 1869449"/>
              <a:gd name="connsiteX1" fmla="*/ 572066 w 572066"/>
              <a:gd name="connsiteY1" fmla="*/ 42681 h 1869449"/>
              <a:gd name="connsiteX2" fmla="*/ 572066 w 572066"/>
              <a:gd name="connsiteY2" fmla="*/ 1846997 h 1869449"/>
              <a:gd name="connsiteX3" fmla="*/ 526857 w 572066"/>
              <a:gd name="connsiteY3" fmla="*/ 1846997 h 1869449"/>
              <a:gd name="connsiteX4" fmla="*/ 526857 w 572066"/>
              <a:gd name="connsiteY4" fmla="*/ 1869449 h 1869449"/>
              <a:gd name="connsiteX5" fmla="*/ 329695 w 572066"/>
              <a:gd name="connsiteY5" fmla="*/ 1869449 h 1869449"/>
              <a:gd name="connsiteX6" fmla="*/ 0 w 572066"/>
              <a:gd name="connsiteY6" fmla="*/ 106158 h 1869449"/>
              <a:gd name="connsiteX7" fmla="*/ 567764 w 572066"/>
              <a:gd name="connsiteY7" fmla="*/ 0 h 1869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2066" h="1869449">
                <a:moveTo>
                  <a:pt x="567764" y="0"/>
                </a:moveTo>
                <a:lnTo>
                  <a:pt x="572066" y="42681"/>
                </a:lnTo>
                <a:lnTo>
                  <a:pt x="572066" y="1846997"/>
                </a:lnTo>
                <a:lnTo>
                  <a:pt x="526857" y="1846997"/>
                </a:lnTo>
                <a:lnTo>
                  <a:pt x="526857" y="1869449"/>
                </a:lnTo>
                <a:lnTo>
                  <a:pt x="329695" y="1869449"/>
                </a:lnTo>
                <a:lnTo>
                  <a:pt x="0" y="106158"/>
                </a:lnTo>
                <a:lnTo>
                  <a:pt x="567764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4424040-4FFA-3067-78FD-7DD09F917770}"/>
              </a:ext>
            </a:extLst>
          </p:cNvPr>
          <p:cNvSpPr/>
          <p:nvPr/>
        </p:nvSpPr>
        <p:spPr>
          <a:xfrm>
            <a:off x="4332444" y="2998544"/>
            <a:ext cx="346872" cy="22452"/>
          </a:xfrm>
          <a:custGeom>
            <a:avLst/>
            <a:gdLst>
              <a:gd name="connsiteX0" fmla="*/ 0 w 346872"/>
              <a:gd name="connsiteY0" fmla="*/ 0 h 22452"/>
              <a:gd name="connsiteX1" fmla="*/ 342674 w 346872"/>
              <a:gd name="connsiteY1" fmla="*/ 0 h 22452"/>
              <a:gd name="connsiteX2" fmla="*/ 346872 w 346872"/>
              <a:gd name="connsiteY2" fmla="*/ 22452 h 22452"/>
              <a:gd name="connsiteX3" fmla="*/ 0 w 346872"/>
              <a:gd name="connsiteY3" fmla="*/ 22452 h 22452"/>
              <a:gd name="connsiteX4" fmla="*/ 0 w 346872"/>
              <a:gd name="connsiteY4" fmla="*/ 0 h 22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872" h="22452">
                <a:moveTo>
                  <a:pt x="0" y="0"/>
                </a:moveTo>
                <a:lnTo>
                  <a:pt x="342674" y="0"/>
                </a:lnTo>
                <a:lnTo>
                  <a:pt x="346872" y="22452"/>
                </a:lnTo>
                <a:lnTo>
                  <a:pt x="0" y="2245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DAA0405-6D02-1A52-EC83-15E8D096B200}"/>
              </a:ext>
            </a:extLst>
          </p:cNvPr>
          <p:cNvSpPr/>
          <p:nvPr/>
        </p:nvSpPr>
        <p:spPr>
          <a:xfrm>
            <a:off x="4902137" y="2998544"/>
            <a:ext cx="42450" cy="22452"/>
          </a:xfrm>
          <a:custGeom>
            <a:avLst/>
            <a:gdLst>
              <a:gd name="connsiteX0" fmla="*/ 0 w 42450"/>
              <a:gd name="connsiteY0" fmla="*/ 0 h 22452"/>
              <a:gd name="connsiteX1" fmla="*/ 42450 w 42450"/>
              <a:gd name="connsiteY1" fmla="*/ 0 h 22452"/>
              <a:gd name="connsiteX2" fmla="*/ 42450 w 42450"/>
              <a:gd name="connsiteY2" fmla="*/ 22452 h 22452"/>
              <a:gd name="connsiteX3" fmla="*/ 2001 w 42450"/>
              <a:gd name="connsiteY3" fmla="*/ 22452 h 22452"/>
              <a:gd name="connsiteX4" fmla="*/ 0 w 42450"/>
              <a:gd name="connsiteY4" fmla="*/ 0 h 22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50" h="22452">
                <a:moveTo>
                  <a:pt x="0" y="0"/>
                </a:moveTo>
                <a:lnTo>
                  <a:pt x="42450" y="0"/>
                </a:lnTo>
                <a:lnTo>
                  <a:pt x="42450" y="22452"/>
                </a:lnTo>
                <a:lnTo>
                  <a:pt x="2001" y="2245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C4A679-DD13-259B-EEBE-4154F19D50C9}"/>
              </a:ext>
            </a:extLst>
          </p:cNvPr>
          <p:cNvSpPr/>
          <p:nvPr/>
        </p:nvSpPr>
        <p:spPr>
          <a:xfrm>
            <a:off x="4679316" y="2998544"/>
            <a:ext cx="915808" cy="390906"/>
          </a:xfrm>
          <a:custGeom>
            <a:avLst/>
            <a:gdLst>
              <a:gd name="connsiteX0" fmla="*/ 804322 w 915808"/>
              <a:gd name="connsiteY0" fmla="*/ 0 h 390906"/>
              <a:gd name="connsiteX1" fmla="*/ 915808 w 915808"/>
              <a:gd name="connsiteY1" fmla="*/ 0 h 390906"/>
              <a:gd name="connsiteX2" fmla="*/ 915808 w 915808"/>
              <a:gd name="connsiteY2" fmla="*/ 390906 h 390906"/>
              <a:gd name="connsiteX3" fmla="*/ 68892 w 915808"/>
              <a:gd name="connsiteY3" fmla="*/ 390906 h 390906"/>
              <a:gd name="connsiteX4" fmla="*/ 0 w 915808"/>
              <a:gd name="connsiteY4" fmla="*/ 22452 h 390906"/>
              <a:gd name="connsiteX5" fmla="*/ 224822 w 915808"/>
              <a:gd name="connsiteY5" fmla="*/ 22452 h 390906"/>
              <a:gd name="connsiteX6" fmla="*/ 235852 w 915808"/>
              <a:gd name="connsiteY6" fmla="*/ 146165 h 390906"/>
              <a:gd name="connsiteX7" fmla="*/ 812768 w 915808"/>
              <a:gd name="connsiteY7" fmla="*/ 94729 h 390906"/>
              <a:gd name="connsiteX8" fmla="*/ 804322 w 915808"/>
              <a:gd name="connsiteY8" fmla="*/ 0 h 39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5808" h="390906">
                <a:moveTo>
                  <a:pt x="804322" y="0"/>
                </a:moveTo>
                <a:lnTo>
                  <a:pt x="915808" y="0"/>
                </a:lnTo>
                <a:lnTo>
                  <a:pt x="915808" y="390906"/>
                </a:lnTo>
                <a:lnTo>
                  <a:pt x="68892" y="390906"/>
                </a:lnTo>
                <a:lnTo>
                  <a:pt x="0" y="22452"/>
                </a:lnTo>
                <a:lnTo>
                  <a:pt x="224822" y="22452"/>
                </a:lnTo>
                <a:lnTo>
                  <a:pt x="235852" y="146165"/>
                </a:lnTo>
                <a:lnTo>
                  <a:pt x="812768" y="94729"/>
                </a:lnTo>
                <a:lnTo>
                  <a:pt x="80432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B80CC3D-FD4A-2532-A3A5-2BE52AF52C9F}"/>
              </a:ext>
            </a:extLst>
          </p:cNvPr>
          <p:cNvSpPr/>
          <p:nvPr/>
        </p:nvSpPr>
        <p:spPr>
          <a:xfrm>
            <a:off x="4287235" y="3020996"/>
            <a:ext cx="45209" cy="368454"/>
          </a:xfrm>
          <a:custGeom>
            <a:avLst/>
            <a:gdLst>
              <a:gd name="connsiteX0" fmla="*/ 0 w 45209"/>
              <a:gd name="connsiteY0" fmla="*/ 0 h 368454"/>
              <a:gd name="connsiteX1" fmla="*/ 45209 w 45209"/>
              <a:gd name="connsiteY1" fmla="*/ 0 h 368454"/>
              <a:gd name="connsiteX2" fmla="*/ 45209 w 45209"/>
              <a:gd name="connsiteY2" fmla="*/ 368454 h 368454"/>
              <a:gd name="connsiteX3" fmla="*/ 0 w 45209"/>
              <a:gd name="connsiteY3" fmla="*/ 368454 h 368454"/>
              <a:gd name="connsiteX4" fmla="*/ 0 w 45209"/>
              <a:gd name="connsiteY4" fmla="*/ 0 h 368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09" h="368454">
                <a:moveTo>
                  <a:pt x="0" y="0"/>
                </a:moveTo>
                <a:lnTo>
                  <a:pt x="45209" y="0"/>
                </a:lnTo>
                <a:lnTo>
                  <a:pt x="45209" y="368454"/>
                </a:lnTo>
                <a:lnTo>
                  <a:pt x="0" y="36845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DD08C39-3DFF-FEF0-DBC9-3DDE7C7E9A26}"/>
              </a:ext>
            </a:extLst>
          </p:cNvPr>
          <p:cNvSpPr/>
          <p:nvPr/>
        </p:nvSpPr>
        <p:spPr>
          <a:xfrm>
            <a:off x="4332444" y="3389450"/>
            <a:ext cx="427766" cy="144172"/>
          </a:xfrm>
          <a:custGeom>
            <a:avLst/>
            <a:gdLst>
              <a:gd name="connsiteX0" fmla="*/ 0 w 427766"/>
              <a:gd name="connsiteY0" fmla="*/ 0 h 144172"/>
              <a:gd name="connsiteX1" fmla="*/ 415764 w 427766"/>
              <a:gd name="connsiteY1" fmla="*/ 0 h 144172"/>
              <a:gd name="connsiteX2" fmla="*/ 427766 w 427766"/>
              <a:gd name="connsiteY2" fmla="*/ 64189 h 144172"/>
              <a:gd name="connsiteX3" fmla="*/ 0 w 427766"/>
              <a:gd name="connsiteY3" fmla="*/ 144172 h 144172"/>
              <a:gd name="connsiteX4" fmla="*/ 0 w 427766"/>
              <a:gd name="connsiteY4" fmla="*/ 0 h 14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766" h="144172">
                <a:moveTo>
                  <a:pt x="0" y="0"/>
                </a:moveTo>
                <a:lnTo>
                  <a:pt x="415764" y="0"/>
                </a:lnTo>
                <a:lnTo>
                  <a:pt x="427766" y="64189"/>
                </a:lnTo>
                <a:lnTo>
                  <a:pt x="0" y="14417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" name="Rectangle: Rounded Corners 30">
            <a:extLst>
              <a:ext uri="{FF2B5EF4-FFF2-40B4-BE49-F238E27FC236}">
                <a16:creationId xmlns:a16="http://schemas.microsoft.com/office/drawing/2014/main" id="{29D0F4F3-7178-DA5D-7F5F-5254EFEA92B2}"/>
              </a:ext>
            </a:extLst>
          </p:cNvPr>
          <p:cNvSpPr/>
          <p:nvPr/>
        </p:nvSpPr>
        <p:spPr>
          <a:xfrm>
            <a:off x="14709017" y="5847724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C1753F-C577-A30D-B9EB-F45AB77DBC40}"/>
              </a:ext>
            </a:extLst>
          </p:cNvPr>
          <p:cNvCxnSpPr/>
          <p:nvPr/>
        </p:nvCxnSpPr>
        <p:spPr>
          <a:xfrm>
            <a:off x="15236829" y="5847724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9D180F4-F2EC-F83F-A6F2-E341BAE84CBE}"/>
              </a:ext>
            </a:extLst>
          </p:cNvPr>
          <p:cNvSpPr/>
          <p:nvPr/>
        </p:nvSpPr>
        <p:spPr>
          <a:xfrm>
            <a:off x="15350161" y="6048799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42F1C69-71F1-9498-5D71-9526A9B8CA48}"/>
              </a:ext>
            </a:extLst>
          </p:cNvPr>
          <p:cNvSpPr/>
          <p:nvPr/>
        </p:nvSpPr>
        <p:spPr>
          <a:xfrm>
            <a:off x="14822349" y="604257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Rectangle: Rounded Corners 30">
            <a:extLst>
              <a:ext uri="{FF2B5EF4-FFF2-40B4-BE49-F238E27FC236}">
                <a16:creationId xmlns:a16="http://schemas.microsoft.com/office/drawing/2014/main" id="{481413E3-7DC6-A340-940D-E1EE7CA1B293}"/>
              </a:ext>
            </a:extLst>
          </p:cNvPr>
          <p:cNvSpPr/>
          <p:nvPr/>
        </p:nvSpPr>
        <p:spPr>
          <a:xfrm>
            <a:off x="10743233" y="5847724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5124F9C-DC39-BB04-2DB6-40956E1CE9B2}"/>
              </a:ext>
            </a:extLst>
          </p:cNvPr>
          <p:cNvCxnSpPr/>
          <p:nvPr/>
        </p:nvCxnSpPr>
        <p:spPr>
          <a:xfrm>
            <a:off x="11271045" y="5847724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60F1FF9-7423-CBB5-C71D-7F9EC29D1A46}"/>
              </a:ext>
            </a:extLst>
          </p:cNvPr>
          <p:cNvSpPr/>
          <p:nvPr/>
        </p:nvSpPr>
        <p:spPr>
          <a:xfrm>
            <a:off x="11384377" y="6048799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CD7FBBF-43DF-4BDD-818B-2CE0A34A691B}"/>
              </a:ext>
            </a:extLst>
          </p:cNvPr>
          <p:cNvSpPr/>
          <p:nvPr/>
        </p:nvSpPr>
        <p:spPr>
          <a:xfrm>
            <a:off x="10856565" y="604257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Rectangle: Rounded Corners 30">
            <a:extLst>
              <a:ext uri="{FF2B5EF4-FFF2-40B4-BE49-F238E27FC236}">
                <a16:creationId xmlns:a16="http://schemas.microsoft.com/office/drawing/2014/main" id="{23567E77-574E-8912-9FC2-253CCA56433B}"/>
              </a:ext>
            </a:extLst>
          </p:cNvPr>
          <p:cNvSpPr/>
          <p:nvPr/>
        </p:nvSpPr>
        <p:spPr>
          <a:xfrm>
            <a:off x="6768842" y="5790874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CEE8E8C-2459-232F-424F-1ED166DBC107}"/>
              </a:ext>
            </a:extLst>
          </p:cNvPr>
          <p:cNvCxnSpPr/>
          <p:nvPr/>
        </p:nvCxnSpPr>
        <p:spPr>
          <a:xfrm>
            <a:off x="7296654" y="5790874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477ACAE-8AE2-B3C0-45F9-C1FBF376C849}"/>
              </a:ext>
            </a:extLst>
          </p:cNvPr>
          <p:cNvSpPr/>
          <p:nvPr/>
        </p:nvSpPr>
        <p:spPr>
          <a:xfrm>
            <a:off x="7409986" y="5991949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D30AFC7-1B99-D50C-F32C-76FD5D69234D}"/>
              </a:ext>
            </a:extLst>
          </p:cNvPr>
          <p:cNvSpPr/>
          <p:nvPr/>
        </p:nvSpPr>
        <p:spPr>
          <a:xfrm>
            <a:off x="6882174" y="598572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: Rounded Corners 30">
            <a:extLst>
              <a:ext uri="{FF2B5EF4-FFF2-40B4-BE49-F238E27FC236}">
                <a16:creationId xmlns:a16="http://schemas.microsoft.com/office/drawing/2014/main" id="{B5138979-1DE4-5B44-7E8F-D4AA32AD09E1}"/>
              </a:ext>
            </a:extLst>
          </p:cNvPr>
          <p:cNvSpPr/>
          <p:nvPr/>
        </p:nvSpPr>
        <p:spPr>
          <a:xfrm>
            <a:off x="2738931" y="5847132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C1D79D5-0222-BA06-AF7A-F562114AC46C}"/>
              </a:ext>
            </a:extLst>
          </p:cNvPr>
          <p:cNvCxnSpPr/>
          <p:nvPr/>
        </p:nvCxnSpPr>
        <p:spPr>
          <a:xfrm>
            <a:off x="3266743" y="5847132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59C6BE8-EE87-1C10-E23C-9820D4CC257C}"/>
              </a:ext>
            </a:extLst>
          </p:cNvPr>
          <p:cNvSpPr/>
          <p:nvPr/>
        </p:nvSpPr>
        <p:spPr>
          <a:xfrm>
            <a:off x="3380075" y="6048207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9A75B78-983C-43E5-5E5C-A18D84A543BE}"/>
              </a:ext>
            </a:extLst>
          </p:cNvPr>
          <p:cNvSpPr/>
          <p:nvPr/>
        </p:nvSpPr>
        <p:spPr>
          <a:xfrm>
            <a:off x="2852263" y="6041984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7745B92-6E93-1653-FCAD-5EE5F30971FD}"/>
              </a:ext>
            </a:extLst>
          </p:cNvPr>
          <p:cNvSpPr/>
          <p:nvPr/>
        </p:nvSpPr>
        <p:spPr>
          <a:xfrm>
            <a:off x="1335244" y="5318760"/>
            <a:ext cx="15885955" cy="139893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C6B2DA9-2713-DA64-9946-1AE5D3EF1EA5}"/>
              </a:ext>
            </a:extLst>
          </p:cNvPr>
          <p:cNvSpPr/>
          <p:nvPr/>
        </p:nvSpPr>
        <p:spPr>
          <a:xfrm>
            <a:off x="6779207" y="7851140"/>
            <a:ext cx="491837" cy="306070"/>
          </a:xfrm>
          <a:prstGeom prst="rect">
            <a:avLst/>
          </a:pr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5427F4E-E9AC-C4F1-F6FC-5A241C882707}"/>
              </a:ext>
            </a:extLst>
          </p:cNvPr>
          <p:cNvSpPr/>
          <p:nvPr/>
        </p:nvSpPr>
        <p:spPr>
          <a:xfrm>
            <a:off x="7321266" y="7851140"/>
            <a:ext cx="491837" cy="306070"/>
          </a:xfrm>
          <a:prstGeom prst="rect">
            <a:avLst/>
          </a:pr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5DBC700-AC9F-5EAC-EAA3-5B3012569CFD}"/>
              </a:ext>
            </a:extLst>
          </p:cNvPr>
          <p:cNvSpPr/>
          <p:nvPr/>
        </p:nvSpPr>
        <p:spPr>
          <a:xfrm>
            <a:off x="10753508" y="7856220"/>
            <a:ext cx="491837" cy="306070"/>
          </a:xfrm>
          <a:prstGeom prst="rect">
            <a:avLst/>
          </a:pr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5AF57C1-AD19-D73A-ECAF-7269BC355A16}"/>
              </a:ext>
            </a:extLst>
          </p:cNvPr>
          <p:cNvSpPr/>
          <p:nvPr/>
        </p:nvSpPr>
        <p:spPr>
          <a:xfrm>
            <a:off x="11296746" y="7858722"/>
            <a:ext cx="491837" cy="306070"/>
          </a:xfrm>
          <a:prstGeom prst="rect">
            <a:avLst/>
          </a:pr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4CA5394-2F4B-7848-076E-9B48606A941D}"/>
              </a:ext>
            </a:extLst>
          </p:cNvPr>
          <p:cNvSpPr/>
          <p:nvPr/>
        </p:nvSpPr>
        <p:spPr>
          <a:xfrm>
            <a:off x="8516956" y="5923338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E70C39C-F65A-70DD-7BBD-BACA7BB240B6}"/>
              </a:ext>
            </a:extLst>
          </p:cNvPr>
          <p:cNvCxnSpPr>
            <a:cxnSpLocks/>
            <a:endCxn id="62" idx="2"/>
          </p:cNvCxnSpPr>
          <p:nvPr/>
        </p:nvCxnSpPr>
        <p:spPr>
          <a:xfrm>
            <a:off x="9285972" y="5939866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" name="Rectangle: Rounded Corners 4095">
            <a:extLst>
              <a:ext uri="{FF2B5EF4-FFF2-40B4-BE49-F238E27FC236}">
                <a16:creationId xmlns:a16="http://schemas.microsoft.com/office/drawing/2014/main" id="{5B334D0E-9804-5D1A-161A-158A5CCCB448}"/>
              </a:ext>
            </a:extLst>
          </p:cNvPr>
          <p:cNvSpPr/>
          <p:nvPr/>
        </p:nvSpPr>
        <p:spPr>
          <a:xfrm>
            <a:off x="12494194" y="5893645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97" name="Straight Connector 4096">
            <a:extLst>
              <a:ext uri="{FF2B5EF4-FFF2-40B4-BE49-F238E27FC236}">
                <a16:creationId xmlns:a16="http://schemas.microsoft.com/office/drawing/2014/main" id="{CF8D29DB-334D-5B25-82D1-48B95FACA758}"/>
              </a:ext>
            </a:extLst>
          </p:cNvPr>
          <p:cNvCxnSpPr>
            <a:cxnSpLocks/>
            <a:endCxn id="4096" idx="2"/>
          </p:cNvCxnSpPr>
          <p:nvPr/>
        </p:nvCxnSpPr>
        <p:spPr>
          <a:xfrm>
            <a:off x="13263210" y="5910173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8" name="Rectangle: Rounded Corners 4097">
            <a:extLst>
              <a:ext uri="{FF2B5EF4-FFF2-40B4-BE49-F238E27FC236}">
                <a16:creationId xmlns:a16="http://schemas.microsoft.com/office/drawing/2014/main" id="{38F94C32-2B3B-BF80-0B48-9E481141C5C0}"/>
              </a:ext>
            </a:extLst>
          </p:cNvPr>
          <p:cNvSpPr/>
          <p:nvPr/>
        </p:nvSpPr>
        <p:spPr>
          <a:xfrm>
            <a:off x="4533026" y="5870699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99" name="Straight Connector 4098">
            <a:extLst>
              <a:ext uri="{FF2B5EF4-FFF2-40B4-BE49-F238E27FC236}">
                <a16:creationId xmlns:a16="http://schemas.microsoft.com/office/drawing/2014/main" id="{93A49ABA-8A49-6A10-EF01-7E90ED970683}"/>
              </a:ext>
            </a:extLst>
          </p:cNvPr>
          <p:cNvCxnSpPr>
            <a:cxnSpLocks/>
            <a:endCxn id="4098" idx="2"/>
          </p:cNvCxnSpPr>
          <p:nvPr/>
        </p:nvCxnSpPr>
        <p:spPr>
          <a:xfrm>
            <a:off x="5302042" y="5887227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0" name="Rectangle: Rounded Corners 4099">
            <a:extLst>
              <a:ext uri="{FF2B5EF4-FFF2-40B4-BE49-F238E27FC236}">
                <a16:creationId xmlns:a16="http://schemas.microsoft.com/office/drawing/2014/main" id="{401C544A-8D75-FEED-91A3-1D99A4BA8C14}"/>
              </a:ext>
            </a:extLst>
          </p:cNvPr>
          <p:cNvSpPr/>
          <p:nvPr/>
        </p:nvSpPr>
        <p:spPr>
          <a:xfrm>
            <a:off x="1548848" y="5901909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01" name="Rectangle 4100">
            <a:extLst>
              <a:ext uri="{FF2B5EF4-FFF2-40B4-BE49-F238E27FC236}">
                <a16:creationId xmlns:a16="http://schemas.microsoft.com/office/drawing/2014/main" id="{656A2DBA-1DB5-1418-EDF9-298BBBC66019}"/>
              </a:ext>
            </a:extLst>
          </p:cNvPr>
          <p:cNvSpPr/>
          <p:nvPr/>
        </p:nvSpPr>
        <p:spPr>
          <a:xfrm>
            <a:off x="1335242" y="4890391"/>
            <a:ext cx="15885957" cy="430063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110" name="Picture 2" descr="東武70090型モハ71793の側面写真｜RailFile.jp｜鉄道車両サイドビューの図鑑">
            <a:extLst>
              <a:ext uri="{FF2B5EF4-FFF2-40B4-BE49-F238E27FC236}">
                <a16:creationId xmlns:a16="http://schemas.microsoft.com/office/drawing/2014/main" id="{FA2027E0-7BCC-FC32-9B2F-E0957A412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6" t="33553" r="2177" b="22103"/>
          <a:stretch/>
        </p:blipFill>
        <p:spPr bwMode="auto">
          <a:xfrm flipH="1">
            <a:off x="1222799" y="129573"/>
            <a:ext cx="16210999" cy="419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1" name="Rectangle: Rounded Corners 4110">
            <a:extLst>
              <a:ext uri="{FF2B5EF4-FFF2-40B4-BE49-F238E27FC236}">
                <a16:creationId xmlns:a16="http://schemas.microsoft.com/office/drawing/2014/main" id="{E52925A1-CB53-7DF8-B554-B86791FCD851}"/>
              </a:ext>
            </a:extLst>
          </p:cNvPr>
          <p:cNvSpPr/>
          <p:nvPr/>
        </p:nvSpPr>
        <p:spPr>
          <a:xfrm>
            <a:off x="12569091" y="5503876"/>
            <a:ext cx="563880" cy="233409"/>
          </a:xfrm>
          <a:prstGeom prst="roundRect">
            <a:avLst>
              <a:gd name="adj" fmla="val 13875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12" name="角丸四角形 62">
            <a:extLst>
              <a:ext uri="{FF2B5EF4-FFF2-40B4-BE49-F238E27FC236}">
                <a16:creationId xmlns:a16="http://schemas.microsoft.com/office/drawing/2014/main" id="{3EF9D697-C796-6989-7357-94C6BFD787CC}"/>
              </a:ext>
            </a:extLst>
          </p:cNvPr>
          <p:cNvSpPr/>
          <p:nvPr/>
        </p:nvSpPr>
        <p:spPr>
          <a:xfrm>
            <a:off x="8857273" y="5490546"/>
            <a:ext cx="97536" cy="227907"/>
          </a:xfrm>
          <a:prstGeom prst="roundRect">
            <a:avLst>
              <a:gd name="adj" fmla="val 50000"/>
            </a:avLst>
          </a:prstGeom>
          <a:solidFill>
            <a:srgbClr val="23121C"/>
          </a:solidFill>
          <a:ln>
            <a:noFill/>
          </a:ln>
          <a:effectLst>
            <a:glow rad="25400">
              <a:srgbClr val="23121C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4113" name="円/楕円 63">
            <a:extLst>
              <a:ext uri="{FF2B5EF4-FFF2-40B4-BE49-F238E27FC236}">
                <a16:creationId xmlns:a16="http://schemas.microsoft.com/office/drawing/2014/main" id="{B2207C03-B6AC-E14B-1001-D2B672947229}"/>
              </a:ext>
            </a:extLst>
          </p:cNvPr>
          <p:cNvSpPr/>
          <p:nvPr/>
        </p:nvSpPr>
        <p:spPr>
          <a:xfrm>
            <a:off x="8857273" y="5741921"/>
            <a:ext cx="97536" cy="141435"/>
          </a:xfrm>
          <a:prstGeom prst="ellipse">
            <a:avLst/>
          </a:prstGeom>
          <a:solidFill>
            <a:srgbClr val="681F00"/>
          </a:solidFill>
          <a:ln>
            <a:noFill/>
          </a:ln>
          <a:effectLst>
            <a:glow rad="25400">
              <a:srgbClr val="681F0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pic>
        <p:nvPicPr>
          <p:cNvPr id="4114" name="Picture 4113">
            <a:extLst>
              <a:ext uri="{FF2B5EF4-FFF2-40B4-BE49-F238E27FC236}">
                <a16:creationId xmlns:a16="http://schemas.microsoft.com/office/drawing/2014/main" id="{11A985D9-3530-D451-D54A-1CCA69CDE3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5" t="4057" r="918" b="1410"/>
          <a:stretch>
            <a:fillRect/>
          </a:stretch>
        </p:blipFill>
        <p:spPr>
          <a:xfrm>
            <a:off x="2485766" y="5528238"/>
            <a:ext cx="196977" cy="243503"/>
          </a:xfrm>
          <a:custGeom>
            <a:avLst/>
            <a:gdLst>
              <a:gd name="connsiteX0" fmla="*/ 92239 w 598789"/>
              <a:gd name="connsiteY0" fmla="*/ 0 h 576276"/>
              <a:gd name="connsiteX1" fmla="*/ 506550 w 598789"/>
              <a:gd name="connsiteY1" fmla="*/ 0 h 576276"/>
              <a:gd name="connsiteX2" fmla="*/ 598789 w 598789"/>
              <a:gd name="connsiteY2" fmla="*/ 92239 h 576276"/>
              <a:gd name="connsiteX3" fmla="*/ 598789 w 598789"/>
              <a:gd name="connsiteY3" fmla="*/ 484037 h 576276"/>
              <a:gd name="connsiteX4" fmla="*/ 506550 w 598789"/>
              <a:gd name="connsiteY4" fmla="*/ 576276 h 576276"/>
              <a:gd name="connsiteX5" fmla="*/ 92239 w 598789"/>
              <a:gd name="connsiteY5" fmla="*/ 576276 h 576276"/>
              <a:gd name="connsiteX6" fmla="*/ 0 w 598789"/>
              <a:gd name="connsiteY6" fmla="*/ 484037 h 576276"/>
              <a:gd name="connsiteX7" fmla="*/ 0 w 598789"/>
              <a:gd name="connsiteY7" fmla="*/ 92239 h 576276"/>
              <a:gd name="connsiteX8" fmla="*/ 92239 w 598789"/>
              <a:gd name="connsiteY8" fmla="*/ 0 h 576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8789" h="576276">
                <a:moveTo>
                  <a:pt x="92239" y="0"/>
                </a:moveTo>
                <a:lnTo>
                  <a:pt x="506550" y="0"/>
                </a:lnTo>
                <a:cubicBezTo>
                  <a:pt x="557492" y="0"/>
                  <a:pt x="598789" y="41297"/>
                  <a:pt x="598789" y="92239"/>
                </a:cubicBezTo>
                <a:lnTo>
                  <a:pt x="598789" y="484037"/>
                </a:lnTo>
                <a:cubicBezTo>
                  <a:pt x="598789" y="534979"/>
                  <a:pt x="557492" y="576276"/>
                  <a:pt x="506550" y="576276"/>
                </a:cubicBezTo>
                <a:lnTo>
                  <a:pt x="92239" y="576276"/>
                </a:lnTo>
                <a:cubicBezTo>
                  <a:pt x="41297" y="576276"/>
                  <a:pt x="0" y="534979"/>
                  <a:pt x="0" y="484037"/>
                </a:cubicBezTo>
                <a:lnTo>
                  <a:pt x="0" y="92239"/>
                </a:lnTo>
                <a:cubicBezTo>
                  <a:pt x="0" y="41297"/>
                  <a:pt x="41297" y="0"/>
                  <a:pt x="92239" y="0"/>
                </a:cubicBezTo>
                <a:close/>
              </a:path>
            </a:pathLst>
          </a:custGeom>
        </p:spPr>
      </p:pic>
      <p:pic>
        <p:nvPicPr>
          <p:cNvPr id="4115" name="Picture 4114">
            <a:extLst>
              <a:ext uri="{FF2B5EF4-FFF2-40B4-BE49-F238E27FC236}">
                <a16:creationId xmlns:a16="http://schemas.microsoft.com/office/drawing/2014/main" id="{2261A95A-32A8-30A4-88BC-0F6F6CA6DD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32" t="7012" r="1894" b="2191"/>
          <a:stretch>
            <a:fillRect/>
          </a:stretch>
        </p:blipFill>
        <p:spPr>
          <a:xfrm>
            <a:off x="2118863" y="5535386"/>
            <a:ext cx="191208" cy="232484"/>
          </a:xfrm>
          <a:custGeom>
            <a:avLst/>
            <a:gdLst>
              <a:gd name="connsiteX0" fmla="*/ 82087 w 516255"/>
              <a:gd name="connsiteY0" fmla="*/ 0 h 492515"/>
              <a:gd name="connsiteX1" fmla="*/ 434168 w 516255"/>
              <a:gd name="connsiteY1" fmla="*/ 0 h 492515"/>
              <a:gd name="connsiteX2" fmla="*/ 516255 w 516255"/>
              <a:gd name="connsiteY2" fmla="*/ 82087 h 492515"/>
              <a:gd name="connsiteX3" fmla="*/ 516255 w 516255"/>
              <a:gd name="connsiteY3" fmla="*/ 410428 h 492515"/>
              <a:gd name="connsiteX4" fmla="*/ 434168 w 516255"/>
              <a:gd name="connsiteY4" fmla="*/ 492515 h 492515"/>
              <a:gd name="connsiteX5" fmla="*/ 82087 w 516255"/>
              <a:gd name="connsiteY5" fmla="*/ 492515 h 492515"/>
              <a:gd name="connsiteX6" fmla="*/ 0 w 516255"/>
              <a:gd name="connsiteY6" fmla="*/ 410428 h 492515"/>
              <a:gd name="connsiteX7" fmla="*/ 0 w 516255"/>
              <a:gd name="connsiteY7" fmla="*/ 82087 h 492515"/>
              <a:gd name="connsiteX8" fmla="*/ 82087 w 516255"/>
              <a:gd name="connsiteY8" fmla="*/ 0 h 49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6255" h="492515">
                <a:moveTo>
                  <a:pt x="82087" y="0"/>
                </a:moveTo>
                <a:lnTo>
                  <a:pt x="434168" y="0"/>
                </a:lnTo>
                <a:cubicBezTo>
                  <a:pt x="479503" y="0"/>
                  <a:pt x="516255" y="36752"/>
                  <a:pt x="516255" y="82087"/>
                </a:cubicBezTo>
                <a:lnTo>
                  <a:pt x="516255" y="410428"/>
                </a:lnTo>
                <a:cubicBezTo>
                  <a:pt x="516255" y="455763"/>
                  <a:pt x="479503" y="492515"/>
                  <a:pt x="434168" y="492515"/>
                </a:cubicBezTo>
                <a:lnTo>
                  <a:pt x="82087" y="492515"/>
                </a:lnTo>
                <a:cubicBezTo>
                  <a:pt x="36752" y="492515"/>
                  <a:pt x="0" y="455763"/>
                  <a:pt x="0" y="410428"/>
                </a:cubicBezTo>
                <a:lnTo>
                  <a:pt x="0" y="82087"/>
                </a:lnTo>
                <a:cubicBezTo>
                  <a:pt x="0" y="36752"/>
                  <a:pt x="36752" y="0"/>
                  <a:pt x="82087" y="0"/>
                </a:cubicBezTo>
                <a:close/>
              </a:path>
            </a:pathLst>
          </a:custGeom>
        </p:spPr>
      </p:pic>
      <p:sp>
        <p:nvSpPr>
          <p:cNvPr id="4140" name="Rectangle: Rounded Corners 4139">
            <a:extLst>
              <a:ext uri="{FF2B5EF4-FFF2-40B4-BE49-F238E27FC236}">
                <a16:creationId xmlns:a16="http://schemas.microsoft.com/office/drawing/2014/main" id="{5D2B0C80-751F-E934-DF5E-3081B10AFA59}"/>
              </a:ext>
            </a:extLst>
          </p:cNvPr>
          <p:cNvSpPr/>
          <p:nvPr/>
        </p:nvSpPr>
        <p:spPr>
          <a:xfrm>
            <a:off x="16423366" y="5901909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1733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D40BDD-C640-BDA6-88CC-2699A3FB9687}"/>
              </a:ext>
            </a:extLst>
          </p:cNvPr>
          <p:cNvSpPr/>
          <p:nvPr/>
        </p:nvSpPr>
        <p:spPr>
          <a:xfrm>
            <a:off x="8998634" y="1855763"/>
            <a:ext cx="2148840" cy="1996440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207530-1BF3-AD7E-D623-002FD33BF4B1}"/>
              </a:ext>
            </a:extLst>
          </p:cNvPr>
          <p:cNvSpPr/>
          <p:nvPr/>
        </p:nvSpPr>
        <p:spPr>
          <a:xfrm>
            <a:off x="13029616" y="1855763"/>
            <a:ext cx="2148840" cy="1996440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365408-6986-16F2-29EB-7366B06DA63E}"/>
              </a:ext>
            </a:extLst>
          </p:cNvPr>
          <p:cNvSpPr/>
          <p:nvPr/>
        </p:nvSpPr>
        <p:spPr>
          <a:xfrm>
            <a:off x="5196256" y="1688123"/>
            <a:ext cx="2148840" cy="1996440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FD0D8E-455A-7A87-2F32-2BEC7FA1F9D3}"/>
              </a:ext>
            </a:extLst>
          </p:cNvPr>
          <p:cNvSpPr/>
          <p:nvPr/>
        </p:nvSpPr>
        <p:spPr>
          <a:xfrm>
            <a:off x="2239694" y="1855763"/>
            <a:ext cx="1074420" cy="1996440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439A0B-CEA0-B57D-E02D-B887ACC03D97}"/>
              </a:ext>
            </a:extLst>
          </p:cNvPr>
          <p:cNvSpPr/>
          <p:nvPr/>
        </p:nvSpPr>
        <p:spPr>
          <a:xfrm>
            <a:off x="4731434" y="7876538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162594-B8C2-4C92-868A-4ABCE421009E}"/>
              </a:ext>
            </a:extLst>
          </p:cNvPr>
          <p:cNvSpPr/>
          <p:nvPr/>
        </p:nvSpPr>
        <p:spPr>
          <a:xfrm>
            <a:off x="149274" y="7988298"/>
            <a:ext cx="177096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E48063-2A4F-8D7D-BC6B-0FB9A97FE85D}"/>
              </a:ext>
            </a:extLst>
          </p:cNvPr>
          <p:cNvSpPr/>
          <p:nvPr/>
        </p:nvSpPr>
        <p:spPr>
          <a:xfrm>
            <a:off x="10707077" y="8109960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3E2D63-3D2D-F12C-1348-A3A6CDDD9FA0}"/>
              </a:ext>
            </a:extLst>
          </p:cNvPr>
          <p:cNvSpPr/>
          <p:nvPr/>
        </p:nvSpPr>
        <p:spPr>
          <a:xfrm>
            <a:off x="16923434" y="8109960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51E87B-A964-908C-4D3A-C8A4F16D46AE}"/>
              </a:ext>
            </a:extLst>
          </p:cNvPr>
          <p:cNvSpPr/>
          <p:nvPr/>
        </p:nvSpPr>
        <p:spPr>
          <a:xfrm>
            <a:off x="22463759" y="8109960"/>
            <a:ext cx="1633059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D7DE0-ADF0-0AE1-7835-F73CBD8B8510}"/>
              </a:ext>
            </a:extLst>
          </p:cNvPr>
          <p:cNvSpPr/>
          <p:nvPr/>
        </p:nvSpPr>
        <p:spPr>
          <a:xfrm>
            <a:off x="20360242" y="1480947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FCFA22-2B70-46DA-0DA0-028368B10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24384000" cy="6435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F1EF41-06D1-2C8B-F235-3A213FD596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86322" y="965108"/>
            <a:ext cx="16290452" cy="418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29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419FD-80CC-7702-957F-04B500DD7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1A6366-EA3D-6E47-92CE-9F1787003A00}"/>
              </a:ext>
            </a:extLst>
          </p:cNvPr>
          <p:cNvSpPr/>
          <p:nvPr/>
        </p:nvSpPr>
        <p:spPr>
          <a:xfrm>
            <a:off x="16489282" y="1359027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649759-1CE2-5135-BB79-7CCD16FD7873}"/>
              </a:ext>
            </a:extLst>
          </p:cNvPr>
          <p:cNvSpPr/>
          <p:nvPr/>
        </p:nvSpPr>
        <p:spPr>
          <a:xfrm>
            <a:off x="10707077" y="1314705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E539CB-379D-BA00-04FD-C9B34EDDDE7F}"/>
              </a:ext>
            </a:extLst>
          </p:cNvPr>
          <p:cNvSpPr/>
          <p:nvPr/>
        </p:nvSpPr>
        <p:spPr>
          <a:xfrm>
            <a:off x="4663249" y="1314705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9FA996-7DBB-6780-686E-98502C18168B}"/>
              </a:ext>
            </a:extLst>
          </p:cNvPr>
          <p:cNvSpPr/>
          <p:nvPr/>
        </p:nvSpPr>
        <p:spPr>
          <a:xfrm>
            <a:off x="156412" y="1314705"/>
            <a:ext cx="1432855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E3C412-4F56-8EA0-98DB-F164FC5DBB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24383999" cy="63867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C53E4E-DE3B-D0BB-F409-4970DA2F5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884639" y="1865376"/>
            <a:ext cx="870053" cy="68165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C1D03A3-31F1-8C14-DE26-54A5EE15C2AF}"/>
              </a:ext>
            </a:extLst>
          </p:cNvPr>
          <p:cNvSpPr/>
          <p:nvPr/>
        </p:nvSpPr>
        <p:spPr>
          <a:xfrm>
            <a:off x="4600136" y="7903403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E18387-CD3C-E965-6E6C-08E55B7B1513}"/>
              </a:ext>
            </a:extLst>
          </p:cNvPr>
          <p:cNvSpPr/>
          <p:nvPr/>
        </p:nvSpPr>
        <p:spPr>
          <a:xfrm>
            <a:off x="10685195" y="8196480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F0CEAB-9774-BFA3-4719-D192AAC9572F}"/>
              </a:ext>
            </a:extLst>
          </p:cNvPr>
          <p:cNvSpPr/>
          <p:nvPr/>
        </p:nvSpPr>
        <p:spPr>
          <a:xfrm>
            <a:off x="16814018" y="8422342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0C689B-27A3-4348-DCA7-3934E0794B04}"/>
              </a:ext>
            </a:extLst>
          </p:cNvPr>
          <p:cNvSpPr/>
          <p:nvPr/>
        </p:nvSpPr>
        <p:spPr>
          <a:xfrm>
            <a:off x="22754692" y="8196480"/>
            <a:ext cx="1629308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78E9D4-9E4C-BAB1-35DF-0D32880E107D}"/>
              </a:ext>
            </a:extLst>
          </p:cNvPr>
          <p:cNvSpPr/>
          <p:nvPr/>
        </p:nvSpPr>
        <p:spPr>
          <a:xfrm>
            <a:off x="156412" y="8422342"/>
            <a:ext cx="1629308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42D300-0612-F3DE-888D-9820235C06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012042"/>
            <a:ext cx="24384000" cy="64444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B72B63C-86C0-2CE8-703A-861FD64B7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77715" y="8805438"/>
            <a:ext cx="870053" cy="68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59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220DC-F3E3-B19A-A63B-8277B66DF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E1B7D2-C6D0-F914-5BE8-F9E7106F12C6}"/>
              </a:ext>
            </a:extLst>
          </p:cNvPr>
          <p:cNvSpPr/>
          <p:nvPr/>
        </p:nvSpPr>
        <p:spPr>
          <a:xfrm>
            <a:off x="16794082" y="6632067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4DCB4A-C8D7-3C2C-B1BB-C62D1DF37965}"/>
              </a:ext>
            </a:extLst>
          </p:cNvPr>
          <p:cNvSpPr/>
          <p:nvPr/>
        </p:nvSpPr>
        <p:spPr>
          <a:xfrm>
            <a:off x="10707077" y="6695823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3CDCEE-D23A-44E5-F983-BCBF6C4E4021}"/>
              </a:ext>
            </a:extLst>
          </p:cNvPr>
          <p:cNvSpPr/>
          <p:nvPr/>
        </p:nvSpPr>
        <p:spPr>
          <a:xfrm>
            <a:off x="4693729" y="6858000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A6BBA5-5ECF-1CFB-CF97-B11ED74E61FC}"/>
              </a:ext>
            </a:extLst>
          </p:cNvPr>
          <p:cNvSpPr/>
          <p:nvPr/>
        </p:nvSpPr>
        <p:spPr>
          <a:xfrm>
            <a:off x="22881087" y="6858000"/>
            <a:ext cx="1432855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482CBC-31F1-F4CE-B47F-04DE92D902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flipH="1">
            <a:off x="0" y="5577840"/>
            <a:ext cx="24383999" cy="63867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6809EF-805A-E466-C121-65108F557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970239" y="2216740"/>
            <a:ext cx="870053" cy="6816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B99AEF0-FB3C-2A15-3461-F95822D037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50227" y="7442522"/>
            <a:ext cx="861479" cy="70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78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068460-72DE-5768-F1E3-B7615D265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A2960A-77C2-9BC5-DE5D-6267485EB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272"/>
            <a:ext cx="24384000" cy="613104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7F7DD4-283E-FE81-CA2B-1DAE0B7DCC43}"/>
              </a:ext>
            </a:extLst>
          </p:cNvPr>
          <p:cNvSpPr/>
          <p:nvPr/>
        </p:nvSpPr>
        <p:spPr>
          <a:xfrm>
            <a:off x="4657181" y="1292206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0B326D-7123-37AF-001D-EBE9749FBC68}"/>
              </a:ext>
            </a:extLst>
          </p:cNvPr>
          <p:cNvSpPr/>
          <p:nvPr/>
        </p:nvSpPr>
        <p:spPr>
          <a:xfrm>
            <a:off x="184827" y="1497360"/>
            <a:ext cx="1626388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2CD30E-4C0A-0A02-3033-EADBE6193A6F}"/>
              </a:ext>
            </a:extLst>
          </p:cNvPr>
          <p:cNvSpPr/>
          <p:nvPr/>
        </p:nvSpPr>
        <p:spPr>
          <a:xfrm>
            <a:off x="22572785" y="1721105"/>
            <a:ext cx="1626388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CC145B-3758-9917-A110-CA75E7D3D026}"/>
              </a:ext>
            </a:extLst>
          </p:cNvPr>
          <p:cNvSpPr/>
          <p:nvPr/>
        </p:nvSpPr>
        <p:spPr>
          <a:xfrm>
            <a:off x="10722486" y="1292206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E6E548-3BE3-10F4-70EE-FA76E5BF3E23}"/>
              </a:ext>
            </a:extLst>
          </p:cNvPr>
          <p:cNvSpPr/>
          <p:nvPr/>
        </p:nvSpPr>
        <p:spPr>
          <a:xfrm>
            <a:off x="16787791" y="1292206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CD1051-4B20-33BA-8653-56AB77D48E73}"/>
              </a:ext>
            </a:extLst>
          </p:cNvPr>
          <p:cNvSpPr/>
          <p:nvPr/>
        </p:nvSpPr>
        <p:spPr>
          <a:xfrm>
            <a:off x="5178858" y="7651975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ABA6B-0303-834A-292E-B214138CD182}"/>
              </a:ext>
            </a:extLst>
          </p:cNvPr>
          <p:cNvSpPr/>
          <p:nvPr/>
        </p:nvSpPr>
        <p:spPr>
          <a:xfrm>
            <a:off x="11011089" y="7651975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55E41A-3BBD-F19C-C496-9D9D5F43315E}"/>
              </a:ext>
            </a:extLst>
          </p:cNvPr>
          <p:cNvSpPr/>
          <p:nvPr/>
        </p:nvSpPr>
        <p:spPr>
          <a:xfrm>
            <a:off x="16843320" y="7651975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F3531A-D83C-5420-89AB-0A21E16F5C6E}"/>
              </a:ext>
            </a:extLst>
          </p:cNvPr>
          <p:cNvSpPr/>
          <p:nvPr/>
        </p:nvSpPr>
        <p:spPr>
          <a:xfrm>
            <a:off x="22209368" y="7638133"/>
            <a:ext cx="1848339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BDDD85-4564-78E7-AD72-DB5F75C37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002" y="6510336"/>
            <a:ext cx="24384000" cy="59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02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BF581-7400-AF6E-70C9-84213CFF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0C0370-CD9F-7AD6-F73E-3D3435E0D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671"/>
            <a:ext cx="24384000" cy="591345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C445FA1-3834-9528-02BC-02184F25F7E7}"/>
              </a:ext>
            </a:extLst>
          </p:cNvPr>
          <p:cNvSpPr/>
          <p:nvPr/>
        </p:nvSpPr>
        <p:spPr>
          <a:xfrm>
            <a:off x="5477797" y="1616709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7A1AE9-FFA2-7F11-4041-6CA36DE98EE5}"/>
              </a:ext>
            </a:extLst>
          </p:cNvPr>
          <p:cNvSpPr/>
          <p:nvPr/>
        </p:nvSpPr>
        <p:spPr>
          <a:xfrm>
            <a:off x="11304166" y="1440863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21661E-5BB3-44BC-0CF7-2CD2B40D2280}"/>
              </a:ext>
            </a:extLst>
          </p:cNvPr>
          <p:cNvSpPr/>
          <p:nvPr/>
        </p:nvSpPr>
        <p:spPr>
          <a:xfrm>
            <a:off x="17130535" y="1440863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ED0F4B-C7D5-6DF4-2391-6710729F2511}"/>
              </a:ext>
            </a:extLst>
          </p:cNvPr>
          <p:cNvSpPr/>
          <p:nvPr/>
        </p:nvSpPr>
        <p:spPr>
          <a:xfrm>
            <a:off x="4575120" y="8339833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FE7C57-9715-489F-48FB-82F4221DDD15}"/>
              </a:ext>
            </a:extLst>
          </p:cNvPr>
          <p:cNvSpPr/>
          <p:nvPr/>
        </p:nvSpPr>
        <p:spPr>
          <a:xfrm>
            <a:off x="0" y="7999863"/>
            <a:ext cx="1758462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8562C6-9AFE-A1AC-FFBC-87462EAEA4A2}"/>
              </a:ext>
            </a:extLst>
          </p:cNvPr>
          <p:cNvSpPr/>
          <p:nvPr/>
        </p:nvSpPr>
        <p:spPr>
          <a:xfrm>
            <a:off x="22625538" y="7999863"/>
            <a:ext cx="1758462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AB1E4F-1DD0-CC06-4200-66DFE5CFF04E}"/>
              </a:ext>
            </a:extLst>
          </p:cNvPr>
          <p:cNvSpPr/>
          <p:nvPr/>
        </p:nvSpPr>
        <p:spPr>
          <a:xfrm>
            <a:off x="10707077" y="7999863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098D95-5AD1-F156-4386-C48E774C07ED}"/>
              </a:ext>
            </a:extLst>
          </p:cNvPr>
          <p:cNvSpPr/>
          <p:nvPr/>
        </p:nvSpPr>
        <p:spPr>
          <a:xfrm>
            <a:off x="17130535" y="8076002"/>
            <a:ext cx="2969846" cy="3167382"/>
          </a:xfrm>
          <a:prstGeom prst="rect">
            <a:avLst/>
          </a:prstGeom>
          <a:gradFill>
            <a:gsLst>
              <a:gs pos="0">
                <a:srgbClr val="4ED2AF">
                  <a:alpha val="13725"/>
                </a:srgbClr>
              </a:gs>
              <a:gs pos="100000">
                <a:srgbClr val="4ED2AF">
                  <a:alpha val="1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0CDCFB3-524C-9F00-BDE8-EDDA64BF0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0"/>
            <a:ext cx="24384000" cy="613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02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4CA1F1A-65E4-45C5-EED5-8DEE58E492C1}"/>
              </a:ext>
            </a:extLst>
          </p:cNvPr>
          <p:cNvSpPr/>
          <p:nvPr/>
        </p:nvSpPr>
        <p:spPr>
          <a:xfrm>
            <a:off x="10085632" y="7481544"/>
            <a:ext cx="1315431" cy="944826"/>
          </a:xfrm>
          <a:prstGeom prst="rect">
            <a:avLst/>
          </a:prstGeom>
          <a:gradFill>
            <a:gsLst>
              <a:gs pos="68000">
                <a:srgbClr val="12161B"/>
              </a:gs>
              <a:gs pos="1000">
                <a:srgbClr val="0C0F1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15D8AB5D-7332-FEF1-6EDD-28D39CE76915}"/>
              </a:ext>
            </a:extLst>
          </p:cNvPr>
          <p:cNvSpPr/>
          <p:nvPr/>
        </p:nvSpPr>
        <p:spPr>
          <a:xfrm>
            <a:off x="4540541" y="7481544"/>
            <a:ext cx="1448779" cy="944826"/>
          </a:xfrm>
          <a:prstGeom prst="rect">
            <a:avLst/>
          </a:prstGeom>
          <a:gradFill>
            <a:gsLst>
              <a:gs pos="68000">
                <a:srgbClr val="1A2026"/>
              </a:gs>
              <a:gs pos="1000">
                <a:srgbClr val="0C0F1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D0413DBA-D8F2-67EB-D393-EBA3F333E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914"/>
          <a:stretch/>
        </p:blipFill>
        <p:spPr>
          <a:xfrm>
            <a:off x="5864666" y="7483558"/>
            <a:ext cx="4247910" cy="14173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8EB489-FB1A-87D2-3171-9EB201D9C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779"/>
          <a:stretch/>
        </p:blipFill>
        <p:spPr>
          <a:xfrm>
            <a:off x="2027646" y="2109892"/>
            <a:ext cx="7854632" cy="2365095"/>
          </a:xfrm>
          <a:prstGeom prst="rect">
            <a:avLst/>
          </a:prstGeom>
        </p:spPr>
      </p:pic>
      <p:sp>
        <p:nvSpPr>
          <p:cNvPr id="5" name="Rectangle 15">
            <a:extLst>
              <a:ext uri="{FF2B5EF4-FFF2-40B4-BE49-F238E27FC236}">
                <a16:creationId xmlns:a16="http://schemas.microsoft.com/office/drawing/2014/main" id="{F0EAC19A-D844-9DEB-7D0B-2FD9F29297BD}"/>
              </a:ext>
            </a:extLst>
          </p:cNvPr>
          <p:cNvSpPr/>
          <p:nvPr/>
        </p:nvSpPr>
        <p:spPr>
          <a:xfrm>
            <a:off x="2027646" y="2229499"/>
            <a:ext cx="2327700" cy="2245488"/>
          </a:xfrm>
          <a:custGeom>
            <a:avLst/>
            <a:gdLst>
              <a:gd name="connsiteX0" fmla="*/ 0 w 2327700"/>
              <a:gd name="connsiteY0" fmla="*/ 0 h 2245488"/>
              <a:gd name="connsiteX1" fmla="*/ 2327700 w 2327700"/>
              <a:gd name="connsiteY1" fmla="*/ 0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1505897 w 2327700"/>
              <a:gd name="connsiteY1" fmla="*/ 844952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2119355 w 2327700"/>
              <a:gd name="connsiteY1" fmla="*/ 162046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700" h="2245488">
                <a:moveTo>
                  <a:pt x="0" y="0"/>
                </a:moveTo>
                <a:lnTo>
                  <a:pt x="2119355" y="162046"/>
                </a:lnTo>
                <a:lnTo>
                  <a:pt x="2327700" y="2245488"/>
                </a:lnTo>
                <a:lnTo>
                  <a:pt x="0" y="224548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0">
                <a:srgbClr val="F7F6FC"/>
              </a:gs>
              <a:gs pos="70000">
                <a:srgbClr val="9A9CA5"/>
              </a:gs>
              <a:gs pos="97000">
                <a:srgbClr val="8A91A3"/>
              </a:gs>
              <a:gs pos="18000">
                <a:srgbClr val="A09FA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155EBFAD-6C51-A380-7907-40A98A07FA28}"/>
              </a:ext>
            </a:extLst>
          </p:cNvPr>
          <p:cNvSpPr/>
          <p:nvPr/>
        </p:nvSpPr>
        <p:spPr>
          <a:xfrm flipH="1">
            <a:off x="7794956" y="2229499"/>
            <a:ext cx="2087322" cy="2245488"/>
          </a:xfrm>
          <a:custGeom>
            <a:avLst/>
            <a:gdLst>
              <a:gd name="connsiteX0" fmla="*/ 0 w 2327700"/>
              <a:gd name="connsiteY0" fmla="*/ 0 h 2245488"/>
              <a:gd name="connsiteX1" fmla="*/ 2327700 w 2327700"/>
              <a:gd name="connsiteY1" fmla="*/ 0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1505897 w 2327700"/>
              <a:gd name="connsiteY1" fmla="*/ 844952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2119355 w 2327700"/>
              <a:gd name="connsiteY1" fmla="*/ 162046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2119355 w 2327700"/>
              <a:gd name="connsiteY1" fmla="*/ 162046 h 2245488"/>
              <a:gd name="connsiteX2" fmla="*/ 2327700 w 2327700"/>
              <a:gd name="connsiteY2" fmla="*/ 2245488 h 2245488"/>
              <a:gd name="connsiteX3" fmla="*/ 0 w 2327700"/>
              <a:gd name="connsiteY3" fmla="*/ 1539433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2119355 w 2327700"/>
              <a:gd name="connsiteY1" fmla="*/ 162046 h 2245488"/>
              <a:gd name="connsiteX2" fmla="*/ 2327700 w 2327700"/>
              <a:gd name="connsiteY2" fmla="*/ 2245488 h 2245488"/>
              <a:gd name="connsiteX3" fmla="*/ 0 w 2327700"/>
              <a:gd name="connsiteY3" fmla="*/ 1539433 h 2245488"/>
              <a:gd name="connsiteX4" fmla="*/ 0 w 2327700"/>
              <a:gd name="connsiteY4" fmla="*/ 0 h 22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700" h="2245488">
                <a:moveTo>
                  <a:pt x="0" y="0"/>
                </a:moveTo>
                <a:lnTo>
                  <a:pt x="2119355" y="162046"/>
                </a:lnTo>
                <a:lnTo>
                  <a:pt x="2327700" y="2245488"/>
                </a:lnTo>
                <a:cubicBezTo>
                  <a:pt x="1551800" y="2010136"/>
                  <a:pt x="646823" y="2226197"/>
                  <a:pt x="0" y="1539433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40000">
                <a:srgbClr val="F7F6FC"/>
              </a:gs>
              <a:gs pos="70000">
                <a:srgbClr val="9A9CA5"/>
              </a:gs>
              <a:gs pos="97000">
                <a:srgbClr val="8A91A3"/>
              </a:gs>
              <a:gs pos="18000">
                <a:srgbClr val="A09FA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Hexagon 14">
            <a:extLst>
              <a:ext uri="{FF2B5EF4-FFF2-40B4-BE49-F238E27FC236}">
                <a16:creationId xmlns:a16="http://schemas.microsoft.com/office/drawing/2014/main" id="{5AAE9600-2E19-D24E-25F8-298C4C56BF48}"/>
              </a:ext>
            </a:extLst>
          </p:cNvPr>
          <p:cNvSpPr/>
          <p:nvPr/>
        </p:nvSpPr>
        <p:spPr>
          <a:xfrm>
            <a:off x="2027646" y="3757357"/>
            <a:ext cx="7888179" cy="2316019"/>
          </a:xfrm>
          <a:custGeom>
            <a:avLst/>
            <a:gdLst>
              <a:gd name="connsiteX0" fmla="*/ 0 w 7617330"/>
              <a:gd name="connsiteY0" fmla="*/ 1273215 h 2546430"/>
              <a:gd name="connsiteX1" fmla="*/ 636608 w 7617330"/>
              <a:gd name="connsiteY1" fmla="*/ 1 h 2546430"/>
              <a:gd name="connsiteX2" fmla="*/ 6980723 w 7617330"/>
              <a:gd name="connsiteY2" fmla="*/ 1 h 2546430"/>
              <a:gd name="connsiteX3" fmla="*/ 7617330 w 7617330"/>
              <a:gd name="connsiteY3" fmla="*/ 1273215 h 2546430"/>
              <a:gd name="connsiteX4" fmla="*/ 6980723 w 7617330"/>
              <a:gd name="connsiteY4" fmla="*/ 2546429 h 2546430"/>
              <a:gd name="connsiteX5" fmla="*/ 636608 w 7617330"/>
              <a:gd name="connsiteY5" fmla="*/ 2546429 h 2546430"/>
              <a:gd name="connsiteX6" fmla="*/ 0 w 7617330"/>
              <a:gd name="connsiteY6" fmla="*/ 1273215 h 2546430"/>
              <a:gd name="connsiteX0" fmla="*/ 0 w 8497007"/>
              <a:gd name="connsiteY0" fmla="*/ 1632029 h 2905243"/>
              <a:gd name="connsiteX1" fmla="*/ 636608 w 8497007"/>
              <a:gd name="connsiteY1" fmla="*/ 358815 h 2905243"/>
              <a:gd name="connsiteX2" fmla="*/ 8497007 w 8497007"/>
              <a:gd name="connsiteY2" fmla="*/ 0 h 2905243"/>
              <a:gd name="connsiteX3" fmla="*/ 7617330 w 8497007"/>
              <a:gd name="connsiteY3" fmla="*/ 1632029 h 2905243"/>
              <a:gd name="connsiteX4" fmla="*/ 6980723 w 8497007"/>
              <a:gd name="connsiteY4" fmla="*/ 2905243 h 2905243"/>
              <a:gd name="connsiteX5" fmla="*/ 636608 w 8497007"/>
              <a:gd name="connsiteY5" fmla="*/ 2905243 h 2905243"/>
              <a:gd name="connsiteX6" fmla="*/ 0 w 8497007"/>
              <a:gd name="connsiteY6" fmla="*/ 1632029 h 2905243"/>
              <a:gd name="connsiteX0" fmla="*/ 0 w 8497007"/>
              <a:gd name="connsiteY0" fmla="*/ 1632029 h 2905243"/>
              <a:gd name="connsiteX1" fmla="*/ 636608 w 8497007"/>
              <a:gd name="connsiteY1" fmla="*/ 358815 h 2905243"/>
              <a:gd name="connsiteX2" fmla="*/ 8497007 w 8497007"/>
              <a:gd name="connsiteY2" fmla="*/ 0 h 2905243"/>
              <a:gd name="connsiteX3" fmla="*/ 7918272 w 8497007"/>
              <a:gd name="connsiteY3" fmla="*/ 1898246 h 2905243"/>
              <a:gd name="connsiteX4" fmla="*/ 6980723 w 8497007"/>
              <a:gd name="connsiteY4" fmla="*/ 2905243 h 2905243"/>
              <a:gd name="connsiteX5" fmla="*/ 636608 w 8497007"/>
              <a:gd name="connsiteY5" fmla="*/ 2905243 h 2905243"/>
              <a:gd name="connsiteX6" fmla="*/ 0 w 8497007"/>
              <a:gd name="connsiteY6" fmla="*/ 1632029 h 2905243"/>
              <a:gd name="connsiteX0" fmla="*/ 1493134 w 7860399"/>
              <a:gd name="connsiteY0" fmla="*/ 1435260 h 2905243"/>
              <a:gd name="connsiteX1" fmla="*/ 0 w 7860399"/>
              <a:gd name="connsiteY1" fmla="*/ 358815 h 2905243"/>
              <a:gd name="connsiteX2" fmla="*/ 7860399 w 7860399"/>
              <a:gd name="connsiteY2" fmla="*/ 0 h 2905243"/>
              <a:gd name="connsiteX3" fmla="*/ 7281664 w 7860399"/>
              <a:gd name="connsiteY3" fmla="*/ 1898246 h 2905243"/>
              <a:gd name="connsiteX4" fmla="*/ 6344115 w 7860399"/>
              <a:gd name="connsiteY4" fmla="*/ 2905243 h 2905243"/>
              <a:gd name="connsiteX5" fmla="*/ 0 w 7860399"/>
              <a:gd name="connsiteY5" fmla="*/ 2905243 h 2905243"/>
              <a:gd name="connsiteX6" fmla="*/ 1493134 w 7860399"/>
              <a:gd name="connsiteY6" fmla="*/ 1435260 h 2905243"/>
              <a:gd name="connsiteX0" fmla="*/ 0 w 7918272"/>
              <a:gd name="connsiteY0" fmla="*/ 810227 h 2905243"/>
              <a:gd name="connsiteX1" fmla="*/ 57873 w 7918272"/>
              <a:gd name="connsiteY1" fmla="*/ 358815 h 2905243"/>
              <a:gd name="connsiteX2" fmla="*/ 7918272 w 7918272"/>
              <a:gd name="connsiteY2" fmla="*/ 0 h 2905243"/>
              <a:gd name="connsiteX3" fmla="*/ 7339537 w 7918272"/>
              <a:gd name="connsiteY3" fmla="*/ 1898246 h 2905243"/>
              <a:gd name="connsiteX4" fmla="*/ 6401988 w 7918272"/>
              <a:gd name="connsiteY4" fmla="*/ 2905243 h 2905243"/>
              <a:gd name="connsiteX5" fmla="*/ 57873 w 7918272"/>
              <a:gd name="connsiteY5" fmla="*/ 2905243 h 2905243"/>
              <a:gd name="connsiteX6" fmla="*/ 0 w 7918272"/>
              <a:gd name="connsiteY6" fmla="*/ 810227 h 2905243"/>
              <a:gd name="connsiteX0" fmla="*/ 0 w 7918272"/>
              <a:gd name="connsiteY0" fmla="*/ 810227 h 2905243"/>
              <a:gd name="connsiteX1" fmla="*/ 57873 w 7918272"/>
              <a:gd name="connsiteY1" fmla="*/ 358815 h 2905243"/>
              <a:gd name="connsiteX2" fmla="*/ 7918272 w 7918272"/>
              <a:gd name="connsiteY2" fmla="*/ 0 h 2905243"/>
              <a:gd name="connsiteX3" fmla="*/ 7883547 w 7918272"/>
              <a:gd name="connsiteY3" fmla="*/ 798651 h 2905243"/>
              <a:gd name="connsiteX4" fmla="*/ 6401988 w 7918272"/>
              <a:gd name="connsiteY4" fmla="*/ 2905243 h 2905243"/>
              <a:gd name="connsiteX5" fmla="*/ 57873 w 7918272"/>
              <a:gd name="connsiteY5" fmla="*/ 2905243 h 2905243"/>
              <a:gd name="connsiteX6" fmla="*/ 0 w 7918272"/>
              <a:gd name="connsiteY6" fmla="*/ 810227 h 2905243"/>
              <a:gd name="connsiteX0" fmla="*/ 0 w 7918272"/>
              <a:gd name="connsiteY0" fmla="*/ 810227 h 2905243"/>
              <a:gd name="connsiteX1" fmla="*/ 57873 w 7918272"/>
              <a:gd name="connsiteY1" fmla="*/ 358815 h 2905243"/>
              <a:gd name="connsiteX2" fmla="*/ 7918272 w 7918272"/>
              <a:gd name="connsiteY2" fmla="*/ 0 h 2905243"/>
              <a:gd name="connsiteX3" fmla="*/ 7883547 w 7918272"/>
              <a:gd name="connsiteY3" fmla="*/ 798651 h 2905243"/>
              <a:gd name="connsiteX4" fmla="*/ 6401988 w 7918272"/>
              <a:gd name="connsiteY4" fmla="*/ 2905243 h 2905243"/>
              <a:gd name="connsiteX5" fmla="*/ 2488556 w 7918272"/>
              <a:gd name="connsiteY5" fmla="*/ 995420 h 2905243"/>
              <a:gd name="connsiteX6" fmla="*/ 0 w 7918272"/>
              <a:gd name="connsiteY6" fmla="*/ 810227 h 2905243"/>
              <a:gd name="connsiteX0" fmla="*/ 0 w 7918272"/>
              <a:gd name="connsiteY0" fmla="*/ 810227 h 2905243"/>
              <a:gd name="connsiteX1" fmla="*/ 57873 w 7918272"/>
              <a:gd name="connsiteY1" fmla="*/ 358815 h 2905243"/>
              <a:gd name="connsiteX2" fmla="*/ 7918272 w 7918272"/>
              <a:gd name="connsiteY2" fmla="*/ 0 h 2905243"/>
              <a:gd name="connsiteX3" fmla="*/ 7883547 w 7918272"/>
              <a:gd name="connsiteY3" fmla="*/ 798651 h 2905243"/>
              <a:gd name="connsiteX4" fmla="*/ 6401988 w 7918272"/>
              <a:gd name="connsiteY4" fmla="*/ 2905243 h 2905243"/>
              <a:gd name="connsiteX5" fmla="*/ 995422 w 7918272"/>
              <a:gd name="connsiteY5" fmla="*/ 2071866 h 2905243"/>
              <a:gd name="connsiteX6" fmla="*/ 0 w 7918272"/>
              <a:gd name="connsiteY6" fmla="*/ 810227 h 2905243"/>
              <a:gd name="connsiteX0" fmla="*/ 0 w 7918272"/>
              <a:gd name="connsiteY0" fmla="*/ 810227 h 2071866"/>
              <a:gd name="connsiteX1" fmla="*/ 57873 w 7918272"/>
              <a:gd name="connsiteY1" fmla="*/ 358815 h 2071866"/>
              <a:gd name="connsiteX2" fmla="*/ 7918272 w 7918272"/>
              <a:gd name="connsiteY2" fmla="*/ 0 h 2071866"/>
              <a:gd name="connsiteX3" fmla="*/ 7883547 w 7918272"/>
              <a:gd name="connsiteY3" fmla="*/ 798651 h 2071866"/>
              <a:gd name="connsiteX4" fmla="*/ 7246940 w 7918272"/>
              <a:gd name="connsiteY4" fmla="*/ 2002418 h 2071866"/>
              <a:gd name="connsiteX5" fmla="*/ 995422 w 7918272"/>
              <a:gd name="connsiteY5" fmla="*/ 2071866 h 2071866"/>
              <a:gd name="connsiteX6" fmla="*/ 0 w 7918272"/>
              <a:gd name="connsiteY6" fmla="*/ 810227 h 2071866"/>
              <a:gd name="connsiteX0" fmla="*/ 0 w 7918272"/>
              <a:gd name="connsiteY0" fmla="*/ 810227 h 2071866"/>
              <a:gd name="connsiteX1" fmla="*/ 46298 w 7918272"/>
              <a:gd name="connsiteY1" fmla="*/ 520861 h 2071866"/>
              <a:gd name="connsiteX2" fmla="*/ 7918272 w 7918272"/>
              <a:gd name="connsiteY2" fmla="*/ 0 h 2071866"/>
              <a:gd name="connsiteX3" fmla="*/ 7883547 w 7918272"/>
              <a:gd name="connsiteY3" fmla="*/ 798651 h 2071866"/>
              <a:gd name="connsiteX4" fmla="*/ 7246940 w 7918272"/>
              <a:gd name="connsiteY4" fmla="*/ 2002418 h 2071866"/>
              <a:gd name="connsiteX5" fmla="*/ 995422 w 7918272"/>
              <a:gd name="connsiteY5" fmla="*/ 2071866 h 2071866"/>
              <a:gd name="connsiteX6" fmla="*/ 0 w 7918272"/>
              <a:gd name="connsiteY6" fmla="*/ 810227 h 2071866"/>
              <a:gd name="connsiteX0" fmla="*/ 0 w 7918272"/>
              <a:gd name="connsiteY0" fmla="*/ 810227 h 2071866"/>
              <a:gd name="connsiteX1" fmla="*/ 428263 w 7918272"/>
              <a:gd name="connsiteY1" fmla="*/ 1064871 h 2071866"/>
              <a:gd name="connsiteX2" fmla="*/ 7918272 w 7918272"/>
              <a:gd name="connsiteY2" fmla="*/ 0 h 2071866"/>
              <a:gd name="connsiteX3" fmla="*/ 7883547 w 7918272"/>
              <a:gd name="connsiteY3" fmla="*/ 798651 h 2071866"/>
              <a:gd name="connsiteX4" fmla="*/ 7246940 w 7918272"/>
              <a:gd name="connsiteY4" fmla="*/ 2002418 h 2071866"/>
              <a:gd name="connsiteX5" fmla="*/ 995422 w 7918272"/>
              <a:gd name="connsiteY5" fmla="*/ 2071866 h 2071866"/>
              <a:gd name="connsiteX6" fmla="*/ 0 w 7918272"/>
              <a:gd name="connsiteY6" fmla="*/ 810227 h 2071866"/>
              <a:gd name="connsiteX0" fmla="*/ 0 w 7918272"/>
              <a:gd name="connsiteY0" fmla="*/ 810227 h 2071866"/>
              <a:gd name="connsiteX1" fmla="*/ 46298 w 7918272"/>
              <a:gd name="connsiteY1" fmla="*/ 57874 h 2071866"/>
              <a:gd name="connsiteX2" fmla="*/ 7918272 w 7918272"/>
              <a:gd name="connsiteY2" fmla="*/ 0 h 2071866"/>
              <a:gd name="connsiteX3" fmla="*/ 7883547 w 7918272"/>
              <a:gd name="connsiteY3" fmla="*/ 798651 h 2071866"/>
              <a:gd name="connsiteX4" fmla="*/ 7246940 w 7918272"/>
              <a:gd name="connsiteY4" fmla="*/ 2002418 h 2071866"/>
              <a:gd name="connsiteX5" fmla="*/ 995422 w 7918272"/>
              <a:gd name="connsiteY5" fmla="*/ 2071866 h 2071866"/>
              <a:gd name="connsiteX6" fmla="*/ 0 w 7918272"/>
              <a:gd name="connsiteY6" fmla="*/ 810227 h 2071866"/>
              <a:gd name="connsiteX0" fmla="*/ 11576 w 7871974"/>
              <a:gd name="connsiteY0" fmla="*/ 821802 h 2071866"/>
              <a:gd name="connsiteX1" fmla="*/ 0 w 7871974"/>
              <a:gd name="connsiteY1" fmla="*/ 57874 h 2071866"/>
              <a:gd name="connsiteX2" fmla="*/ 7871974 w 7871974"/>
              <a:gd name="connsiteY2" fmla="*/ 0 h 2071866"/>
              <a:gd name="connsiteX3" fmla="*/ 7837249 w 7871974"/>
              <a:gd name="connsiteY3" fmla="*/ 798651 h 2071866"/>
              <a:gd name="connsiteX4" fmla="*/ 7200642 w 7871974"/>
              <a:gd name="connsiteY4" fmla="*/ 2002418 h 2071866"/>
              <a:gd name="connsiteX5" fmla="*/ 949124 w 7871974"/>
              <a:gd name="connsiteY5" fmla="*/ 2071866 h 2071866"/>
              <a:gd name="connsiteX6" fmla="*/ 11576 w 7871974"/>
              <a:gd name="connsiteY6" fmla="*/ 821802 h 2071866"/>
              <a:gd name="connsiteX0" fmla="*/ 0 w 7883547"/>
              <a:gd name="connsiteY0" fmla="*/ 868101 h 2071866"/>
              <a:gd name="connsiteX1" fmla="*/ 11573 w 7883547"/>
              <a:gd name="connsiteY1" fmla="*/ 57874 h 2071866"/>
              <a:gd name="connsiteX2" fmla="*/ 7883547 w 7883547"/>
              <a:gd name="connsiteY2" fmla="*/ 0 h 2071866"/>
              <a:gd name="connsiteX3" fmla="*/ 7848822 w 7883547"/>
              <a:gd name="connsiteY3" fmla="*/ 798651 h 2071866"/>
              <a:gd name="connsiteX4" fmla="*/ 7212215 w 7883547"/>
              <a:gd name="connsiteY4" fmla="*/ 2002418 h 2071866"/>
              <a:gd name="connsiteX5" fmla="*/ 960697 w 7883547"/>
              <a:gd name="connsiteY5" fmla="*/ 2071866 h 2071866"/>
              <a:gd name="connsiteX6" fmla="*/ 0 w 7883547"/>
              <a:gd name="connsiteY6" fmla="*/ 868101 h 2071866"/>
              <a:gd name="connsiteX0" fmla="*/ 0 w 7883547"/>
              <a:gd name="connsiteY0" fmla="*/ 868101 h 2071866"/>
              <a:gd name="connsiteX1" fmla="*/ 11573 w 7883547"/>
              <a:gd name="connsiteY1" fmla="*/ 173621 h 2071866"/>
              <a:gd name="connsiteX2" fmla="*/ 7883547 w 7883547"/>
              <a:gd name="connsiteY2" fmla="*/ 0 h 2071866"/>
              <a:gd name="connsiteX3" fmla="*/ 7848822 w 7883547"/>
              <a:gd name="connsiteY3" fmla="*/ 798651 h 2071866"/>
              <a:gd name="connsiteX4" fmla="*/ 7212215 w 7883547"/>
              <a:gd name="connsiteY4" fmla="*/ 2002418 h 2071866"/>
              <a:gd name="connsiteX5" fmla="*/ 960697 w 7883547"/>
              <a:gd name="connsiteY5" fmla="*/ 2071866 h 2071866"/>
              <a:gd name="connsiteX6" fmla="*/ 0 w 7883547"/>
              <a:gd name="connsiteY6" fmla="*/ 868101 h 2071866"/>
              <a:gd name="connsiteX0" fmla="*/ 0 w 7883547"/>
              <a:gd name="connsiteY0" fmla="*/ 868101 h 2071866"/>
              <a:gd name="connsiteX1" fmla="*/ 11573 w 7883547"/>
              <a:gd name="connsiteY1" fmla="*/ 173621 h 2071866"/>
              <a:gd name="connsiteX2" fmla="*/ 7883547 w 7883547"/>
              <a:gd name="connsiteY2" fmla="*/ 0 h 2071866"/>
              <a:gd name="connsiteX3" fmla="*/ 7848822 w 7883547"/>
              <a:gd name="connsiteY3" fmla="*/ 798651 h 2071866"/>
              <a:gd name="connsiteX4" fmla="*/ 7212215 w 7883547"/>
              <a:gd name="connsiteY4" fmla="*/ 2002418 h 2071866"/>
              <a:gd name="connsiteX5" fmla="*/ 960697 w 7883547"/>
              <a:gd name="connsiteY5" fmla="*/ 2071866 h 2071866"/>
              <a:gd name="connsiteX6" fmla="*/ 0 w 7883547"/>
              <a:gd name="connsiteY6" fmla="*/ 868101 h 2071866"/>
              <a:gd name="connsiteX0" fmla="*/ 0 w 7883547"/>
              <a:gd name="connsiteY0" fmla="*/ 868101 h 2071866"/>
              <a:gd name="connsiteX1" fmla="*/ 11573 w 7883547"/>
              <a:gd name="connsiteY1" fmla="*/ 173621 h 2071866"/>
              <a:gd name="connsiteX2" fmla="*/ 7883547 w 7883547"/>
              <a:gd name="connsiteY2" fmla="*/ 0 h 2071866"/>
              <a:gd name="connsiteX3" fmla="*/ 7848822 w 7883547"/>
              <a:gd name="connsiteY3" fmla="*/ 798651 h 2071866"/>
              <a:gd name="connsiteX4" fmla="*/ 7212215 w 7883547"/>
              <a:gd name="connsiteY4" fmla="*/ 2002418 h 2071866"/>
              <a:gd name="connsiteX5" fmla="*/ 960697 w 7883547"/>
              <a:gd name="connsiteY5" fmla="*/ 2071866 h 2071866"/>
              <a:gd name="connsiteX6" fmla="*/ 0 w 7883547"/>
              <a:gd name="connsiteY6" fmla="*/ 868101 h 2071866"/>
              <a:gd name="connsiteX0" fmla="*/ 0 w 7883547"/>
              <a:gd name="connsiteY0" fmla="*/ 868101 h 2265585"/>
              <a:gd name="connsiteX1" fmla="*/ 11573 w 7883547"/>
              <a:gd name="connsiteY1" fmla="*/ 173621 h 2265585"/>
              <a:gd name="connsiteX2" fmla="*/ 7883547 w 7883547"/>
              <a:gd name="connsiteY2" fmla="*/ 0 h 2265585"/>
              <a:gd name="connsiteX3" fmla="*/ 7848822 w 7883547"/>
              <a:gd name="connsiteY3" fmla="*/ 798651 h 2265585"/>
              <a:gd name="connsiteX4" fmla="*/ 7212215 w 7883547"/>
              <a:gd name="connsiteY4" fmla="*/ 2002418 h 2265585"/>
              <a:gd name="connsiteX5" fmla="*/ 960697 w 7883547"/>
              <a:gd name="connsiteY5" fmla="*/ 2071866 h 2265585"/>
              <a:gd name="connsiteX6" fmla="*/ 0 w 7883547"/>
              <a:gd name="connsiteY6" fmla="*/ 868101 h 2265585"/>
              <a:gd name="connsiteX0" fmla="*/ 0 w 7883547"/>
              <a:gd name="connsiteY0" fmla="*/ 868101 h 2324125"/>
              <a:gd name="connsiteX1" fmla="*/ 11573 w 7883547"/>
              <a:gd name="connsiteY1" fmla="*/ 173621 h 2324125"/>
              <a:gd name="connsiteX2" fmla="*/ 7883547 w 7883547"/>
              <a:gd name="connsiteY2" fmla="*/ 0 h 2324125"/>
              <a:gd name="connsiteX3" fmla="*/ 7848822 w 7883547"/>
              <a:gd name="connsiteY3" fmla="*/ 798651 h 2324125"/>
              <a:gd name="connsiteX4" fmla="*/ 7212215 w 7883547"/>
              <a:gd name="connsiteY4" fmla="*/ 2002418 h 2324125"/>
              <a:gd name="connsiteX5" fmla="*/ 960697 w 7883547"/>
              <a:gd name="connsiteY5" fmla="*/ 2071866 h 2324125"/>
              <a:gd name="connsiteX6" fmla="*/ 0 w 7883547"/>
              <a:gd name="connsiteY6" fmla="*/ 868101 h 2324125"/>
              <a:gd name="connsiteX0" fmla="*/ 0 w 7883547"/>
              <a:gd name="connsiteY0" fmla="*/ 868101 h 2244992"/>
              <a:gd name="connsiteX1" fmla="*/ 11573 w 7883547"/>
              <a:gd name="connsiteY1" fmla="*/ 173621 h 2244992"/>
              <a:gd name="connsiteX2" fmla="*/ 7883547 w 7883547"/>
              <a:gd name="connsiteY2" fmla="*/ 0 h 2244992"/>
              <a:gd name="connsiteX3" fmla="*/ 7848822 w 7883547"/>
              <a:gd name="connsiteY3" fmla="*/ 798651 h 2244992"/>
              <a:gd name="connsiteX4" fmla="*/ 7212215 w 7883547"/>
              <a:gd name="connsiteY4" fmla="*/ 2002418 h 2244992"/>
              <a:gd name="connsiteX5" fmla="*/ 960697 w 7883547"/>
              <a:gd name="connsiteY5" fmla="*/ 2071866 h 2244992"/>
              <a:gd name="connsiteX6" fmla="*/ 0 w 7883547"/>
              <a:gd name="connsiteY6" fmla="*/ 868101 h 2244992"/>
              <a:gd name="connsiteX0" fmla="*/ 0 w 7883547"/>
              <a:gd name="connsiteY0" fmla="*/ 868101 h 2274325"/>
              <a:gd name="connsiteX1" fmla="*/ 11573 w 7883547"/>
              <a:gd name="connsiteY1" fmla="*/ 173621 h 2274325"/>
              <a:gd name="connsiteX2" fmla="*/ 7883547 w 7883547"/>
              <a:gd name="connsiteY2" fmla="*/ 0 h 2274325"/>
              <a:gd name="connsiteX3" fmla="*/ 7848822 w 7883547"/>
              <a:gd name="connsiteY3" fmla="*/ 798651 h 2274325"/>
              <a:gd name="connsiteX4" fmla="*/ 7212215 w 7883547"/>
              <a:gd name="connsiteY4" fmla="*/ 2002418 h 2274325"/>
              <a:gd name="connsiteX5" fmla="*/ 960697 w 7883547"/>
              <a:gd name="connsiteY5" fmla="*/ 2071866 h 2274325"/>
              <a:gd name="connsiteX6" fmla="*/ 0 w 7883547"/>
              <a:gd name="connsiteY6" fmla="*/ 868101 h 2274325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83547" h="2316019">
                <a:moveTo>
                  <a:pt x="0" y="868101"/>
                </a:moveTo>
                <a:lnTo>
                  <a:pt x="11573" y="173621"/>
                </a:lnTo>
                <a:cubicBezTo>
                  <a:pt x="285903" y="636609"/>
                  <a:pt x="6868437" y="1169044"/>
                  <a:pt x="7883547" y="0"/>
                </a:cubicBezTo>
                <a:lnTo>
                  <a:pt x="7848822" y="798651"/>
                </a:lnTo>
                <a:cubicBezTo>
                  <a:pt x="7717643" y="1269355"/>
                  <a:pt x="7644336" y="1647461"/>
                  <a:pt x="7212215" y="2002418"/>
                </a:cubicBezTo>
                <a:cubicBezTo>
                  <a:pt x="6633086" y="2395957"/>
                  <a:pt x="1435656" y="2419107"/>
                  <a:pt x="960697" y="2071866"/>
                </a:cubicBezTo>
                <a:cubicBezTo>
                  <a:pt x="374247" y="1751634"/>
                  <a:pt x="216060" y="1327230"/>
                  <a:pt x="0" y="868101"/>
                </a:cubicBezTo>
                <a:close/>
              </a:path>
            </a:pathLst>
          </a:custGeom>
          <a:gradFill>
            <a:gsLst>
              <a:gs pos="32000">
                <a:srgbClr val="CED4D8"/>
              </a:gs>
              <a:gs pos="61000">
                <a:srgbClr val="7E91B2"/>
              </a:gs>
              <a:gs pos="97000">
                <a:srgbClr val="BAC9E1"/>
              </a:gs>
              <a:gs pos="11000">
                <a:srgbClr val="C7CD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0CB2B7-67ED-74DA-3808-5AE04946AC81}"/>
              </a:ext>
            </a:extLst>
          </p:cNvPr>
          <p:cNvCxnSpPr/>
          <p:nvPr/>
        </p:nvCxnSpPr>
        <p:spPr>
          <a:xfrm>
            <a:off x="2503397" y="2229499"/>
            <a:ext cx="0" cy="3252486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E25CE5-1605-3EAB-F575-3DBDD0262E39}"/>
              </a:ext>
            </a:extLst>
          </p:cNvPr>
          <p:cNvCxnSpPr>
            <a:cxnSpLocks/>
          </p:cNvCxnSpPr>
          <p:nvPr/>
        </p:nvCxnSpPr>
        <p:spPr>
          <a:xfrm>
            <a:off x="4148932" y="2347175"/>
            <a:ext cx="391609" cy="3726201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ED106B-905B-F628-97AB-20C1D5A2D042}"/>
              </a:ext>
            </a:extLst>
          </p:cNvPr>
          <p:cNvCxnSpPr>
            <a:cxnSpLocks/>
          </p:cNvCxnSpPr>
          <p:nvPr/>
        </p:nvCxnSpPr>
        <p:spPr>
          <a:xfrm flipH="1">
            <a:off x="7588542" y="2347175"/>
            <a:ext cx="391609" cy="3726201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A685F7-54FC-51AF-72B6-D20C89F3A7B1}"/>
              </a:ext>
            </a:extLst>
          </p:cNvPr>
          <p:cNvCxnSpPr>
            <a:cxnSpLocks/>
          </p:cNvCxnSpPr>
          <p:nvPr/>
        </p:nvCxnSpPr>
        <p:spPr>
          <a:xfrm>
            <a:off x="9412294" y="2229499"/>
            <a:ext cx="0" cy="3380386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025BA80-1B26-C546-DEEB-F9B9DEF04F04}"/>
              </a:ext>
            </a:extLst>
          </p:cNvPr>
          <p:cNvSpPr/>
          <p:nvPr/>
        </p:nvSpPr>
        <p:spPr>
          <a:xfrm>
            <a:off x="16081057" y="3313847"/>
            <a:ext cx="5151194" cy="730884"/>
          </a:xfrm>
          <a:custGeom>
            <a:avLst/>
            <a:gdLst>
              <a:gd name="connsiteX0" fmla="*/ 0 w 5151120"/>
              <a:gd name="connsiteY0" fmla="*/ 345440 h 690880"/>
              <a:gd name="connsiteX1" fmla="*/ 2575560 w 5151120"/>
              <a:gd name="connsiteY1" fmla="*/ 0 h 690880"/>
              <a:gd name="connsiteX2" fmla="*/ 5151120 w 5151120"/>
              <a:gd name="connsiteY2" fmla="*/ 345440 h 690880"/>
              <a:gd name="connsiteX3" fmla="*/ 2575560 w 5151120"/>
              <a:gd name="connsiteY3" fmla="*/ 690880 h 690880"/>
              <a:gd name="connsiteX4" fmla="*/ 0 w 5151120"/>
              <a:gd name="connsiteY4" fmla="*/ 345440 h 690880"/>
              <a:gd name="connsiteX0" fmla="*/ 88 w 5151208"/>
              <a:gd name="connsiteY0" fmla="*/ 345440 h 1010920"/>
              <a:gd name="connsiteX1" fmla="*/ 2575648 w 5151208"/>
              <a:gd name="connsiteY1" fmla="*/ 0 h 1010920"/>
              <a:gd name="connsiteX2" fmla="*/ 5151208 w 5151208"/>
              <a:gd name="connsiteY2" fmla="*/ 345440 h 1010920"/>
              <a:gd name="connsiteX3" fmla="*/ 2507068 w 5151208"/>
              <a:gd name="connsiteY3" fmla="*/ 1010920 h 1010920"/>
              <a:gd name="connsiteX4" fmla="*/ 88 w 5151208"/>
              <a:gd name="connsiteY4" fmla="*/ 345440 h 1010920"/>
              <a:gd name="connsiteX0" fmla="*/ 18 w 5151138"/>
              <a:gd name="connsiteY0" fmla="*/ 89661 h 755141"/>
              <a:gd name="connsiteX1" fmla="*/ 2537478 w 5151138"/>
              <a:gd name="connsiteY1" fmla="*/ 71881 h 755141"/>
              <a:gd name="connsiteX2" fmla="*/ 5151138 w 5151138"/>
              <a:gd name="connsiteY2" fmla="*/ 89661 h 755141"/>
              <a:gd name="connsiteX3" fmla="*/ 2506998 w 5151138"/>
              <a:gd name="connsiteY3" fmla="*/ 755141 h 755141"/>
              <a:gd name="connsiteX4" fmla="*/ 18 w 5151138"/>
              <a:gd name="connsiteY4" fmla="*/ 89661 h 755141"/>
              <a:gd name="connsiteX0" fmla="*/ 18 w 5151138"/>
              <a:gd name="connsiteY0" fmla="*/ 60985 h 726465"/>
              <a:gd name="connsiteX1" fmla="*/ 2476518 w 5151138"/>
              <a:gd name="connsiteY1" fmla="*/ 187985 h 726465"/>
              <a:gd name="connsiteX2" fmla="*/ 5151138 w 5151138"/>
              <a:gd name="connsiteY2" fmla="*/ 60985 h 726465"/>
              <a:gd name="connsiteX3" fmla="*/ 2506998 w 5151138"/>
              <a:gd name="connsiteY3" fmla="*/ 726465 h 726465"/>
              <a:gd name="connsiteX4" fmla="*/ 18 w 5151138"/>
              <a:gd name="connsiteY4" fmla="*/ 60985 h 726465"/>
              <a:gd name="connsiteX0" fmla="*/ 74 w 5151194"/>
              <a:gd name="connsiteY0" fmla="*/ 65404 h 730884"/>
              <a:gd name="connsiteX1" fmla="*/ 2446094 w 5151194"/>
              <a:gd name="connsiteY1" fmla="*/ 161924 h 730884"/>
              <a:gd name="connsiteX2" fmla="*/ 5151194 w 5151194"/>
              <a:gd name="connsiteY2" fmla="*/ 65404 h 730884"/>
              <a:gd name="connsiteX3" fmla="*/ 2507054 w 5151194"/>
              <a:gd name="connsiteY3" fmla="*/ 730884 h 730884"/>
              <a:gd name="connsiteX4" fmla="*/ 74 w 5151194"/>
              <a:gd name="connsiteY4" fmla="*/ 65404 h 73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194" h="730884">
                <a:moveTo>
                  <a:pt x="74" y="65404"/>
                </a:moveTo>
                <a:cubicBezTo>
                  <a:pt x="-10086" y="-29423"/>
                  <a:pt x="1023651" y="161924"/>
                  <a:pt x="2446094" y="161924"/>
                </a:cubicBezTo>
                <a:cubicBezTo>
                  <a:pt x="3868537" y="161924"/>
                  <a:pt x="5151194" y="-125377"/>
                  <a:pt x="5151194" y="65404"/>
                </a:cubicBezTo>
                <a:cubicBezTo>
                  <a:pt x="5151194" y="256185"/>
                  <a:pt x="3929497" y="730884"/>
                  <a:pt x="2507054" y="730884"/>
                </a:cubicBezTo>
                <a:cubicBezTo>
                  <a:pt x="1084611" y="730884"/>
                  <a:pt x="10234" y="160231"/>
                  <a:pt x="74" y="65404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東武の日比谷線直通用新車70000系、登場で何が変わる？ 車両、そして駅も進化へ（写真21枚） (2017年4月9日) - エキサイトニュース">
            <a:extLst>
              <a:ext uri="{FF2B5EF4-FFF2-40B4-BE49-F238E27FC236}">
                <a16:creationId xmlns:a16="http://schemas.microsoft.com/office/drawing/2014/main" id="{98FD4537-9CF9-757B-1CA3-039AB8C49B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41" t="64800" r="23615"/>
          <a:stretch/>
        </p:blipFill>
        <p:spPr bwMode="auto">
          <a:xfrm>
            <a:off x="13868529" y="983222"/>
            <a:ext cx="8754046" cy="393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AADD4A0-2AED-9A25-7556-A26720415121}"/>
              </a:ext>
            </a:extLst>
          </p:cNvPr>
          <p:cNvSpPr/>
          <p:nvPr/>
        </p:nvSpPr>
        <p:spPr>
          <a:xfrm>
            <a:off x="15089230" y="3283398"/>
            <a:ext cx="1729740" cy="493860"/>
          </a:xfrm>
          <a:custGeom>
            <a:avLst/>
            <a:gdLst>
              <a:gd name="connsiteX0" fmla="*/ 0 w 1729740"/>
              <a:gd name="connsiteY0" fmla="*/ 0 h 493860"/>
              <a:gd name="connsiteX1" fmla="*/ 67939 w 1729740"/>
              <a:gd name="connsiteY1" fmla="*/ 1985 h 493860"/>
              <a:gd name="connsiteX2" fmla="*/ 1243044 w 1729740"/>
              <a:gd name="connsiteY2" fmla="*/ 118690 h 493860"/>
              <a:gd name="connsiteX3" fmla="*/ 1700561 w 1729740"/>
              <a:gd name="connsiteY3" fmla="*/ 161477 h 493860"/>
              <a:gd name="connsiteX4" fmla="*/ 1700561 w 1729740"/>
              <a:gd name="connsiteY4" fmla="*/ 111729 h 493860"/>
              <a:gd name="connsiteX5" fmla="*/ 1729740 w 1729740"/>
              <a:gd name="connsiteY5" fmla="*/ 111729 h 493860"/>
              <a:gd name="connsiteX6" fmla="*/ 1729740 w 1729740"/>
              <a:gd name="connsiteY6" fmla="*/ 493860 h 493860"/>
              <a:gd name="connsiteX7" fmla="*/ 187521 w 1729740"/>
              <a:gd name="connsiteY7" fmla="*/ 493860 h 493860"/>
              <a:gd name="connsiteX8" fmla="*/ 42507 w 1729740"/>
              <a:gd name="connsiteY8" fmla="*/ 425304 h 493860"/>
              <a:gd name="connsiteX9" fmla="*/ 0 w 1729740"/>
              <a:gd name="connsiteY9" fmla="*/ 401236 h 493860"/>
              <a:gd name="connsiteX10" fmla="*/ 0 w 1729740"/>
              <a:gd name="connsiteY10" fmla="*/ 0 h 49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29740" h="493860">
                <a:moveTo>
                  <a:pt x="0" y="0"/>
                </a:moveTo>
                <a:lnTo>
                  <a:pt x="67939" y="1985"/>
                </a:lnTo>
                <a:cubicBezTo>
                  <a:pt x="341792" y="15223"/>
                  <a:pt x="746237" y="67110"/>
                  <a:pt x="1243044" y="118690"/>
                </a:cubicBezTo>
                <a:lnTo>
                  <a:pt x="1700561" y="161477"/>
                </a:lnTo>
                <a:lnTo>
                  <a:pt x="1700561" y="111729"/>
                </a:lnTo>
                <a:lnTo>
                  <a:pt x="1729740" y="111729"/>
                </a:lnTo>
                <a:lnTo>
                  <a:pt x="1729740" y="493860"/>
                </a:lnTo>
                <a:lnTo>
                  <a:pt x="187521" y="493860"/>
                </a:lnTo>
                <a:lnTo>
                  <a:pt x="42507" y="425304"/>
                </a:lnTo>
                <a:lnTo>
                  <a:pt x="0" y="40123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92EBA92-2A8E-3B5C-58E3-8EF447A6F84B}"/>
              </a:ext>
            </a:extLst>
          </p:cNvPr>
          <p:cNvSpPr/>
          <p:nvPr/>
        </p:nvSpPr>
        <p:spPr>
          <a:xfrm>
            <a:off x="19985079" y="3383337"/>
            <a:ext cx="1729740" cy="422496"/>
          </a:xfrm>
          <a:custGeom>
            <a:avLst/>
            <a:gdLst>
              <a:gd name="connsiteX0" fmla="*/ 1729740 w 1729740"/>
              <a:gd name="connsiteY0" fmla="*/ 0 h 422496"/>
              <a:gd name="connsiteX1" fmla="*/ 1729740 w 1729740"/>
              <a:gd name="connsiteY1" fmla="*/ 277540 h 422496"/>
              <a:gd name="connsiteX2" fmla="*/ 1639024 w 1729740"/>
              <a:gd name="connsiteY2" fmla="*/ 326469 h 422496"/>
              <a:gd name="connsiteX3" fmla="*/ 1478616 w 1729740"/>
              <a:gd name="connsiteY3" fmla="*/ 398793 h 422496"/>
              <a:gd name="connsiteX4" fmla="*/ 1416532 w 1729740"/>
              <a:gd name="connsiteY4" fmla="*/ 422496 h 422496"/>
              <a:gd name="connsiteX5" fmla="*/ 0 w 1729740"/>
              <a:gd name="connsiteY5" fmla="*/ 422496 h 422496"/>
              <a:gd name="connsiteX6" fmla="*/ 0 w 1729740"/>
              <a:gd name="connsiteY6" fmla="*/ 14001 h 422496"/>
              <a:gd name="connsiteX7" fmla="*/ 12732 w 1729740"/>
              <a:gd name="connsiteY7" fmla="*/ 15162 h 422496"/>
              <a:gd name="connsiteX8" fmla="*/ 12732 w 1729740"/>
              <a:gd name="connsiteY8" fmla="*/ 98412 h 422496"/>
              <a:gd name="connsiteX9" fmla="*/ 402346 w 1729740"/>
              <a:gd name="connsiteY9" fmla="*/ 81292 h 422496"/>
              <a:gd name="connsiteX10" fmla="*/ 1690708 w 1729740"/>
              <a:gd name="connsiteY10" fmla="*/ 2528 h 422496"/>
              <a:gd name="connsiteX11" fmla="*/ 1729740 w 1729740"/>
              <a:gd name="connsiteY11" fmla="*/ 0 h 422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9740" h="422496">
                <a:moveTo>
                  <a:pt x="1729740" y="0"/>
                </a:moveTo>
                <a:lnTo>
                  <a:pt x="1729740" y="277540"/>
                </a:lnTo>
                <a:lnTo>
                  <a:pt x="1639024" y="326469"/>
                </a:lnTo>
                <a:cubicBezTo>
                  <a:pt x="1589996" y="350608"/>
                  <a:pt x="1536522" y="374778"/>
                  <a:pt x="1478616" y="398793"/>
                </a:cubicBezTo>
                <a:lnTo>
                  <a:pt x="1416532" y="422496"/>
                </a:lnTo>
                <a:lnTo>
                  <a:pt x="0" y="422496"/>
                </a:lnTo>
                <a:lnTo>
                  <a:pt x="0" y="14001"/>
                </a:lnTo>
                <a:lnTo>
                  <a:pt x="12732" y="15162"/>
                </a:lnTo>
                <a:lnTo>
                  <a:pt x="12732" y="98412"/>
                </a:lnTo>
                <a:lnTo>
                  <a:pt x="402346" y="81292"/>
                </a:lnTo>
                <a:cubicBezTo>
                  <a:pt x="954418" y="53389"/>
                  <a:pt x="1403462" y="21470"/>
                  <a:pt x="1690708" y="2528"/>
                </a:cubicBezTo>
                <a:lnTo>
                  <a:pt x="172974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9043CDC-7B6C-9303-19F8-2A72240F0BDD}"/>
              </a:ext>
            </a:extLst>
          </p:cNvPr>
          <p:cNvSpPr/>
          <p:nvPr/>
        </p:nvSpPr>
        <p:spPr>
          <a:xfrm>
            <a:off x="15089230" y="2969539"/>
            <a:ext cx="1729740" cy="475337"/>
          </a:xfrm>
          <a:custGeom>
            <a:avLst/>
            <a:gdLst>
              <a:gd name="connsiteX0" fmla="*/ 0 w 1729740"/>
              <a:gd name="connsiteY0" fmla="*/ 0 h 475337"/>
              <a:gd name="connsiteX1" fmla="*/ 1315846 w 1729740"/>
              <a:gd name="connsiteY1" fmla="*/ 0 h 475337"/>
              <a:gd name="connsiteX2" fmla="*/ 1311941 w 1729740"/>
              <a:gd name="connsiteY2" fmla="*/ 35054 h 475337"/>
              <a:gd name="connsiteX3" fmla="*/ 1715801 w 1729740"/>
              <a:gd name="connsiteY3" fmla="*/ 400496 h 475337"/>
              <a:gd name="connsiteX4" fmla="*/ 1729740 w 1729740"/>
              <a:gd name="connsiteY4" fmla="*/ 399225 h 475337"/>
              <a:gd name="connsiteX5" fmla="*/ 1729740 w 1729740"/>
              <a:gd name="connsiteY5" fmla="*/ 425589 h 475337"/>
              <a:gd name="connsiteX6" fmla="*/ 1700561 w 1729740"/>
              <a:gd name="connsiteY6" fmla="*/ 425589 h 475337"/>
              <a:gd name="connsiteX7" fmla="*/ 1700561 w 1729740"/>
              <a:gd name="connsiteY7" fmla="*/ 475337 h 475337"/>
              <a:gd name="connsiteX8" fmla="*/ 1243044 w 1729740"/>
              <a:gd name="connsiteY8" fmla="*/ 432550 h 475337"/>
              <a:gd name="connsiteX9" fmla="*/ 67939 w 1729740"/>
              <a:gd name="connsiteY9" fmla="*/ 315845 h 475337"/>
              <a:gd name="connsiteX10" fmla="*/ 0 w 1729740"/>
              <a:gd name="connsiteY10" fmla="*/ 313860 h 475337"/>
              <a:gd name="connsiteX11" fmla="*/ 0 w 1729740"/>
              <a:gd name="connsiteY11" fmla="*/ 0 h 475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9740" h="475337">
                <a:moveTo>
                  <a:pt x="0" y="0"/>
                </a:moveTo>
                <a:lnTo>
                  <a:pt x="1315846" y="0"/>
                </a:lnTo>
                <a:lnTo>
                  <a:pt x="1311941" y="35054"/>
                </a:lnTo>
                <a:cubicBezTo>
                  <a:pt x="1311941" y="236882"/>
                  <a:pt x="1492755" y="400496"/>
                  <a:pt x="1715801" y="400496"/>
                </a:cubicBezTo>
                <a:lnTo>
                  <a:pt x="1729740" y="399225"/>
                </a:lnTo>
                <a:lnTo>
                  <a:pt x="1729740" y="425589"/>
                </a:lnTo>
                <a:lnTo>
                  <a:pt x="1700561" y="425589"/>
                </a:lnTo>
                <a:lnTo>
                  <a:pt x="1700561" y="475337"/>
                </a:lnTo>
                <a:lnTo>
                  <a:pt x="1243044" y="432550"/>
                </a:lnTo>
                <a:cubicBezTo>
                  <a:pt x="746237" y="380970"/>
                  <a:pt x="341792" y="329083"/>
                  <a:pt x="67939" y="315845"/>
                </a:cubicBezTo>
                <a:lnTo>
                  <a:pt x="0" y="3138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6C44FCD-D009-70C4-5115-4C103899CC38}"/>
              </a:ext>
            </a:extLst>
          </p:cNvPr>
          <p:cNvSpPr/>
          <p:nvPr/>
        </p:nvSpPr>
        <p:spPr>
          <a:xfrm>
            <a:off x="19997811" y="2998113"/>
            <a:ext cx="1717008" cy="483636"/>
          </a:xfrm>
          <a:custGeom>
            <a:avLst/>
            <a:gdLst>
              <a:gd name="connsiteX0" fmla="*/ 401162 w 1717008"/>
              <a:gd name="connsiteY0" fmla="*/ 0 h 483636"/>
              <a:gd name="connsiteX1" fmla="*/ 1717008 w 1717008"/>
              <a:gd name="connsiteY1" fmla="*/ 0 h 483636"/>
              <a:gd name="connsiteX2" fmla="*/ 1717008 w 1717008"/>
              <a:gd name="connsiteY2" fmla="*/ 385224 h 483636"/>
              <a:gd name="connsiteX3" fmla="*/ 1677976 w 1717008"/>
              <a:gd name="connsiteY3" fmla="*/ 387752 h 483636"/>
              <a:gd name="connsiteX4" fmla="*/ 389614 w 1717008"/>
              <a:gd name="connsiteY4" fmla="*/ 466516 h 483636"/>
              <a:gd name="connsiteX5" fmla="*/ 0 w 1717008"/>
              <a:gd name="connsiteY5" fmla="*/ 483636 h 483636"/>
              <a:gd name="connsiteX6" fmla="*/ 0 w 1717008"/>
              <a:gd name="connsiteY6" fmla="*/ 400386 h 483636"/>
              <a:gd name="connsiteX7" fmla="*/ 1208 w 1717008"/>
              <a:gd name="connsiteY7" fmla="*/ 400496 h 483636"/>
              <a:gd name="connsiteX8" fmla="*/ 405066 w 1717008"/>
              <a:gd name="connsiteY8" fmla="*/ 35054 h 483636"/>
              <a:gd name="connsiteX9" fmla="*/ 401162 w 1717008"/>
              <a:gd name="connsiteY9" fmla="*/ 0 h 48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7008" h="483636">
                <a:moveTo>
                  <a:pt x="401162" y="0"/>
                </a:moveTo>
                <a:lnTo>
                  <a:pt x="1717008" y="0"/>
                </a:lnTo>
                <a:lnTo>
                  <a:pt x="1717008" y="385224"/>
                </a:lnTo>
                <a:lnTo>
                  <a:pt x="1677976" y="387752"/>
                </a:lnTo>
                <a:cubicBezTo>
                  <a:pt x="1390730" y="406694"/>
                  <a:pt x="941686" y="438613"/>
                  <a:pt x="389614" y="466516"/>
                </a:cubicBezTo>
                <a:lnTo>
                  <a:pt x="0" y="483636"/>
                </a:lnTo>
                <a:lnTo>
                  <a:pt x="0" y="400386"/>
                </a:lnTo>
                <a:lnTo>
                  <a:pt x="1208" y="400496"/>
                </a:lnTo>
                <a:cubicBezTo>
                  <a:pt x="224252" y="400496"/>
                  <a:pt x="405066" y="236882"/>
                  <a:pt x="405066" y="35054"/>
                </a:cubicBezTo>
                <a:lnTo>
                  <a:pt x="40116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2E9A810-B720-9D39-2CDD-39416EEA92E1}"/>
              </a:ext>
            </a:extLst>
          </p:cNvPr>
          <p:cNvSpPr/>
          <p:nvPr/>
        </p:nvSpPr>
        <p:spPr>
          <a:xfrm>
            <a:off x="14762672" y="3282156"/>
            <a:ext cx="326559" cy="402478"/>
          </a:xfrm>
          <a:custGeom>
            <a:avLst/>
            <a:gdLst>
              <a:gd name="connsiteX0" fmla="*/ 285239 w 326559"/>
              <a:gd name="connsiteY0" fmla="*/ 34 h 402478"/>
              <a:gd name="connsiteX1" fmla="*/ 326559 w 326559"/>
              <a:gd name="connsiteY1" fmla="*/ 1242 h 402478"/>
              <a:gd name="connsiteX2" fmla="*/ 326559 w 326559"/>
              <a:gd name="connsiteY2" fmla="*/ 402478 h 402478"/>
              <a:gd name="connsiteX3" fmla="*/ 234875 w 326559"/>
              <a:gd name="connsiteY3" fmla="*/ 350564 h 402478"/>
              <a:gd name="connsiteX4" fmla="*/ 200 w 326559"/>
              <a:gd name="connsiteY4" fmla="*/ 91062 h 402478"/>
              <a:gd name="connsiteX5" fmla="*/ 285239 w 326559"/>
              <a:gd name="connsiteY5" fmla="*/ 34 h 40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559" h="402478">
                <a:moveTo>
                  <a:pt x="285239" y="34"/>
                </a:moveTo>
                <a:lnTo>
                  <a:pt x="326559" y="1242"/>
                </a:lnTo>
                <a:lnTo>
                  <a:pt x="326559" y="402478"/>
                </a:lnTo>
                <a:lnTo>
                  <a:pt x="234875" y="350564"/>
                </a:lnTo>
                <a:cubicBezTo>
                  <a:pt x="75608" y="250785"/>
                  <a:pt x="-4562" y="158557"/>
                  <a:pt x="200" y="91062"/>
                </a:cubicBezTo>
                <a:cubicBezTo>
                  <a:pt x="4963" y="23567"/>
                  <a:pt x="105612" y="-1033"/>
                  <a:pt x="285239" y="34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3D08179-9231-CE36-2C90-8DB1BB861499}"/>
              </a:ext>
            </a:extLst>
          </p:cNvPr>
          <p:cNvSpPr/>
          <p:nvPr/>
        </p:nvSpPr>
        <p:spPr>
          <a:xfrm>
            <a:off x="21696881" y="3242223"/>
            <a:ext cx="325310" cy="418653"/>
          </a:xfrm>
          <a:custGeom>
            <a:avLst/>
            <a:gdLst>
              <a:gd name="connsiteX0" fmla="*/ 279814 w 309912"/>
              <a:gd name="connsiteY0" fmla="*/ 18 h 291668"/>
              <a:gd name="connsiteX1" fmla="*/ 309912 w 309912"/>
              <a:gd name="connsiteY1" fmla="*/ 4009 h 291668"/>
              <a:gd name="connsiteX2" fmla="*/ 43030 w 309912"/>
              <a:gd name="connsiteY2" fmla="*/ 268459 h 291668"/>
              <a:gd name="connsiteX3" fmla="*/ 0 w 309912"/>
              <a:gd name="connsiteY3" fmla="*/ 291668 h 291668"/>
              <a:gd name="connsiteX4" fmla="*/ 0 w 309912"/>
              <a:gd name="connsiteY4" fmla="*/ 14128 h 291668"/>
              <a:gd name="connsiteX5" fmla="*/ 50642 w 309912"/>
              <a:gd name="connsiteY5" fmla="*/ 10847 h 291668"/>
              <a:gd name="connsiteX6" fmla="*/ 279814 w 309912"/>
              <a:gd name="connsiteY6" fmla="*/ 18 h 291668"/>
              <a:gd name="connsiteX0" fmla="*/ 262034 w 309912"/>
              <a:gd name="connsiteY0" fmla="*/ 0 h 418650"/>
              <a:gd name="connsiteX1" fmla="*/ 309912 w 309912"/>
              <a:gd name="connsiteY1" fmla="*/ 130991 h 418650"/>
              <a:gd name="connsiteX2" fmla="*/ 43030 w 309912"/>
              <a:gd name="connsiteY2" fmla="*/ 395441 h 418650"/>
              <a:gd name="connsiteX3" fmla="*/ 0 w 309912"/>
              <a:gd name="connsiteY3" fmla="*/ 418650 h 418650"/>
              <a:gd name="connsiteX4" fmla="*/ 0 w 309912"/>
              <a:gd name="connsiteY4" fmla="*/ 141110 h 418650"/>
              <a:gd name="connsiteX5" fmla="*/ 50642 w 309912"/>
              <a:gd name="connsiteY5" fmla="*/ 137829 h 418650"/>
              <a:gd name="connsiteX6" fmla="*/ 262034 w 309912"/>
              <a:gd name="connsiteY6" fmla="*/ 0 h 418650"/>
              <a:gd name="connsiteX0" fmla="*/ 262034 w 307372"/>
              <a:gd name="connsiteY0" fmla="*/ 0 h 418650"/>
              <a:gd name="connsiteX1" fmla="*/ 307372 w 307372"/>
              <a:gd name="connsiteY1" fmla="*/ 80191 h 418650"/>
              <a:gd name="connsiteX2" fmla="*/ 43030 w 307372"/>
              <a:gd name="connsiteY2" fmla="*/ 395441 h 418650"/>
              <a:gd name="connsiteX3" fmla="*/ 0 w 307372"/>
              <a:gd name="connsiteY3" fmla="*/ 418650 h 418650"/>
              <a:gd name="connsiteX4" fmla="*/ 0 w 307372"/>
              <a:gd name="connsiteY4" fmla="*/ 141110 h 418650"/>
              <a:gd name="connsiteX5" fmla="*/ 50642 w 307372"/>
              <a:gd name="connsiteY5" fmla="*/ 137829 h 418650"/>
              <a:gd name="connsiteX6" fmla="*/ 262034 w 307372"/>
              <a:gd name="connsiteY6" fmla="*/ 0 h 418650"/>
              <a:gd name="connsiteX0" fmla="*/ 279972 w 325310"/>
              <a:gd name="connsiteY0" fmla="*/ 3 h 418653"/>
              <a:gd name="connsiteX1" fmla="*/ 325310 w 325310"/>
              <a:gd name="connsiteY1" fmla="*/ 80194 h 418653"/>
              <a:gd name="connsiteX2" fmla="*/ 60968 w 325310"/>
              <a:gd name="connsiteY2" fmla="*/ 395444 h 418653"/>
              <a:gd name="connsiteX3" fmla="*/ 17938 w 325310"/>
              <a:gd name="connsiteY3" fmla="*/ 418653 h 418653"/>
              <a:gd name="connsiteX4" fmla="*/ 17938 w 325310"/>
              <a:gd name="connsiteY4" fmla="*/ 141113 h 418653"/>
              <a:gd name="connsiteX5" fmla="*/ 0 w 325310"/>
              <a:gd name="connsiteY5" fmla="*/ 28612 h 418653"/>
              <a:gd name="connsiteX6" fmla="*/ 279972 w 325310"/>
              <a:gd name="connsiteY6" fmla="*/ 3 h 418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5310" h="418653">
                <a:moveTo>
                  <a:pt x="279972" y="3"/>
                </a:moveTo>
                <a:cubicBezTo>
                  <a:pt x="299822" y="165"/>
                  <a:pt x="325310" y="77633"/>
                  <a:pt x="325310" y="80194"/>
                </a:cubicBezTo>
                <a:cubicBezTo>
                  <a:pt x="308166" y="156972"/>
                  <a:pt x="221486" y="299877"/>
                  <a:pt x="60968" y="395444"/>
                </a:cubicBezTo>
                <a:lnTo>
                  <a:pt x="17938" y="418653"/>
                </a:lnTo>
                <a:lnTo>
                  <a:pt x="17938" y="141113"/>
                </a:lnTo>
                <a:lnTo>
                  <a:pt x="0" y="28612"/>
                </a:lnTo>
                <a:cubicBezTo>
                  <a:pt x="111360" y="21569"/>
                  <a:pt x="240272" y="-318"/>
                  <a:pt x="279972" y="3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AE6A2D0-CB50-2538-9131-CA42F8166A13}"/>
              </a:ext>
            </a:extLst>
          </p:cNvPr>
          <p:cNvSpPr/>
          <p:nvPr/>
        </p:nvSpPr>
        <p:spPr>
          <a:xfrm>
            <a:off x="15276751" y="3395127"/>
            <a:ext cx="6124860" cy="877232"/>
          </a:xfrm>
          <a:custGeom>
            <a:avLst/>
            <a:gdLst>
              <a:gd name="connsiteX0" fmla="*/ 1542219 w 6124860"/>
              <a:gd name="connsiteY0" fmla="*/ 0 h 877232"/>
              <a:gd name="connsiteX1" fmla="*/ 4721060 w 6124860"/>
              <a:gd name="connsiteY1" fmla="*/ 0 h 877232"/>
              <a:gd name="connsiteX2" fmla="*/ 4721060 w 6124860"/>
              <a:gd name="connsiteY2" fmla="*/ 3372 h 877232"/>
              <a:gd name="connsiteX3" fmla="*/ 4708328 w 6124860"/>
              <a:gd name="connsiteY3" fmla="*/ 2211 h 877232"/>
              <a:gd name="connsiteX4" fmla="*/ 4708328 w 6124860"/>
              <a:gd name="connsiteY4" fmla="*/ 410706 h 877232"/>
              <a:gd name="connsiteX5" fmla="*/ 6124860 w 6124860"/>
              <a:gd name="connsiteY5" fmla="*/ 410706 h 877232"/>
              <a:gd name="connsiteX6" fmla="*/ 5999944 w 6124860"/>
              <a:gd name="connsiteY6" fmla="*/ 458399 h 877232"/>
              <a:gd name="connsiteX7" fmla="*/ 3132290 w 6124860"/>
              <a:gd name="connsiteY7" fmla="*/ 875663 h 877232"/>
              <a:gd name="connsiteX8" fmla="*/ 18291 w 6124860"/>
              <a:gd name="connsiteY8" fmla="*/ 390778 h 877232"/>
              <a:gd name="connsiteX9" fmla="*/ 0 w 6124860"/>
              <a:gd name="connsiteY9" fmla="*/ 382131 h 877232"/>
              <a:gd name="connsiteX10" fmla="*/ 1542219 w 6124860"/>
              <a:gd name="connsiteY10" fmla="*/ 382131 h 877232"/>
              <a:gd name="connsiteX11" fmla="*/ 1542219 w 6124860"/>
              <a:gd name="connsiteY11" fmla="*/ 0 h 87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124860" h="877232">
                <a:moveTo>
                  <a:pt x="1542219" y="0"/>
                </a:moveTo>
                <a:lnTo>
                  <a:pt x="4721060" y="0"/>
                </a:lnTo>
                <a:lnTo>
                  <a:pt x="4721060" y="3372"/>
                </a:lnTo>
                <a:lnTo>
                  <a:pt x="4708328" y="2211"/>
                </a:lnTo>
                <a:lnTo>
                  <a:pt x="4708328" y="410706"/>
                </a:lnTo>
                <a:lnTo>
                  <a:pt x="6124860" y="410706"/>
                </a:lnTo>
                <a:lnTo>
                  <a:pt x="5999944" y="458399"/>
                </a:lnTo>
                <a:cubicBezTo>
                  <a:pt x="5399124" y="670085"/>
                  <a:pt x="4440298" y="854232"/>
                  <a:pt x="3132290" y="875663"/>
                </a:cubicBezTo>
                <a:cubicBezTo>
                  <a:pt x="1678948" y="899476"/>
                  <a:pt x="610557" y="648370"/>
                  <a:pt x="18291" y="390778"/>
                </a:cubicBezTo>
                <a:lnTo>
                  <a:pt x="0" y="382131"/>
                </a:lnTo>
                <a:lnTo>
                  <a:pt x="1542219" y="382131"/>
                </a:lnTo>
                <a:lnTo>
                  <a:pt x="1542219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EE7DD86-4F14-28CA-6C1E-13703A39AF35}"/>
              </a:ext>
            </a:extLst>
          </p:cNvPr>
          <p:cNvSpPr/>
          <p:nvPr/>
        </p:nvSpPr>
        <p:spPr>
          <a:xfrm>
            <a:off x="14755642" y="2252173"/>
            <a:ext cx="597700" cy="1157347"/>
          </a:xfrm>
          <a:custGeom>
            <a:avLst/>
            <a:gdLst>
              <a:gd name="connsiteX0" fmla="*/ 0 w 597700"/>
              <a:gd name="connsiteY0" fmla="*/ 0 h 1157347"/>
              <a:gd name="connsiteX1" fmla="*/ 246181 w 597700"/>
              <a:gd name="connsiteY1" fmla="*/ 0 h 1157347"/>
              <a:gd name="connsiteX2" fmla="*/ 246181 w 597700"/>
              <a:gd name="connsiteY2" fmla="*/ 562884 h 1157347"/>
              <a:gd name="connsiteX3" fmla="*/ 400663 w 597700"/>
              <a:gd name="connsiteY3" fmla="*/ 717366 h 1157347"/>
              <a:gd name="connsiteX4" fmla="*/ 597700 w 597700"/>
              <a:gd name="connsiteY4" fmla="*/ 717366 h 1157347"/>
              <a:gd name="connsiteX5" fmla="*/ 597700 w 597700"/>
              <a:gd name="connsiteY5" fmla="*/ 1157347 h 1157347"/>
              <a:gd name="connsiteX6" fmla="*/ 0 w 597700"/>
              <a:gd name="connsiteY6" fmla="*/ 1157347 h 1157347"/>
              <a:gd name="connsiteX7" fmla="*/ 0 w 597700"/>
              <a:gd name="connsiteY7" fmla="*/ 0 h 1157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7700" h="1157347">
                <a:moveTo>
                  <a:pt x="0" y="0"/>
                </a:moveTo>
                <a:lnTo>
                  <a:pt x="246181" y="0"/>
                </a:lnTo>
                <a:lnTo>
                  <a:pt x="246181" y="562884"/>
                </a:lnTo>
                <a:cubicBezTo>
                  <a:pt x="246181" y="648202"/>
                  <a:pt x="315345" y="717366"/>
                  <a:pt x="400663" y="717366"/>
                </a:cubicBezTo>
                <a:lnTo>
                  <a:pt x="597700" y="717366"/>
                </a:lnTo>
                <a:lnTo>
                  <a:pt x="597700" y="1157347"/>
                </a:lnTo>
                <a:lnTo>
                  <a:pt x="0" y="115734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31BEA4E-43F6-F737-8344-5DFDCB4BB4D2}"/>
              </a:ext>
            </a:extLst>
          </p:cNvPr>
          <p:cNvSpPr/>
          <p:nvPr/>
        </p:nvSpPr>
        <p:spPr>
          <a:xfrm>
            <a:off x="21424491" y="2155433"/>
            <a:ext cx="597700" cy="1157347"/>
          </a:xfrm>
          <a:custGeom>
            <a:avLst/>
            <a:gdLst>
              <a:gd name="connsiteX0" fmla="*/ 358304 w 597700"/>
              <a:gd name="connsiteY0" fmla="*/ 0 h 1157347"/>
              <a:gd name="connsiteX1" fmla="*/ 597700 w 597700"/>
              <a:gd name="connsiteY1" fmla="*/ 0 h 1157347"/>
              <a:gd name="connsiteX2" fmla="*/ 597700 w 597700"/>
              <a:gd name="connsiteY2" fmla="*/ 1157347 h 1157347"/>
              <a:gd name="connsiteX3" fmla="*/ 0 w 597700"/>
              <a:gd name="connsiteY3" fmla="*/ 1157347 h 1157347"/>
              <a:gd name="connsiteX4" fmla="*/ 0 w 597700"/>
              <a:gd name="connsiteY4" fmla="*/ 834967 h 1157347"/>
              <a:gd name="connsiteX5" fmla="*/ 31768 w 597700"/>
              <a:gd name="connsiteY5" fmla="*/ 841381 h 1157347"/>
              <a:gd name="connsiteX6" fmla="*/ 224328 w 597700"/>
              <a:gd name="connsiteY6" fmla="*/ 841381 h 1157347"/>
              <a:gd name="connsiteX7" fmla="*/ 345624 w 597700"/>
              <a:gd name="connsiteY7" fmla="*/ 720088 h 1157347"/>
              <a:gd name="connsiteX8" fmla="*/ 345624 w 597700"/>
              <a:gd name="connsiteY8" fmla="*/ 148772 h 1157347"/>
              <a:gd name="connsiteX9" fmla="*/ 344248 w 597700"/>
              <a:gd name="connsiteY9" fmla="*/ 141952 h 1157347"/>
              <a:gd name="connsiteX10" fmla="*/ 358304 w 597700"/>
              <a:gd name="connsiteY10" fmla="*/ 141952 h 1157347"/>
              <a:gd name="connsiteX11" fmla="*/ 358304 w 597700"/>
              <a:gd name="connsiteY11" fmla="*/ 0 h 1157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7700" h="1157347">
                <a:moveTo>
                  <a:pt x="358304" y="0"/>
                </a:moveTo>
                <a:lnTo>
                  <a:pt x="597700" y="0"/>
                </a:lnTo>
                <a:lnTo>
                  <a:pt x="597700" y="1157347"/>
                </a:lnTo>
                <a:lnTo>
                  <a:pt x="0" y="1157347"/>
                </a:lnTo>
                <a:lnTo>
                  <a:pt x="0" y="834967"/>
                </a:lnTo>
                <a:lnTo>
                  <a:pt x="31768" y="841381"/>
                </a:lnTo>
                <a:lnTo>
                  <a:pt x="224328" y="841381"/>
                </a:lnTo>
                <a:cubicBezTo>
                  <a:pt x="291316" y="841381"/>
                  <a:pt x="345624" y="787076"/>
                  <a:pt x="345624" y="720088"/>
                </a:cubicBezTo>
                <a:lnTo>
                  <a:pt x="345624" y="148772"/>
                </a:lnTo>
                <a:lnTo>
                  <a:pt x="344248" y="141952"/>
                </a:lnTo>
                <a:lnTo>
                  <a:pt x="358304" y="141952"/>
                </a:lnTo>
                <a:lnTo>
                  <a:pt x="358304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2AFCC2BD-59D2-CD1B-3525-6AF6DA0C1890}"/>
              </a:ext>
            </a:extLst>
          </p:cNvPr>
          <p:cNvSpPr/>
          <p:nvPr/>
        </p:nvSpPr>
        <p:spPr>
          <a:xfrm>
            <a:off x="4154178" y="7244538"/>
            <a:ext cx="7724830" cy="2757310"/>
          </a:xfrm>
          <a:custGeom>
            <a:avLst/>
            <a:gdLst>
              <a:gd name="connsiteX0" fmla="*/ 7027154 w 7266550"/>
              <a:gd name="connsiteY0" fmla="*/ 0 h 2116926"/>
              <a:gd name="connsiteX1" fmla="*/ 7266550 w 7266550"/>
              <a:gd name="connsiteY1" fmla="*/ 0 h 2116926"/>
              <a:gd name="connsiteX2" fmla="*/ 7266550 w 7266550"/>
              <a:gd name="connsiteY2" fmla="*/ 1157347 h 2116926"/>
              <a:gd name="connsiteX3" fmla="*/ 7263506 w 7266550"/>
              <a:gd name="connsiteY3" fmla="*/ 1157347 h 2116926"/>
              <a:gd name="connsiteX4" fmla="*/ 7266550 w 7266550"/>
              <a:gd name="connsiteY4" fmla="*/ 1166984 h 2116926"/>
              <a:gd name="connsiteX5" fmla="*/ 7002206 w 7266550"/>
              <a:gd name="connsiteY5" fmla="*/ 1482234 h 2116926"/>
              <a:gd name="connsiteX6" fmla="*/ 6959178 w 7266550"/>
              <a:gd name="connsiteY6" fmla="*/ 1505443 h 2116926"/>
              <a:gd name="connsiteX7" fmla="*/ 6959178 w 7266550"/>
              <a:gd name="connsiteY7" fmla="*/ 1505444 h 2116926"/>
              <a:gd name="connsiteX8" fmla="*/ 6868462 w 7266550"/>
              <a:gd name="connsiteY8" fmla="*/ 1554373 h 2116926"/>
              <a:gd name="connsiteX9" fmla="*/ 6708054 w 7266550"/>
              <a:gd name="connsiteY9" fmla="*/ 1626697 h 2116926"/>
              <a:gd name="connsiteX10" fmla="*/ 6645970 w 7266550"/>
              <a:gd name="connsiteY10" fmla="*/ 1650400 h 2116926"/>
              <a:gd name="connsiteX11" fmla="*/ 6521054 w 7266550"/>
              <a:gd name="connsiteY11" fmla="*/ 1698093 h 2116926"/>
              <a:gd name="connsiteX12" fmla="*/ 3653399 w 7266550"/>
              <a:gd name="connsiteY12" fmla="*/ 2115357 h 2116926"/>
              <a:gd name="connsiteX13" fmla="*/ 539400 w 7266550"/>
              <a:gd name="connsiteY13" fmla="*/ 1630472 h 2116926"/>
              <a:gd name="connsiteX14" fmla="*/ 521109 w 7266550"/>
              <a:gd name="connsiteY14" fmla="*/ 1621825 h 2116926"/>
              <a:gd name="connsiteX15" fmla="*/ 376095 w 7266550"/>
              <a:gd name="connsiteY15" fmla="*/ 1553269 h 2116926"/>
              <a:gd name="connsiteX16" fmla="*/ 333588 w 7266550"/>
              <a:gd name="connsiteY16" fmla="*/ 1529201 h 2116926"/>
              <a:gd name="connsiteX17" fmla="*/ 333588 w 7266550"/>
              <a:gd name="connsiteY17" fmla="*/ 1529201 h 2116926"/>
              <a:gd name="connsiteX18" fmla="*/ 241905 w 7266550"/>
              <a:gd name="connsiteY18" fmla="*/ 1477287 h 2116926"/>
              <a:gd name="connsiteX19" fmla="*/ 19492 w 7266550"/>
              <a:gd name="connsiteY19" fmla="*/ 1272775 h 2116926"/>
              <a:gd name="connsiteX20" fmla="*/ 15325 w 7266550"/>
              <a:gd name="connsiteY20" fmla="*/ 1254087 h 2116926"/>
              <a:gd name="connsiteX21" fmla="*/ 0 w 7266550"/>
              <a:gd name="connsiteY21" fmla="*/ 1254087 h 2116926"/>
              <a:gd name="connsiteX22" fmla="*/ 0 w 7266550"/>
              <a:gd name="connsiteY22" fmla="*/ 96740 h 2116926"/>
              <a:gd name="connsiteX23" fmla="*/ 246181 w 7266550"/>
              <a:gd name="connsiteY23" fmla="*/ 96740 h 2116926"/>
              <a:gd name="connsiteX24" fmla="*/ 246181 w 7266550"/>
              <a:gd name="connsiteY24" fmla="*/ 659624 h 2116926"/>
              <a:gd name="connsiteX25" fmla="*/ 400663 w 7266550"/>
              <a:gd name="connsiteY25" fmla="*/ 814106 h 2116926"/>
              <a:gd name="connsiteX26" fmla="*/ 597700 w 7266550"/>
              <a:gd name="connsiteY26" fmla="*/ 814106 h 2116926"/>
              <a:gd name="connsiteX27" fmla="*/ 1649434 w 7266550"/>
              <a:gd name="connsiteY27" fmla="*/ 814106 h 2116926"/>
              <a:gd name="connsiteX28" fmla="*/ 1645529 w 7266550"/>
              <a:gd name="connsiteY28" fmla="*/ 849160 h 2116926"/>
              <a:gd name="connsiteX29" fmla="*/ 2049389 w 7266550"/>
              <a:gd name="connsiteY29" fmla="*/ 1214602 h 2116926"/>
              <a:gd name="connsiteX30" fmla="*/ 2063328 w 7266550"/>
              <a:gd name="connsiteY30" fmla="*/ 1213331 h 2116926"/>
              <a:gd name="connsiteX31" fmla="*/ 2063328 w 7266550"/>
              <a:gd name="connsiteY31" fmla="*/ 1239694 h 2116926"/>
              <a:gd name="connsiteX32" fmla="*/ 5242170 w 7266550"/>
              <a:gd name="connsiteY32" fmla="*/ 1239694 h 2116926"/>
              <a:gd name="connsiteX33" fmla="*/ 5242170 w 7266550"/>
              <a:gd name="connsiteY33" fmla="*/ 1243066 h 2116926"/>
              <a:gd name="connsiteX34" fmla="*/ 5243378 w 7266550"/>
              <a:gd name="connsiteY34" fmla="*/ 1243176 h 2116926"/>
              <a:gd name="connsiteX35" fmla="*/ 5647234 w 7266550"/>
              <a:gd name="connsiteY35" fmla="*/ 877734 h 2116926"/>
              <a:gd name="connsiteX36" fmla="*/ 5643330 w 7266550"/>
              <a:gd name="connsiteY36" fmla="*/ 842680 h 2116926"/>
              <a:gd name="connsiteX37" fmla="*/ 6668850 w 7266550"/>
              <a:gd name="connsiteY37" fmla="*/ 842680 h 2116926"/>
              <a:gd name="connsiteX38" fmla="*/ 6668850 w 7266550"/>
              <a:gd name="connsiteY38" fmla="*/ 834967 h 2116926"/>
              <a:gd name="connsiteX39" fmla="*/ 6700618 w 7266550"/>
              <a:gd name="connsiteY39" fmla="*/ 841381 h 2116926"/>
              <a:gd name="connsiteX40" fmla="*/ 6893178 w 7266550"/>
              <a:gd name="connsiteY40" fmla="*/ 841381 h 2116926"/>
              <a:gd name="connsiteX41" fmla="*/ 7014474 w 7266550"/>
              <a:gd name="connsiteY41" fmla="*/ 720088 h 2116926"/>
              <a:gd name="connsiteX42" fmla="*/ 7014474 w 7266550"/>
              <a:gd name="connsiteY42" fmla="*/ 148772 h 2116926"/>
              <a:gd name="connsiteX43" fmla="*/ 7013098 w 7266550"/>
              <a:gd name="connsiteY43" fmla="*/ 141952 h 2116926"/>
              <a:gd name="connsiteX44" fmla="*/ 7027154 w 7266550"/>
              <a:gd name="connsiteY44" fmla="*/ 141952 h 2116926"/>
              <a:gd name="connsiteX0" fmla="*/ 7027154 w 7474894"/>
              <a:gd name="connsiteY0" fmla="*/ 0 h 2116926"/>
              <a:gd name="connsiteX1" fmla="*/ 7474894 w 7474894"/>
              <a:gd name="connsiteY1" fmla="*/ 8927 h 2116926"/>
              <a:gd name="connsiteX2" fmla="*/ 7266550 w 7474894"/>
              <a:gd name="connsiteY2" fmla="*/ 1157347 h 2116926"/>
              <a:gd name="connsiteX3" fmla="*/ 7263506 w 7474894"/>
              <a:gd name="connsiteY3" fmla="*/ 1157347 h 2116926"/>
              <a:gd name="connsiteX4" fmla="*/ 7266550 w 7474894"/>
              <a:gd name="connsiteY4" fmla="*/ 1166984 h 2116926"/>
              <a:gd name="connsiteX5" fmla="*/ 7002206 w 7474894"/>
              <a:gd name="connsiteY5" fmla="*/ 1482234 h 2116926"/>
              <a:gd name="connsiteX6" fmla="*/ 6959178 w 7474894"/>
              <a:gd name="connsiteY6" fmla="*/ 1505443 h 2116926"/>
              <a:gd name="connsiteX7" fmla="*/ 6959178 w 7474894"/>
              <a:gd name="connsiteY7" fmla="*/ 1505444 h 2116926"/>
              <a:gd name="connsiteX8" fmla="*/ 6868462 w 7474894"/>
              <a:gd name="connsiteY8" fmla="*/ 1554373 h 2116926"/>
              <a:gd name="connsiteX9" fmla="*/ 6708054 w 7474894"/>
              <a:gd name="connsiteY9" fmla="*/ 1626697 h 2116926"/>
              <a:gd name="connsiteX10" fmla="*/ 6645970 w 7474894"/>
              <a:gd name="connsiteY10" fmla="*/ 1650400 h 2116926"/>
              <a:gd name="connsiteX11" fmla="*/ 6521054 w 7474894"/>
              <a:gd name="connsiteY11" fmla="*/ 1698093 h 2116926"/>
              <a:gd name="connsiteX12" fmla="*/ 3653399 w 7474894"/>
              <a:gd name="connsiteY12" fmla="*/ 2115357 h 2116926"/>
              <a:gd name="connsiteX13" fmla="*/ 539400 w 7474894"/>
              <a:gd name="connsiteY13" fmla="*/ 1630472 h 2116926"/>
              <a:gd name="connsiteX14" fmla="*/ 521109 w 7474894"/>
              <a:gd name="connsiteY14" fmla="*/ 1621825 h 2116926"/>
              <a:gd name="connsiteX15" fmla="*/ 376095 w 7474894"/>
              <a:gd name="connsiteY15" fmla="*/ 1553269 h 2116926"/>
              <a:gd name="connsiteX16" fmla="*/ 333588 w 7474894"/>
              <a:gd name="connsiteY16" fmla="*/ 1529201 h 2116926"/>
              <a:gd name="connsiteX17" fmla="*/ 333588 w 7474894"/>
              <a:gd name="connsiteY17" fmla="*/ 1529201 h 2116926"/>
              <a:gd name="connsiteX18" fmla="*/ 241905 w 7474894"/>
              <a:gd name="connsiteY18" fmla="*/ 1477287 h 2116926"/>
              <a:gd name="connsiteX19" fmla="*/ 19492 w 7474894"/>
              <a:gd name="connsiteY19" fmla="*/ 1272775 h 2116926"/>
              <a:gd name="connsiteX20" fmla="*/ 15325 w 7474894"/>
              <a:gd name="connsiteY20" fmla="*/ 1254087 h 2116926"/>
              <a:gd name="connsiteX21" fmla="*/ 0 w 7474894"/>
              <a:gd name="connsiteY21" fmla="*/ 1254087 h 2116926"/>
              <a:gd name="connsiteX22" fmla="*/ 0 w 7474894"/>
              <a:gd name="connsiteY22" fmla="*/ 96740 h 2116926"/>
              <a:gd name="connsiteX23" fmla="*/ 246181 w 7474894"/>
              <a:gd name="connsiteY23" fmla="*/ 96740 h 2116926"/>
              <a:gd name="connsiteX24" fmla="*/ 246181 w 7474894"/>
              <a:gd name="connsiteY24" fmla="*/ 659624 h 2116926"/>
              <a:gd name="connsiteX25" fmla="*/ 400663 w 7474894"/>
              <a:gd name="connsiteY25" fmla="*/ 814106 h 2116926"/>
              <a:gd name="connsiteX26" fmla="*/ 597700 w 7474894"/>
              <a:gd name="connsiteY26" fmla="*/ 814106 h 2116926"/>
              <a:gd name="connsiteX27" fmla="*/ 1649434 w 7474894"/>
              <a:gd name="connsiteY27" fmla="*/ 814106 h 2116926"/>
              <a:gd name="connsiteX28" fmla="*/ 1645529 w 7474894"/>
              <a:gd name="connsiteY28" fmla="*/ 849160 h 2116926"/>
              <a:gd name="connsiteX29" fmla="*/ 2049389 w 7474894"/>
              <a:gd name="connsiteY29" fmla="*/ 1214602 h 2116926"/>
              <a:gd name="connsiteX30" fmla="*/ 2063328 w 7474894"/>
              <a:gd name="connsiteY30" fmla="*/ 1213331 h 2116926"/>
              <a:gd name="connsiteX31" fmla="*/ 2063328 w 7474894"/>
              <a:gd name="connsiteY31" fmla="*/ 1239694 h 2116926"/>
              <a:gd name="connsiteX32" fmla="*/ 5242170 w 7474894"/>
              <a:gd name="connsiteY32" fmla="*/ 1239694 h 2116926"/>
              <a:gd name="connsiteX33" fmla="*/ 5242170 w 7474894"/>
              <a:gd name="connsiteY33" fmla="*/ 1243066 h 2116926"/>
              <a:gd name="connsiteX34" fmla="*/ 5243378 w 7474894"/>
              <a:gd name="connsiteY34" fmla="*/ 1243176 h 2116926"/>
              <a:gd name="connsiteX35" fmla="*/ 5647234 w 7474894"/>
              <a:gd name="connsiteY35" fmla="*/ 877734 h 2116926"/>
              <a:gd name="connsiteX36" fmla="*/ 5643330 w 7474894"/>
              <a:gd name="connsiteY36" fmla="*/ 842680 h 2116926"/>
              <a:gd name="connsiteX37" fmla="*/ 6668850 w 7474894"/>
              <a:gd name="connsiteY37" fmla="*/ 842680 h 2116926"/>
              <a:gd name="connsiteX38" fmla="*/ 6668850 w 7474894"/>
              <a:gd name="connsiteY38" fmla="*/ 834967 h 2116926"/>
              <a:gd name="connsiteX39" fmla="*/ 6700618 w 7474894"/>
              <a:gd name="connsiteY39" fmla="*/ 841381 h 2116926"/>
              <a:gd name="connsiteX40" fmla="*/ 6893178 w 7474894"/>
              <a:gd name="connsiteY40" fmla="*/ 841381 h 2116926"/>
              <a:gd name="connsiteX41" fmla="*/ 7014474 w 7474894"/>
              <a:gd name="connsiteY41" fmla="*/ 720088 h 2116926"/>
              <a:gd name="connsiteX42" fmla="*/ 7014474 w 7474894"/>
              <a:gd name="connsiteY42" fmla="*/ 148772 h 2116926"/>
              <a:gd name="connsiteX43" fmla="*/ 7013098 w 7474894"/>
              <a:gd name="connsiteY43" fmla="*/ 141952 h 2116926"/>
              <a:gd name="connsiteX44" fmla="*/ 7027154 w 7474894"/>
              <a:gd name="connsiteY44" fmla="*/ 141952 h 2116926"/>
              <a:gd name="connsiteX45" fmla="*/ 7027154 w 7474894"/>
              <a:gd name="connsiteY45" fmla="*/ 0 h 2116926"/>
              <a:gd name="connsiteX0" fmla="*/ 7027154 w 7523662"/>
              <a:gd name="connsiteY0" fmla="*/ 9882 h 2126808"/>
              <a:gd name="connsiteX1" fmla="*/ 7523662 w 7523662"/>
              <a:gd name="connsiteY1" fmla="*/ 0 h 2126808"/>
              <a:gd name="connsiteX2" fmla="*/ 7266550 w 7523662"/>
              <a:gd name="connsiteY2" fmla="*/ 1167229 h 2126808"/>
              <a:gd name="connsiteX3" fmla="*/ 7263506 w 7523662"/>
              <a:gd name="connsiteY3" fmla="*/ 1167229 h 2126808"/>
              <a:gd name="connsiteX4" fmla="*/ 7266550 w 7523662"/>
              <a:gd name="connsiteY4" fmla="*/ 1176866 h 2126808"/>
              <a:gd name="connsiteX5" fmla="*/ 7002206 w 7523662"/>
              <a:gd name="connsiteY5" fmla="*/ 1492116 h 2126808"/>
              <a:gd name="connsiteX6" fmla="*/ 6959178 w 7523662"/>
              <a:gd name="connsiteY6" fmla="*/ 1515325 h 2126808"/>
              <a:gd name="connsiteX7" fmla="*/ 6959178 w 7523662"/>
              <a:gd name="connsiteY7" fmla="*/ 1515326 h 2126808"/>
              <a:gd name="connsiteX8" fmla="*/ 6868462 w 7523662"/>
              <a:gd name="connsiteY8" fmla="*/ 1564255 h 2126808"/>
              <a:gd name="connsiteX9" fmla="*/ 6708054 w 7523662"/>
              <a:gd name="connsiteY9" fmla="*/ 1636579 h 2126808"/>
              <a:gd name="connsiteX10" fmla="*/ 6645970 w 7523662"/>
              <a:gd name="connsiteY10" fmla="*/ 1660282 h 2126808"/>
              <a:gd name="connsiteX11" fmla="*/ 6521054 w 7523662"/>
              <a:gd name="connsiteY11" fmla="*/ 1707975 h 2126808"/>
              <a:gd name="connsiteX12" fmla="*/ 3653399 w 7523662"/>
              <a:gd name="connsiteY12" fmla="*/ 2125239 h 2126808"/>
              <a:gd name="connsiteX13" fmla="*/ 539400 w 7523662"/>
              <a:gd name="connsiteY13" fmla="*/ 1640354 h 2126808"/>
              <a:gd name="connsiteX14" fmla="*/ 521109 w 7523662"/>
              <a:gd name="connsiteY14" fmla="*/ 1631707 h 2126808"/>
              <a:gd name="connsiteX15" fmla="*/ 376095 w 7523662"/>
              <a:gd name="connsiteY15" fmla="*/ 1563151 h 2126808"/>
              <a:gd name="connsiteX16" fmla="*/ 333588 w 7523662"/>
              <a:gd name="connsiteY16" fmla="*/ 1539083 h 2126808"/>
              <a:gd name="connsiteX17" fmla="*/ 333588 w 7523662"/>
              <a:gd name="connsiteY17" fmla="*/ 1539083 h 2126808"/>
              <a:gd name="connsiteX18" fmla="*/ 241905 w 7523662"/>
              <a:gd name="connsiteY18" fmla="*/ 1487169 h 2126808"/>
              <a:gd name="connsiteX19" fmla="*/ 19492 w 7523662"/>
              <a:gd name="connsiteY19" fmla="*/ 1282657 h 2126808"/>
              <a:gd name="connsiteX20" fmla="*/ 15325 w 7523662"/>
              <a:gd name="connsiteY20" fmla="*/ 1263969 h 2126808"/>
              <a:gd name="connsiteX21" fmla="*/ 0 w 7523662"/>
              <a:gd name="connsiteY21" fmla="*/ 1263969 h 2126808"/>
              <a:gd name="connsiteX22" fmla="*/ 0 w 7523662"/>
              <a:gd name="connsiteY22" fmla="*/ 106622 h 2126808"/>
              <a:gd name="connsiteX23" fmla="*/ 246181 w 7523662"/>
              <a:gd name="connsiteY23" fmla="*/ 106622 h 2126808"/>
              <a:gd name="connsiteX24" fmla="*/ 246181 w 7523662"/>
              <a:gd name="connsiteY24" fmla="*/ 669506 h 2126808"/>
              <a:gd name="connsiteX25" fmla="*/ 400663 w 7523662"/>
              <a:gd name="connsiteY25" fmla="*/ 823988 h 2126808"/>
              <a:gd name="connsiteX26" fmla="*/ 597700 w 7523662"/>
              <a:gd name="connsiteY26" fmla="*/ 823988 h 2126808"/>
              <a:gd name="connsiteX27" fmla="*/ 1649434 w 7523662"/>
              <a:gd name="connsiteY27" fmla="*/ 823988 h 2126808"/>
              <a:gd name="connsiteX28" fmla="*/ 1645529 w 7523662"/>
              <a:gd name="connsiteY28" fmla="*/ 859042 h 2126808"/>
              <a:gd name="connsiteX29" fmla="*/ 2049389 w 7523662"/>
              <a:gd name="connsiteY29" fmla="*/ 1224484 h 2126808"/>
              <a:gd name="connsiteX30" fmla="*/ 2063328 w 7523662"/>
              <a:gd name="connsiteY30" fmla="*/ 1223213 h 2126808"/>
              <a:gd name="connsiteX31" fmla="*/ 2063328 w 7523662"/>
              <a:gd name="connsiteY31" fmla="*/ 1249576 h 2126808"/>
              <a:gd name="connsiteX32" fmla="*/ 5242170 w 7523662"/>
              <a:gd name="connsiteY32" fmla="*/ 1249576 h 2126808"/>
              <a:gd name="connsiteX33" fmla="*/ 5242170 w 7523662"/>
              <a:gd name="connsiteY33" fmla="*/ 1252948 h 2126808"/>
              <a:gd name="connsiteX34" fmla="*/ 5243378 w 7523662"/>
              <a:gd name="connsiteY34" fmla="*/ 1253058 h 2126808"/>
              <a:gd name="connsiteX35" fmla="*/ 5647234 w 7523662"/>
              <a:gd name="connsiteY35" fmla="*/ 887616 h 2126808"/>
              <a:gd name="connsiteX36" fmla="*/ 5643330 w 7523662"/>
              <a:gd name="connsiteY36" fmla="*/ 852562 h 2126808"/>
              <a:gd name="connsiteX37" fmla="*/ 6668850 w 7523662"/>
              <a:gd name="connsiteY37" fmla="*/ 852562 h 2126808"/>
              <a:gd name="connsiteX38" fmla="*/ 6668850 w 7523662"/>
              <a:gd name="connsiteY38" fmla="*/ 844849 h 2126808"/>
              <a:gd name="connsiteX39" fmla="*/ 6700618 w 7523662"/>
              <a:gd name="connsiteY39" fmla="*/ 851263 h 2126808"/>
              <a:gd name="connsiteX40" fmla="*/ 6893178 w 7523662"/>
              <a:gd name="connsiteY40" fmla="*/ 851263 h 2126808"/>
              <a:gd name="connsiteX41" fmla="*/ 7014474 w 7523662"/>
              <a:gd name="connsiteY41" fmla="*/ 729970 h 2126808"/>
              <a:gd name="connsiteX42" fmla="*/ 7014474 w 7523662"/>
              <a:gd name="connsiteY42" fmla="*/ 158654 h 2126808"/>
              <a:gd name="connsiteX43" fmla="*/ 7013098 w 7523662"/>
              <a:gd name="connsiteY43" fmla="*/ 151834 h 2126808"/>
              <a:gd name="connsiteX44" fmla="*/ 7027154 w 7523662"/>
              <a:gd name="connsiteY44" fmla="*/ 151834 h 2126808"/>
              <a:gd name="connsiteX45" fmla="*/ 7027154 w 7523662"/>
              <a:gd name="connsiteY45" fmla="*/ 9882 h 2126808"/>
              <a:gd name="connsiteX0" fmla="*/ 7228322 w 7724830"/>
              <a:gd name="connsiteY0" fmla="*/ 9882 h 2126808"/>
              <a:gd name="connsiteX1" fmla="*/ 7724830 w 7724830"/>
              <a:gd name="connsiteY1" fmla="*/ 0 h 2126808"/>
              <a:gd name="connsiteX2" fmla="*/ 7467718 w 7724830"/>
              <a:gd name="connsiteY2" fmla="*/ 1167229 h 2126808"/>
              <a:gd name="connsiteX3" fmla="*/ 7464674 w 7724830"/>
              <a:gd name="connsiteY3" fmla="*/ 1167229 h 2126808"/>
              <a:gd name="connsiteX4" fmla="*/ 7467718 w 7724830"/>
              <a:gd name="connsiteY4" fmla="*/ 1176866 h 2126808"/>
              <a:gd name="connsiteX5" fmla="*/ 7203374 w 7724830"/>
              <a:gd name="connsiteY5" fmla="*/ 1492116 h 2126808"/>
              <a:gd name="connsiteX6" fmla="*/ 7160346 w 7724830"/>
              <a:gd name="connsiteY6" fmla="*/ 1515325 h 2126808"/>
              <a:gd name="connsiteX7" fmla="*/ 7160346 w 7724830"/>
              <a:gd name="connsiteY7" fmla="*/ 1515326 h 2126808"/>
              <a:gd name="connsiteX8" fmla="*/ 7069630 w 7724830"/>
              <a:gd name="connsiteY8" fmla="*/ 1564255 h 2126808"/>
              <a:gd name="connsiteX9" fmla="*/ 6909222 w 7724830"/>
              <a:gd name="connsiteY9" fmla="*/ 1636579 h 2126808"/>
              <a:gd name="connsiteX10" fmla="*/ 6847138 w 7724830"/>
              <a:gd name="connsiteY10" fmla="*/ 1660282 h 2126808"/>
              <a:gd name="connsiteX11" fmla="*/ 6722222 w 7724830"/>
              <a:gd name="connsiteY11" fmla="*/ 1707975 h 2126808"/>
              <a:gd name="connsiteX12" fmla="*/ 3854567 w 7724830"/>
              <a:gd name="connsiteY12" fmla="*/ 2125239 h 2126808"/>
              <a:gd name="connsiteX13" fmla="*/ 740568 w 7724830"/>
              <a:gd name="connsiteY13" fmla="*/ 1640354 h 2126808"/>
              <a:gd name="connsiteX14" fmla="*/ 722277 w 7724830"/>
              <a:gd name="connsiteY14" fmla="*/ 1631707 h 2126808"/>
              <a:gd name="connsiteX15" fmla="*/ 577263 w 7724830"/>
              <a:gd name="connsiteY15" fmla="*/ 1563151 h 2126808"/>
              <a:gd name="connsiteX16" fmla="*/ 534756 w 7724830"/>
              <a:gd name="connsiteY16" fmla="*/ 1539083 h 2126808"/>
              <a:gd name="connsiteX17" fmla="*/ 534756 w 7724830"/>
              <a:gd name="connsiteY17" fmla="*/ 1539083 h 2126808"/>
              <a:gd name="connsiteX18" fmla="*/ 443073 w 7724830"/>
              <a:gd name="connsiteY18" fmla="*/ 1487169 h 2126808"/>
              <a:gd name="connsiteX19" fmla="*/ 220660 w 7724830"/>
              <a:gd name="connsiteY19" fmla="*/ 1282657 h 2126808"/>
              <a:gd name="connsiteX20" fmla="*/ 216493 w 7724830"/>
              <a:gd name="connsiteY20" fmla="*/ 1263969 h 2126808"/>
              <a:gd name="connsiteX21" fmla="*/ 201168 w 7724830"/>
              <a:gd name="connsiteY21" fmla="*/ 1263969 h 2126808"/>
              <a:gd name="connsiteX22" fmla="*/ 0 w 7724830"/>
              <a:gd name="connsiteY22" fmla="*/ 101920 h 2126808"/>
              <a:gd name="connsiteX23" fmla="*/ 447349 w 7724830"/>
              <a:gd name="connsiteY23" fmla="*/ 106622 h 2126808"/>
              <a:gd name="connsiteX24" fmla="*/ 447349 w 7724830"/>
              <a:gd name="connsiteY24" fmla="*/ 669506 h 2126808"/>
              <a:gd name="connsiteX25" fmla="*/ 601831 w 7724830"/>
              <a:gd name="connsiteY25" fmla="*/ 823988 h 2126808"/>
              <a:gd name="connsiteX26" fmla="*/ 798868 w 7724830"/>
              <a:gd name="connsiteY26" fmla="*/ 823988 h 2126808"/>
              <a:gd name="connsiteX27" fmla="*/ 1850602 w 7724830"/>
              <a:gd name="connsiteY27" fmla="*/ 823988 h 2126808"/>
              <a:gd name="connsiteX28" fmla="*/ 1846697 w 7724830"/>
              <a:gd name="connsiteY28" fmla="*/ 859042 h 2126808"/>
              <a:gd name="connsiteX29" fmla="*/ 2250557 w 7724830"/>
              <a:gd name="connsiteY29" fmla="*/ 1224484 h 2126808"/>
              <a:gd name="connsiteX30" fmla="*/ 2264496 w 7724830"/>
              <a:gd name="connsiteY30" fmla="*/ 1223213 h 2126808"/>
              <a:gd name="connsiteX31" fmla="*/ 2264496 w 7724830"/>
              <a:gd name="connsiteY31" fmla="*/ 1249576 h 2126808"/>
              <a:gd name="connsiteX32" fmla="*/ 5443338 w 7724830"/>
              <a:gd name="connsiteY32" fmla="*/ 1249576 h 2126808"/>
              <a:gd name="connsiteX33" fmla="*/ 5443338 w 7724830"/>
              <a:gd name="connsiteY33" fmla="*/ 1252948 h 2126808"/>
              <a:gd name="connsiteX34" fmla="*/ 5444546 w 7724830"/>
              <a:gd name="connsiteY34" fmla="*/ 1253058 h 2126808"/>
              <a:gd name="connsiteX35" fmla="*/ 5848402 w 7724830"/>
              <a:gd name="connsiteY35" fmla="*/ 887616 h 2126808"/>
              <a:gd name="connsiteX36" fmla="*/ 5844498 w 7724830"/>
              <a:gd name="connsiteY36" fmla="*/ 852562 h 2126808"/>
              <a:gd name="connsiteX37" fmla="*/ 6870018 w 7724830"/>
              <a:gd name="connsiteY37" fmla="*/ 852562 h 2126808"/>
              <a:gd name="connsiteX38" fmla="*/ 6870018 w 7724830"/>
              <a:gd name="connsiteY38" fmla="*/ 844849 h 2126808"/>
              <a:gd name="connsiteX39" fmla="*/ 6901786 w 7724830"/>
              <a:gd name="connsiteY39" fmla="*/ 851263 h 2126808"/>
              <a:gd name="connsiteX40" fmla="*/ 7094346 w 7724830"/>
              <a:gd name="connsiteY40" fmla="*/ 851263 h 2126808"/>
              <a:gd name="connsiteX41" fmla="*/ 7215642 w 7724830"/>
              <a:gd name="connsiteY41" fmla="*/ 729970 h 2126808"/>
              <a:gd name="connsiteX42" fmla="*/ 7215642 w 7724830"/>
              <a:gd name="connsiteY42" fmla="*/ 158654 h 2126808"/>
              <a:gd name="connsiteX43" fmla="*/ 7214266 w 7724830"/>
              <a:gd name="connsiteY43" fmla="*/ 151834 h 2126808"/>
              <a:gd name="connsiteX44" fmla="*/ 7228322 w 7724830"/>
              <a:gd name="connsiteY44" fmla="*/ 151834 h 2126808"/>
              <a:gd name="connsiteX45" fmla="*/ 7228322 w 7724830"/>
              <a:gd name="connsiteY45" fmla="*/ 9882 h 212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7724830" h="2126808">
                <a:moveTo>
                  <a:pt x="7228322" y="9882"/>
                </a:moveTo>
                <a:lnTo>
                  <a:pt x="7724830" y="0"/>
                </a:lnTo>
                <a:lnTo>
                  <a:pt x="7467718" y="1167229"/>
                </a:lnTo>
                <a:lnTo>
                  <a:pt x="7464674" y="1167229"/>
                </a:lnTo>
                <a:lnTo>
                  <a:pt x="7467718" y="1176866"/>
                </a:lnTo>
                <a:cubicBezTo>
                  <a:pt x="7450574" y="1253644"/>
                  <a:pt x="7363894" y="1396549"/>
                  <a:pt x="7203374" y="1492116"/>
                </a:cubicBezTo>
                <a:lnTo>
                  <a:pt x="7160346" y="1515325"/>
                </a:lnTo>
                <a:lnTo>
                  <a:pt x="7160346" y="1515326"/>
                </a:lnTo>
                <a:lnTo>
                  <a:pt x="7069630" y="1564255"/>
                </a:lnTo>
                <a:cubicBezTo>
                  <a:pt x="7020602" y="1588394"/>
                  <a:pt x="6967126" y="1612564"/>
                  <a:pt x="6909222" y="1636579"/>
                </a:cubicBezTo>
                <a:lnTo>
                  <a:pt x="6847138" y="1660282"/>
                </a:lnTo>
                <a:lnTo>
                  <a:pt x="6722222" y="1707975"/>
                </a:lnTo>
                <a:cubicBezTo>
                  <a:pt x="6121402" y="1919661"/>
                  <a:pt x="5162574" y="2103808"/>
                  <a:pt x="3854567" y="2125239"/>
                </a:cubicBezTo>
                <a:cubicBezTo>
                  <a:pt x="2401225" y="2149052"/>
                  <a:pt x="1332834" y="1897946"/>
                  <a:pt x="740568" y="1640354"/>
                </a:cubicBezTo>
                <a:lnTo>
                  <a:pt x="722277" y="1631707"/>
                </a:lnTo>
                <a:lnTo>
                  <a:pt x="577263" y="1563151"/>
                </a:lnTo>
                <a:lnTo>
                  <a:pt x="534756" y="1539083"/>
                </a:lnTo>
                <a:lnTo>
                  <a:pt x="534756" y="1539083"/>
                </a:lnTo>
                <a:lnTo>
                  <a:pt x="443073" y="1487169"/>
                </a:lnTo>
                <a:cubicBezTo>
                  <a:pt x="323623" y="1412335"/>
                  <a:pt x="248665" y="1341748"/>
                  <a:pt x="220660" y="1282657"/>
                </a:cubicBezTo>
                <a:lnTo>
                  <a:pt x="216493" y="1263969"/>
                </a:lnTo>
                <a:lnTo>
                  <a:pt x="201168" y="1263969"/>
                </a:lnTo>
                <a:lnTo>
                  <a:pt x="0" y="101920"/>
                </a:lnTo>
                <a:lnTo>
                  <a:pt x="447349" y="106622"/>
                </a:lnTo>
                <a:lnTo>
                  <a:pt x="447349" y="669506"/>
                </a:lnTo>
                <a:cubicBezTo>
                  <a:pt x="447349" y="754824"/>
                  <a:pt x="516513" y="823988"/>
                  <a:pt x="601831" y="823988"/>
                </a:cubicBezTo>
                <a:lnTo>
                  <a:pt x="798868" y="823988"/>
                </a:lnTo>
                <a:lnTo>
                  <a:pt x="1850602" y="823988"/>
                </a:lnTo>
                <a:lnTo>
                  <a:pt x="1846697" y="859042"/>
                </a:lnTo>
                <a:cubicBezTo>
                  <a:pt x="1846697" y="1060870"/>
                  <a:pt x="2027511" y="1224484"/>
                  <a:pt x="2250557" y="1224484"/>
                </a:cubicBezTo>
                <a:lnTo>
                  <a:pt x="2264496" y="1223213"/>
                </a:lnTo>
                <a:lnTo>
                  <a:pt x="2264496" y="1249576"/>
                </a:lnTo>
                <a:lnTo>
                  <a:pt x="5443338" y="1249576"/>
                </a:lnTo>
                <a:lnTo>
                  <a:pt x="5443338" y="1252948"/>
                </a:lnTo>
                <a:lnTo>
                  <a:pt x="5444546" y="1253058"/>
                </a:lnTo>
                <a:cubicBezTo>
                  <a:pt x="5667590" y="1253058"/>
                  <a:pt x="5848402" y="1089444"/>
                  <a:pt x="5848402" y="887616"/>
                </a:cubicBezTo>
                <a:lnTo>
                  <a:pt x="5844498" y="852562"/>
                </a:lnTo>
                <a:lnTo>
                  <a:pt x="6870018" y="852562"/>
                </a:lnTo>
                <a:lnTo>
                  <a:pt x="6870018" y="844849"/>
                </a:lnTo>
                <a:lnTo>
                  <a:pt x="6901786" y="851263"/>
                </a:lnTo>
                <a:lnTo>
                  <a:pt x="7094346" y="851263"/>
                </a:lnTo>
                <a:cubicBezTo>
                  <a:pt x="7161334" y="851263"/>
                  <a:pt x="7215642" y="796958"/>
                  <a:pt x="7215642" y="729970"/>
                </a:cubicBezTo>
                <a:lnTo>
                  <a:pt x="7215642" y="158654"/>
                </a:lnTo>
                <a:lnTo>
                  <a:pt x="7214266" y="151834"/>
                </a:lnTo>
                <a:lnTo>
                  <a:pt x="7228322" y="151834"/>
                </a:lnTo>
                <a:lnTo>
                  <a:pt x="7228322" y="9882"/>
                </a:lnTo>
                <a:close/>
              </a:path>
            </a:pathLst>
          </a:custGeom>
          <a:gradFill>
            <a:gsLst>
              <a:gs pos="55237">
                <a:srgbClr val="90918C"/>
              </a:gs>
              <a:gs pos="48256">
                <a:srgbClr val="A3A39F"/>
              </a:gs>
              <a:gs pos="40000">
                <a:srgbClr val="8D8D89"/>
              </a:gs>
              <a:gs pos="27000">
                <a:srgbClr val="8B8B87"/>
              </a:gs>
              <a:gs pos="16000">
                <a:srgbClr val="989894"/>
              </a:gs>
              <a:gs pos="3000">
                <a:srgbClr val="888783"/>
              </a:gs>
              <a:gs pos="81121">
                <a:srgbClr val="AFB0AC"/>
              </a:gs>
              <a:gs pos="69000">
                <a:srgbClr val="949590"/>
              </a:gs>
              <a:gs pos="89000">
                <a:srgbClr val="949590"/>
              </a:gs>
              <a:gs pos="0">
                <a:srgbClr val="86848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pic>
        <p:nvPicPr>
          <p:cNvPr id="56" name="Picture 2" descr="東武の日比谷線直通用新車70000系、登場で何が変わる？ 車両、そして駅も進化へ（写真21枚） (2017年4月9日) - エキサイトニュース">
            <a:extLst>
              <a:ext uri="{FF2B5EF4-FFF2-40B4-BE49-F238E27FC236}">
                <a16:creationId xmlns:a16="http://schemas.microsoft.com/office/drawing/2014/main" id="{B17A9F92-FE40-8AA0-83E1-53797938F8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41" t="64800" r="23615"/>
          <a:stretch/>
        </p:blipFill>
        <p:spPr bwMode="auto">
          <a:xfrm>
            <a:off x="13868529" y="5496640"/>
            <a:ext cx="8754046" cy="393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026">
            <a:extLst>
              <a:ext uri="{FF2B5EF4-FFF2-40B4-BE49-F238E27FC236}">
                <a16:creationId xmlns:a16="http://schemas.microsoft.com/office/drawing/2014/main" id="{B43F9EBF-21BC-AE93-1545-F70F6C879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376" y="2875426"/>
            <a:ext cx="7266549" cy="4185140"/>
          </a:xfrm>
          <a:prstGeom prst="rect">
            <a:avLst/>
          </a:prstGeom>
        </p:spPr>
      </p:pic>
      <p:pic>
        <p:nvPicPr>
          <p:cNvPr id="1028" name="Picture 4" descr="新製品】東武70090型・70000系 « ＧＭ通信">
            <a:extLst>
              <a:ext uri="{FF2B5EF4-FFF2-40B4-BE49-F238E27FC236}">
                <a16:creationId xmlns:a16="http://schemas.microsoft.com/office/drawing/2014/main" id="{C4E0AB3D-FF42-9137-E950-C10E3AD6B7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2" t="65975"/>
          <a:stretch/>
        </p:blipFill>
        <p:spPr bwMode="auto">
          <a:xfrm>
            <a:off x="15849813" y="3053572"/>
            <a:ext cx="5946970" cy="272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Freeform: Shape 1028">
            <a:extLst>
              <a:ext uri="{FF2B5EF4-FFF2-40B4-BE49-F238E27FC236}">
                <a16:creationId xmlns:a16="http://schemas.microsoft.com/office/drawing/2014/main" id="{58E025D7-9E58-6EBA-D05D-F314BF0A50CF}"/>
              </a:ext>
            </a:extLst>
          </p:cNvPr>
          <p:cNvSpPr/>
          <p:nvPr/>
        </p:nvSpPr>
        <p:spPr>
          <a:xfrm>
            <a:off x="4383318" y="7259364"/>
            <a:ext cx="7266550" cy="2744498"/>
          </a:xfrm>
          <a:custGeom>
            <a:avLst/>
            <a:gdLst>
              <a:gd name="connsiteX0" fmla="*/ 7027154 w 7266550"/>
              <a:gd name="connsiteY0" fmla="*/ 0 h 2116926"/>
              <a:gd name="connsiteX1" fmla="*/ 7266550 w 7266550"/>
              <a:gd name="connsiteY1" fmla="*/ 0 h 2116926"/>
              <a:gd name="connsiteX2" fmla="*/ 7266550 w 7266550"/>
              <a:gd name="connsiteY2" fmla="*/ 1157347 h 2116926"/>
              <a:gd name="connsiteX3" fmla="*/ 7263506 w 7266550"/>
              <a:gd name="connsiteY3" fmla="*/ 1157347 h 2116926"/>
              <a:gd name="connsiteX4" fmla="*/ 7266550 w 7266550"/>
              <a:gd name="connsiteY4" fmla="*/ 1166984 h 2116926"/>
              <a:gd name="connsiteX5" fmla="*/ 7002206 w 7266550"/>
              <a:gd name="connsiteY5" fmla="*/ 1482234 h 2116926"/>
              <a:gd name="connsiteX6" fmla="*/ 6959178 w 7266550"/>
              <a:gd name="connsiteY6" fmla="*/ 1505443 h 2116926"/>
              <a:gd name="connsiteX7" fmla="*/ 6959178 w 7266550"/>
              <a:gd name="connsiteY7" fmla="*/ 1505444 h 2116926"/>
              <a:gd name="connsiteX8" fmla="*/ 6868462 w 7266550"/>
              <a:gd name="connsiteY8" fmla="*/ 1554373 h 2116926"/>
              <a:gd name="connsiteX9" fmla="*/ 6708054 w 7266550"/>
              <a:gd name="connsiteY9" fmla="*/ 1626697 h 2116926"/>
              <a:gd name="connsiteX10" fmla="*/ 6645970 w 7266550"/>
              <a:gd name="connsiteY10" fmla="*/ 1650400 h 2116926"/>
              <a:gd name="connsiteX11" fmla="*/ 6521054 w 7266550"/>
              <a:gd name="connsiteY11" fmla="*/ 1698093 h 2116926"/>
              <a:gd name="connsiteX12" fmla="*/ 3653399 w 7266550"/>
              <a:gd name="connsiteY12" fmla="*/ 2115357 h 2116926"/>
              <a:gd name="connsiteX13" fmla="*/ 539400 w 7266550"/>
              <a:gd name="connsiteY13" fmla="*/ 1630472 h 2116926"/>
              <a:gd name="connsiteX14" fmla="*/ 521109 w 7266550"/>
              <a:gd name="connsiteY14" fmla="*/ 1621825 h 2116926"/>
              <a:gd name="connsiteX15" fmla="*/ 376095 w 7266550"/>
              <a:gd name="connsiteY15" fmla="*/ 1553269 h 2116926"/>
              <a:gd name="connsiteX16" fmla="*/ 333588 w 7266550"/>
              <a:gd name="connsiteY16" fmla="*/ 1529201 h 2116926"/>
              <a:gd name="connsiteX17" fmla="*/ 333588 w 7266550"/>
              <a:gd name="connsiteY17" fmla="*/ 1529201 h 2116926"/>
              <a:gd name="connsiteX18" fmla="*/ 241905 w 7266550"/>
              <a:gd name="connsiteY18" fmla="*/ 1477287 h 2116926"/>
              <a:gd name="connsiteX19" fmla="*/ 19492 w 7266550"/>
              <a:gd name="connsiteY19" fmla="*/ 1272775 h 2116926"/>
              <a:gd name="connsiteX20" fmla="*/ 15325 w 7266550"/>
              <a:gd name="connsiteY20" fmla="*/ 1254087 h 2116926"/>
              <a:gd name="connsiteX21" fmla="*/ 0 w 7266550"/>
              <a:gd name="connsiteY21" fmla="*/ 1254087 h 2116926"/>
              <a:gd name="connsiteX22" fmla="*/ 0 w 7266550"/>
              <a:gd name="connsiteY22" fmla="*/ 96740 h 2116926"/>
              <a:gd name="connsiteX23" fmla="*/ 246181 w 7266550"/>
              <a:gd name="connsiteY23" fmla="*/ 96740 h 2116926"/>
              <a:gd name="connsiteX24" fmla="*/ 246181 w 7266550"/>
              <a:gd name="connsiteY24" fmla="*/ 659624 h 2116926"/>
              <a:gd name="connsiteX25" fmla="*/ 400663 w 7266550"/>
              <a:gd name="connsiteY25" fmla="*/ 814106 h 2116926"/>
              <a:gd name="connsiteX26" fmla="*/ 597700 w 7266550"/>
              <a:gd name="connsiteY26" fmla="*/ 814106 h 2116926"/>
              <a:gd name="connsiteX27" fmla="*/ 1649434 w 7266550"/>
              <a:gd name="connsiteY27" fmla="*/ 814106 h 2116926"/>
              <a:gd name="connsiteX28" fmla="*/ 1645529 w 7266550"/>
              <a:gd name="connsiteY28" fmla="*/ 849160 h 2116926"/>
              <a:gd name="connsiteX29" fmla="*/ 2049389 w 7266550"/>
              <a:gd name="connsiteY29" fmla="*/ 1214602 h 2116926"/>
              <a:gd name="connsiteX30" fmla="*/ 2063328 w 7266550"/>
              <a:gd name="connsiteY30" fmla="*/ 1213331 h 2116926"/>
              <a:gd name="connsiteX31" fmla="*/ 2063328 w 7266550"/>
              <a:gd name="connsiteY31" fmla="*/ 1239694 h 2116926"/>
              <a:gd name="connsiteX32" fmla="*/ 5242170 w 7266550"/>
              <a:gd name="connsiteY32" fmla="*/ 1239694 h 2116926"/>
              <a:gd name="connsiteX33" fmla="*/ 5242170 w 7266550"/>
              <a:gd name="connsiteY33" fmla="*/ 1243066 h 2116926"/>
              <a:gd name="connsiteX34" fmla="*/ 5243378 w 7266550"/>
              <a:gd name="connsiteY34" fmla="*/ 1243176 h 2116926"/>
              <a:gd name="connsiteX35" fmla="*/ 5647234 w 7266550"/>
              <a:gd name="connsiteY35" fmla="*/ 877734 h 2116926"/>
              <a:gd name="connsiteX36" fmla="*/ 5643330 w 7266550"/>
              <a:gd name="connsiteY36" fmla="*/ 842680 h 2116926"/>
              <a:gd name="connsiteX37" fmla="*/ 6668850 w 7266550"/>
              <a:gd name="connsiteY37" fmla="*/ 842680 h 2116926"/>
              <a:gd name="connsiteX38" fmla="*/ 6668850 w 7266550"/>
              <a:gd name="connsiteY38" fmla="*/ 834967 h 2116926"/>
              <a:gd name="connsiteX39" fmla="*/ 6700618 w 7266550"/>
              <a:gd name="connsiteY39" fmla="*/ 841381 h 2116926"/>
              <a:gd name="connsiteX40" fmla="*/ 6893178 w 7266550"/>
              <a:gd name="connsiteY40" fmla="*/ 841381 h 2116926"/>
              <a:gd name="connsiteX41" fmla="*/ 7014474 w 7266550"/>
              <a:gd name="connsiteY41" fmla="*/ 720088 h 2116926"/>
              <a:gd name="connsiteX42" fmla="*/ 7014474 w 7266550"/>
              <a:gd name="connsiteY42" fmla="*/ 148772 h 2116926"/>
              <a:gd name="connsiteX43" fmla="*/ 7013098 w 7266550"/>
              <a:gd name="connsiteY43" fmla="*/ 141952 h 2116926"/>
              <a:gd name="connsiteX44" fmla="*/ 7027154 w 7266550"/>
              <a:gd name="connsiteY44" fmla="*/ 141952 h 211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266550" h="2116926">
                <a:moveTo>
                  <a:pt x="7027154" y="0"/>
                </a:moveTo>
                <a:lnTo>
                  <a:pt x="7266550" y="0"/>
                </a:lnTo>
                <a:lnTo>
                  <a:pt x="7266550" y="1157347"/>
                </a:lnTo>
                <a:lnTo>
                  <a:pt x="7263506" y="1157347"/>
                </a:lnTo>
                <a:lnTo>
                  <a:pt x="7266550" y="1166984"/>
                </a:lnTo>
                <a:cubicBezTo>
                  <a:pt x="7249406" y="1243762"/>
                  <a:pt x="7162726" y="1386667"/>
                  <a:pt x="7002206" y="1482234"/>
                </a:cubicBezTo>
                <a:lnTo>
                  <a:pt x="6959178" y="1505443"/>
                </a:lnTo>
                <a:lnTo>
                  <a:pt x="6959178" y="1505444"/>
                </a:lnTo>
                <a:lnTo>
                  <a:pt x="6868462" y="1554373"/>
                </a:lnTo>
                <a:cubicBezTo>
                  <a:pt x="6819434" y="1578512"/>
                  <a:pt x="6765958" y="1602682"/>
                  <a:pt x="6708054" y="1626697"/>
                </a:cubicBezTo>
                <a:lnTo>
                  <a:pt x="6645970" y="1650400"/>
                </a:lnTo>
                <a:lnTo>
                  <a:pt x="6521054" y="1698093"/>
                </a:lnTo>
                <a:cubicBezTo>
                  <a:pt x="5920234" y="1909779"/>
                  <a:pt x="4961406" y="2093926"/>
                  <a:pt x="3653399" y="2115357"/>
                </a:cubicBezTo>
                <a:cubicBezTo>
                  <a:pt x="2200057" y="2139170"/>
                  <a:pt x="1131666" y="1888064"/>
                  <a:pt x="539400" y="1630472"/>
                </a:cubicBezTo>
                <a:lnTo>
                  <a:pt x="521109" y="1621825"/>
                </a:lnTo>
                <a:lnTo>
                  <a:pt x="376095" y="1553269"/>
                </a:lnTo>
                <a:lnTo>
                  <a:pt x="333588" y="1529201"/>
                </a:lnTo>
                <a:lnTo>
                  <a:pt x="333588" y="1529201"/>
                </a:lnTo>
                <a:lnTo>
                  <a:pt x="241905" y="1477287"/>
                </a:lnTo>
                <a:cubicBezTo>
                  <a:pt x="122455" y="1402453"/>
                  <a:pt x="47497" y="1331866"/>
                  <a:pt x="19492" y="1272775"/>
                </a:cubicBezTo>
                <a:lnTo>
                  <a:pt x="15325" y="1254087"/>
                </a:lnTo>
                <a:lnTo>
                  <a:pt x="0" y="1254087"/>
                </a:lnTo>
                <a:lnTo>
                  <a:pt x="0" y="96740"/>
                </a:lnTo>
                <a:lnTo>
                  <a:pt x="246181" y="96740"/>
                </a:lnTo>
                <a:lnTo>
                  <a:pt x="246181" y="659624"/>
                </a:lnTo>
                <a:cubicBezTo>
                  <a:pt x="246181" y="744942"/>
                  <a:pt x="315345" y="814106"/>
                  <a:pt x="400663" y="814106"/>
                </a:cubicBezTo>
                <a:lnTo>
                  <a:pt x="597700" y="814106"/>
                </a:lnTo>
                <a:lnTo>
                  <a:pt x="1649434" y="814106"/>
                </a:lnTo>
                <a:lnTo>
                  <a:pt x="1645529" y="849160"/>
                </a:lnTo>
                <a:cubicBezTo>
                  <a:pt x="1645529" y="1050988"/>
                  <a:pt x="1826343" y="1214602"/>
                  <a:pt x="2049389" y="1214602"/>
                </a:cubicBezTo>
                <a:lnTo>
                  <a:pt x="2063328" y="1213331"/>
                </a:lnTo>
                <a:lnTo>
                  <a:pt x="2063328" y="1239694"/>
                </a:lnTo>
                <a:lnTo>
                  <a:pt x="5242170" y="1239694"/>
                </a:lnTo>
                <a:lnTo>
                  <a:pt x="5242170" y="1243066"/>
                </a:lnTo>
                <a:lnTo>
                  <a:pt x="5243378" y="1243176"/>
                </a:lnTo>
                <a:cubicBezTo>
                  <a:pt x="5466422" y="1243176"/>
                  <a:pt x="5647234" y="1079562"/>
                  <a:pt x="5647234" y="877734"/>
                </a:cubicBezTo>
                <a:lnTo>
                  <a:pt x="5643330" y="842680"/>
                </a:lnTo>
                <a:lnTo>
                  <a:pt x="6668850" y="842680"/>
                </a:lnTo>
                <a:lnTo>
                  <a:pt x="6668850" y="834967"/>
                </a:lnTo>
                <a:lnTo>
                  <a:pt x="6700618" y="841381"/>
                </a:lnTo>
                <a:lnTo>
                  <a:pt x="6893178" y="841381"/>
                </a:lnTo>
                <a:cubicBezTo>
                  <a:pt x="6960166" y="841381"/>
                  <a:pt x="7014474" y="787076"/>
                  <a:pt x="7014474" y="720088"/>
                </a:cubicBezTo>
                <a:lnTo>
                  <a:pt x="7014474" y="148772"/>
                </a:lnTo>
                <a:lnTo>
                  <a:pt x="7013098" y="141952"/>
                </a:lnTo>
                <a:lnTo>
                  <a:pt x="7027154" y="141952"/>
                </a:lnTo>
                <a:close/>
              </a:path>
            </a:pathLst>
          </a:custGeom>
          <a:gradFill>
            <a:gsLst>
              <a:gs pos="100000">
                <a:schemeClr val="tx1">
                  <a:alpha val="30000"/>
                </a:schemeClr>
              </a:gs>
              <a:gs pos="74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pic>
        <p:nvPicPr>
          <p:cNvPr id="1034" name="Picture 1033">
            <a:extLst>
              <a:ext uri="{FF2B5EF4-FFF2-40B4-BE49-F238E27FC236}">
                <a16:creationId xmlns:a16="http://schemas.microsoft.com/office/drawing/2014/main" id="{9049C896-4D58-2277-CAD3-EE1B469CB7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154"/>
          <a:stretch/>
        </p:blipFill>
        <p:spPr>
          <a:xfrm>
            <a:off x="12037111" y="5948673"/>
            <a:ext cx="4247910" cy="585084"/>
          </a:xfrm>
          <a:prstGeom prst="rect">
            <a:avLst/>
          </a:prstGeom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A492B4D-BB28-9096-E63D-B91A8A133070}"/>
              </a:ext>
            </a:extLst>
          </p:cNvPr>
          <p:cNvSpPr/>
          <p:nvPr/>
        </p:nvSpPr>
        <p:spPr>
          <a:xfrm>
            <a:off x="4148933" y="7259364"/>
            <a:ext cx="458628" cy="128988"/>
          </a:xfrm>
          <a:prstGeom prst="rect">
            <a:avLst/>
          </a:prstGeom>
          <a:gradFill>
            <a:gsLst>
              <a:gs pos="100000">
                <a:srgbClr val="888783"/>
              </a:gs>
              <a:gs pos="0">
                <a:srgbClr val="86848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BF37051F-C479-16C4-40D1-0886138ECFBB}"/>
              </a:ext>
            </a:extLst>
          </p:cNvPr>
          <p:cNvCxnSpPr/>
          <p:nvPr/>
        </p:nvCxnSpPr>
        <p:spPr>
          <a:xfrm>
            <a:off x="6412230" y="8820150"/>
            <a:ext cx="0" cy="10668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2D6724C7-11EB-6064-F6A6-57BD99BA9ECB}"/>
              </a:ext>
            </a:extLst>
          </p:cNvPr>
          <p:cNvCxnSpPr/>
          <p:nvPr/>
        </p:nvCxnSpPr>
        <p:spPr>
          <a:xfrm>
            <a:off x="9592310" y="8821420"/>
            <a:ext cx="0" cy="10668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499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ED73F5-FA81-68A1-B072-0B6C651B1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287" y="1128404"/>
            <a:ext cx="1418719" cy="1418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33D63-7D5B-788E-E14F-FABCBDC1F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817" y="1128405"/>
            <a:ext cx="1418719" cy="14187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D39E36-5DD0-8DCD-9DD1-D51F48AEA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617" y="278904"/>
            <a:ext cx="122559" cy="92572"/>
          </a:xfrm>
          <a:prstGeom prst="rect">
            <a:avLst/>
          </a:prstGeom>
          <a:effectLst>
            <a:glow rad="254000">
              <a:srgbClr val="FCF4DD">
                <a:alpha val="70000"/>
              </a:srgbClr>
            </a:glo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DA780D-D6A2-003C-342D-9E5F120861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784"/>
          <a:stretch/>
        </p:blipFill>
        <p:spPr>
          <a:xfrm>
            <a:off x="1531817" y="1905073"/>
            <a:ext cx="514941" cy="6035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A43E03-BF36-3845-AC8D-393931B989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784"/>
          <a:stretch/>
        </p:blipFill>
        <p:spPr>
          <a:xfrm>
            <a:off x="2414471" y="1905073"/>
            <a:ext cx="514942" cy="6035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AD1F0C-C9F1-CBED-DD0A-6A603BF13E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784"/>
          <a:stretch/>
        </p:blipFill>
        <p:spPr>
          <a:xfrm>
            <a:off x="3952287" y="1905073"/>
            <a:ext cx="514941" cy="6035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82084D-80EE-8565-128E-5031038759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784"/>
          <a:stretch/>
        </p:blipFill>
        <p:spPr>
          <a:xfrm>
            <a:off x="4834941" y="1905073"/>
            <a:ext cx="514942" cy="6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63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26186</TotalTime>
  <Words>0</Words>
  <Application>Microsoft Office PowerPoint</Application>
  <PresentationFormat>Custom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游ゴシック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wattz</dc:creator>
  <cp:lastModifiedBy>麻呂 wattz</cp:lastModifiedBy>
  <cp:revision>315</cp:revision>
  <dcterms:created xsi:type="dcterms:W3CDTF">2024-10-03T05:23:50Z</dcterms:created>
  <dcterms:modified xsi:type="dcterms:W3CDTF">2025-08-23T12:31:47Z</dcterms:modified>
</cp:coreProperties>
</file>