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58" r:id="rId6"/>
    <p:sldId id="260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5452"/>
    <a:srgbClr val="515055"/>
    <a:srgbClr val="939395"/>
    <a:srgbClr val="989898"/>
    <a:srgbClr val="6D6B6B"/>
    <a:srgbClr val="898987"/>
    <a:srgbClr val="8A8888"/>
    <a:srgbClr val="6D6863"/>
    <a:srgbClr val="454C3E"/>
    <a:srgbClr val="525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254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B1DFD-DE8F-C374-BA1B-8A5C906BE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89DAF8-EEB2-526A-7FDB-40FBDBD2A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DA7EC-1825-D047-758E-BF14A33C5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F2E4F-BE1F-439A-A6F8-05CBB0AB3F5C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15156-2DFD-09F0-D52B-B5263FE15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B22A1-1829-7CD2-5B54-01832D87A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6AF2-A064-4DAF-891D-F51D7CFF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60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37AB7-00C3-37FC-42C0-296A9961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10EE8-71F6-29A4-73CB-2FCB7B1EF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25102-0D01-E55F-9D9A-6FA684368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F2E4F-BE1F-439A-A6F8-05CBB0AB3F5C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3461E-7C01-3C1A-0247-9B882AD75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7E27D-A7B2-5727-0EF6-0C8F51FF2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6AF2-A064-4DAF-891D-F51D7CFF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377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77ADA-6E6B-62B7-DA50-3954A08C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FEA6C-F90D-2679-2751-627833B0A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58DBD-B827-CCD1-3639-0AB20E63B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F2E4F-BE1F-439A-A6F8-05CBB0AB3F5C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8221D-80E0-EFAC-B2ED-E855CB6EE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BD244-ECFE-25E7-39FF-FF9AC3DE2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6AF2-A064-4DAF-891D-F51D7CFF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3775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F78E1-9BBF-15E2-1CC4-AF961036C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AE3D1-97AC-76FE-CBEB-6775E2012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D4D07-9B5D-CC61-0BE0-D935E814A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DB919-35DD-4C3B-6D14-A2DF51406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F2E4F-BE1F-439A-A6F8-05CBB0AB3F5C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CECAE-3375-6FBA-18E9-8408C2357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32699-6B7E-EF9D-B01B-76B1B81B3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6AF2-A064-4DAF-891D-F51D7CFF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0371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2F2E-C191-8769-5AB8-5941C338D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A7454-9A8D-F06E-068D-E8D13030C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7CFFE-89F8-8E00-90CB-56B950C7A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CAC279-3AE9-787F-960A-A11C7ABD78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7FA032-7AAA-E050-8949-1B9B6C3184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67FBE7-E497-DD04-47CF-87516A6A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F2E4F-BE1F-439A-A6F8-05CBB0AB3F5C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41EF57-8519-896A-9039-D0147956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61870D-782D-4BA2-DE02-397DBB31F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6AF2-A064-4DAF-891D-F51D7CFF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8291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60DC7-A179-016E-969A-DCC0F54D7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252AA6-AD9B-175A-BD14-B72E406BC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F2E4F-BE1F-439A-A6F8-05CBB0AB3F5C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D86FA0-7D4E-3CAD-BF36-AED65F6B7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793A1-6C75-D77E-5ECD-C62B4041C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6AF2-A064-4DAF-891D-F51D7CFF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0416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745C3E-0370-09EE-4F91-F9F1798D4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F2E4F-BE1F-439A-A6F8-05CBB0AB3F5C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4E59A6-53D2-1334-22BC-3B5D91A72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61110-BC35-3EC4-07C8-FAB19E438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6AF2-A064-4DAF-891D-F51D7CFF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1082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0C557-64C9-4AA0-3AA8-708ED5DFA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E8521-B074-F838-B4C5-4171A730A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4DE79-420D-1846-5F7C-EC121EDC7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DD01D-09DA-EFC6-BBA9-C902F4851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F2E4F-BE1F-439A-A6F8-05CBB0AB3F5C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641A4-58C3-CD29-964D-5B61D8D2C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8785F-EDA3-34A6-934A-F2733B15B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6AF2-A064-4DAF-891D-F51D7CFF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9311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8E55F-4FD3-A766-6FCC-C4C1D2FD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CBD704-3936-5385-9A95-94DD9E3BB6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E0AF9-1F45-6222-6849-7E1C3D8CC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69D42-5615-16F5-3CAD-5F0446093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F2E4F-BE1F-439A-A6F8-05CBB0AB3F5C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86F44-3E4D-17E0-A7A3-522F3B601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977FC-8953-1E9D-E624-B247BA177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6AF2-A064-4DAF-891D-F51D7CFF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3239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23239-6C79-8F5A-29C7-7302D747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BE5B26-56C5-B8B5-14F6-E9E473924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D2F58-2C3C-D2F9-60D5-DD4F92B8D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F2E4F-BE1F-439A-A6F8-05CBB0AB3F5C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08BD0-4B40-30B0-95CB-38CF86F31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6FA48-7D18-7DA3-76BA-15E1B5DD6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6AF2-A064-4DAF-891D-F51D7CFF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8967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7DD895-A908-BBBF-2AB6-36ECDB127E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70B78-2319-CB47-88B1-D11844C9A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81793-29DF-E482-3AC0-3BD06B616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F2E4F-BE1F-439A-A6F8-05CBB0AB3F5C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CA3C2-B26F-E4D5-146F-077DD4531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90D90-12F7-5A6A-BF09-437B483C7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6AF2-A064-4DAF-891D-F51D7CFF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0204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3BCF9E-E686-3795-1721-B7F95EEFA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0238F-C529-FF9E-B298-FF8E01B7F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C6DE6-284B-7720-8CCC-CEBE11E3B4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F2E4F-BE1F-439A-A6F8-05CBB0AB3F5C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00E4E-22DE-502D-C1A2-CE0929679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3BF63-7EDF-A6E9-821E-7994985F9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66AF2-A064-4DAF-891D-F51D7CFF2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871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東急電鉄8500系デハ8733の側面写真｜RailFile.jp｜鉄道車両サイドビューの図鑑">
            <a:extLst>
              <a:ext uri="{FF2B5EF4-FFF2-40B4-BE49-F238E27FC236}">
                <a16:creationId xmlns:a16="http://schemas.microsoft.com/office/drawing/2014/main" id="{1252A6C6-5256-4048-7050-603D56C532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67" b="21758"/>
          <a:stretch/>
        </p:blipFill>
        <p:spPr bwMode="auto">
          <a:xfrm>
            <a:off x="565871" y="93854"/>
            <a:ext cx="11430000" cy="256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田園都市線の「旧型車両」が復活へ 東急、8500系4両の「動態保存化」を発表 - 鉄道コム">
            <a:extLst>
              <a:ext uri="{FF2B5EF4-FFF2-40B4-BE49-F238E27FC236}">
                <a16:creationId xmlns:a16="http://schemas.microsoft.com/office/drawing/2014/main" id="{639DF18F-8089-3FE5-8720-7F8977C276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3152" r="11271" b="28231"/>
          <a:stretch/>
        </p:blipFill>
        <p:spPr bwMode="auto">
          <a:xfrm>
            <a:off x="11639277" y="420654"/>
            <a:ext cx="2438400" cy="2042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FE8041-4688-93C6-8A62-747B933B6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2046" y="-1042540"/>
            <a:ext cx="2945730" cy="306447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AF8B36B-8126-46CA-38E3-280332CB801B}"/>
              </a:ext>
            </a:extLst>
          </p:cNvPr>
          <p:cNvSpPr/>
          <p:nvPr/>
        </p:nvSpPr>
        <p:spPr>
          <a:xfrm>
            <a:off x="791276" y="3623963"/>
            <a:ext cx="10979191" cy="2565400"/>
          </a:xfrm>
          <a:prstGeom prst="rect">
            <a:avLst/>
          </a:prstGeom>
          <a:gradFill>
            <a:gsLst>
              <a:gs pos="93000">
                <a:srgbClr val="C6C5C2"/>
              </a:gs>
              <a:gs pos="8000">
                <a:srgbClr val="C1B8B6"/>
              </a:gs>
              <a:gs pos="9000">
                <a:srgbClr val="CACAD0"/>
              </a:gs>
              <a:gs pos="93000">
                <a:srgbClr val="C8CBC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F6673E-6220-B988-52A6-8C728FECBD41}"/>
              </a:ext>
            </a:extLst>
          </p:cNvPr>
          <p:cNvSpPr/>
          <p:nvPr/>
        </p:nvSpPr>
        <p:spPr>
          <a:xfrm>
            <a:off x="791276" y="5912811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ED9500-42A5-36C3-B72F-E4FD5C3F8BF2}"/>
              </a:ext>
            </a:extLst>
          </p:cNvPr>
          <p:cNvSpPr/>
          <p:nvPr/>
        </p:nvSpPr>
        <p:spPr>
          <a:xfrm>
            <a:off x="791276" y="5867091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3902AE-79E1-4785-A889-D5C12492E357}"/>
              </a:ext>
            </a:extLst>
          </p:cNvPr>
          <p:cNvSpPr/>
          <p:nvPr/>
        </p:nvSpPr>
        <p:spPr>
          <a:xfrm>
            <a:off x="791276" y="5812767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62E21-F478-767A-B856-4E62406B9A15}"/>
              </a:ext>
            </a:extLst>
          </p:cNvPr>
          <p:cNvSpPr/>
          <p:nvPr/>
        </p:nvSpPr>
        <p:spPr>
          <a:xfrm>
            <a:off x="791276" y="5760411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F04CB0-7514-30BD-4E7E-AB8EA4A9FE54}"/>
              </a:ext>
            </a:extLst>
          </p:cNvPr>
          <p:cNvSpPr/>
          <p:nvPr/>
        </p:nvSpPr>
        <p:spPr>
          <a:xfrm>
            <a:off x="791276" y="5713727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89CC06-C347-5F7A-A8A0-FBCEDD19FF02}"/>
              </a:ext>
            </a:extLst>
          </p:cNvPr>
          <p:cNvSpPr/>
          <p:nvPr/>
        </p:nvSpPr>
        <p:spPr>
          <a:xfrm>
            <a:off x="791276" y="5661351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DF7FBB-7DAF-6CAB-6B95-E2EECB0657D4}"/>
              </a:ext>
            </a:extLst>
          </p:cNvPr>
          <p:cNvSpPr/>
          <p:nvPr/>
        </p:nvSpPr>
        <p:spPr>
          <a:xfrm>
            <a:off x="791276" y="3841695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7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D1B9A9-7550-7BA7-F213-A562B3080833}"/>
              </a:ext>
            </a:extLst>
          </p:cNvPr>
          <p:cNvSpPr/>
          <p:nvPr/>
        </p:nvSpPr>
        <p:spPr>
          <a:xfrm>
            <a:off x="791276" y="3885457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64336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7C13F5-12A9-F0E3-31F9-60C7AE068A91}"/>
              </a:ext>
            </a:extLst>
          </p:cNvPr>
          <p:cNvSpPr/>
          <p:nvPr/>
        </p:nvSpPr>
        <p:spPr>
          <a:xfrm>
            <a:off x="791276" y="3914729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64336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D1D18E-E620-80F2-4F4F-26219635DE05}"/>
              </a:ext>
            </a:extLst>
          </p:cNvPr>
          <p:cNvSpPr/>
          <p:nvPr/>
        </p:nvSpPr>
        <p:spPr>
          <a:xfrm>
            <a:off x="791276" y="3930198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64336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006F04-581B-00D5-9DAD-ECC625F27EEC}"/>
              </a:ext>
            </a:extLst>
          </p:cNvPr>
          <p:cNvSpPr/>
          <p:nvPr/>
        </p:nvSpPr>
        <p:spPr>
          <a:xfrm>
            <a:off x="791276" y="5255272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64000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210C67-C5E5-512C-E990-53CBF6A75A09}"/>
              </a:ext>
            </a:extLst>
          </p:cNvPr>
          <p:cNvSpPr/>
          <p:nvPr/>
        </p:nvSpPr>
        <p:spPr>
          <a:xfrm>
            <a:off x="791276" y="5320682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30000"/>
                </a:schemeClr>
              </a:gs>
              <a:gs pos="64336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2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2F8679-0526-C6BC-D0BE-A35A11D1609C}"/>
              </a:ext>
            </a:extLst>
          </p:cNvPr>
          <p:cNvSpPr/>
          <p:nvPr/>
        </p:nvSpPr>
        <p:spPr>
          <a:xfrm>
            <a:off x="791276" y="5365097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1B2297-E99D-4CCA-07D8-44097D254B7B}"/>
              </a:ext>
            </a:extLst>
          </p:cNvPr>
          <p:cNvSpPr/>
          <p:nvPr/>
        </p:nvSpPr>
        <p:spPr>
          <a:xfrm>
            <a:off x="791276" y="5415119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16A33C-1820-726C-0633-13F80F54C909}"/>
              </a:ext>
            </a:extLst>
          </p:cNvPr>
          <p:cNvSpPr/>
          <p:nvPr/>
        </p:nvSpPr>
        <p:spPr>
          <a:xfrm>
            <a:off x="791276" y="5461861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EEEEEC-7DFB-AB8B-1B18-2915E2E4F575}"/>
              </a:ext>
            </a:extLst>
          </p:cNvPr>
          <p:cNvSpPr/>
          <p:nvPr/>
        </p:nvSpPr>
        <p:spPr>
          <a:xfrm>
            <a:off x="791276" y="5505623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D9BDCB-08C8-49ED-2EA4-F694A2D6DEB9}"/>
              </a:ext>
            </a:extLst>
          </p:cNvPr>
          <p:cNvSpPr/>
          <p:nvPr/>
        </p:nvSpPr>
        <p:spPr>
          <a:xfrm>
            <a:off x="791276" y="5558377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FE2068-A764-9137-5B0F-4E303A38621C}"/>
              </a:ext>
            </a:extLst>
          </p:cNvPr>
          <p:cNvSpPr/>
          <p:nvPr/>
        </p:nvSpPr>
        <p:spPr>
          <a:xfrm>
            <a:off x="791276" y="5609219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6254C0A-F1A4-2A02-B079-4195D53DD265}"/>
              </a:ext>
            </a:extLst>
          </p:cNvPr>
          <p:cNvSpPr/>
          <p:nvPr/>
        </p:nvSpPr>
        <p:spPr>
          <a:xfrm>
            <a:off x="791276" y="4003457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40000"/>
                </a:schemeClr>
              </a:gs>
              <a:gs pos="64336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2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6BDBA7-07A1-11C2-EF6B-69C6888120A5}"/>
              </a:ext>
            </a:extLst>
          </p:cNvPr>
          <p:cNvSpPr/>
          <p:nvPr/>
        </p:nvSpPr>
        <p:spPr>
          <a:xfrm>
            <a:off x="791276" y="4035635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64336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401D8A6-371A-B61A-FE4B-B082B8141AAB}"/>
              </a:ext>
            </a:extLst>
          </p:cNvPr>
          <p:cNvSpPr/>
          <p:nvPr/>
        </p:nvSpPr>
        <p:spPr>
          <a:xfrm>
            <a:off x="791276" y="4081407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64336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2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1B67AD-B3FF-B96C-12CE-9C2EBC2FD771}"/>
              </a:ext>
            </a:extLst>
          </p:cNvPr>
          <p:cNvSpPr/>
          <p:nvPr/>
        </p:nvSpPr>
        <p:spPr>
          <a:xfrm>
            <a:off x="791276" y="4118873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64336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1B6C340-55D9-9E9F-7A6F-2DD3E23EF406}"/>
              </a:ext>
            </a:extLst>
          </p:cNvPr>
          <p:cNvSpPr/>
          <p:nvPr/>
        </p:nvSpPr>
        <p:spPr>
          <a:xfrm>
            <a:off x="791276" y="4164745"/>
            <a:ext cx="10979191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64336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506FC6-A7A4-E077-EEB3-FF83A282EBE9}"/>
              </a:ext>
            </a:extLst>
          </p:cNvPr>
          <p:cNvSpPr/>
          <p:nvPr/>
        </p:nvSpPr>
        <p:spPr>
          <a:xfrm>
            <a:off x="9980920" y="4194950"/>
            <a:ext cx="817124" cy="1796611"/>
          </a:xfrm>
          <a:prstGeom prst="rect">
            <a:avLst/>
          </a:prstGeom>
          <a:gradFill>
            <a:gsLst>
              <a:gs pos="0">
                <a:srgbClr val="C1C1C3"/>
              </a:gs>
              <a:gs pos="47531">
                <a:srgbClr val="CBCCC6"/>
              </a:gs>
              <a:gs pos="74000">
                <a:srgbClr val="DADAD5"/>
              </a:gs>
              <a:gs pos="23000">
                <a:srgbClr val="D3D4CF"/>
              </a:gs>
              <a:gs pos="97000">
                <a:srgbClr val="DDD6D1"/>
              </a:gs>
              <a:gs pos="100000">
                <a:srgbClr val="A4ADA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85A7327-D762-E492-7D7A-79E97DA2591A}"/>
              </a:ext>
            </a:extLst>
          </p:cNvPr>
          <p:cNvSpPr/>
          <p:nvPr/>
        </p:nvSpPr>
        <p:spPr>
          <a:xfrm>
            <a:off x="10000416" y="4217811"/>
            <a:ext cx="778132" cy="1725516"/>
          </a:xfrm>
          <a:prstGeom prst="roundRect">
            <a:avLst>
              <a:gd name="adj" fmla="val 8420"/>
            </a:avLst>
          </a:prstGeom>
          <a:gradFill>
            <a:gsLst>
              <a:gs pos="75000">
                <a:srgbClr val="C7C6C6"/>
              </a:gs>
              <a:gs pos="42000">
                <a:srgbClr val="C7C7C8"/>
              </a:gs>
              <a:gs pos="0">
                <a:srgbClr val="C9C9CD"/>
              </a:gs>
              <a:gs pos="100000">
                <a:srgbClr val="C6C5C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D30665A-6FD0-5BE1-FC4D-F61982050EB6}"/>
              </a:ext>
            </a:extLst>
          </p:cNvPr>
          <p:cNvSpPr/>
          <p:nvPr/>
        </p:nvSpPr>
        <p:spPr>
          <a:xfrm>
            <a:off x="11604056" y="317071"/>
            <a:ext cx="817124" cy="1796611"/>
          </a:xfrm>
          <a:prstGeom prst="rect">
            <a:avLst/>
          </a:prstGeom>
          <a:gradFill>
            <a:gsLst>
              <a:gs pos="0">
                <a:srgbClr val="C1C1C3"/>
              </a:gs>
              <a:gs pos="47531">
                <a:srgbClr val="CBCCC6"/>
              </a:gs>
              <a:gs pos="74000">
                <a:srgbClr val="DADAD5"/>
              </a:gs>
              <a:gs pos="23000">
                <a:srgbClr val="D3D4CF"/>
              </a:gs>
              <a:gs pos="97000">
                <a:srgbClr val="DDD6D1"/>
              </a:gs>
              <a:gs pos="100000">
                <a:srgbClr val="A4ADA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9BA8CA6-AA6C-0385-A3A3-742AB4CF98AB}"/>
              </a:ext>
            </a:extLst>
          </p:cNvPr>
          <p:cNvSpPr/>
          <p:nvPr/>
        </p:nvSpPr>
        <p:spPr>
          <a:xfrm>
            <a:off x="11623552" y="339932"/>
            <a:ext cx="778132" cy="1725516"/>
          </a:xfrm>
          <a:prstGeom prst="roundRect">
            <a:avLst>
              <a:gd name="adj" fmla="val 8420"/>
            </a:avLst>
          </a:prstGeom>
          <a:gradFill>
            <a:gsLst>
              <a:gs pos="75000">
                <a:srgbClr val="C7C6C6"/>
              </a:gs>
              <a:gs pos="42000">
                <a:srgbClr val="C7C7C8"/>
              </a:gs>
              <a:gs pos="0">
                <a:srgbClr val="C9C9CD"/>
              </a:gs>
              <a:gs pos="100000">
                <a:srgbClr val="C6C5C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E297E65-C90D-CD7E-FB8D-05CC98215779}"/>
              </a:ext>
            </a:extLst>
          </p:cNvPr>
          <p:cNvSpPr/>
          <p:nvPr/>
        </p:nvSpPr>
        <p:spPr>
          <a:xfrm>
            <a:off x="7273707" y="4194950"/>
            <a:ext cx="817124" cy="1796611"/>
          </a:xfrm>
          <a:prstGeom prst="rect">
            <a:avLst/>
          </a:prstGeom>
          <a:gradFill>
            <a:gsLst>
              <a:gs pos="0">
                <a:srgbClr val="C1C1C3"/>
              </a:gs>
              <a:gs pos="47531">
                <a:srgbClr val="CBCCC6"/>
              </a:gs>
              <a:gs pos="74000">
                <a:srgbClr val="DADAD5"/>
              </a:gs>
              <a:gs pos="23000">
                <a:srgbClr val="D3D4CF"/>
              </a:gs>
              <a:gs pos="97000">
                <a:srgbClr val="DDD6D1"/>
              </a:gs>
              <a:gs pos="100000">
                <a:srgbClr val="A4ADA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955B3AB-ECA8-0080-0A02-71377E18974F}"/>
              </a:ext>
            </a:extLst>
          </p:cNvPr>
          <p:cNvSpPr/>
          <p:nvPr/>
        </p:nvSpPr>
        <p:spPr>
          <a:xfrm>
            <a:off x="7293203" y="4217811"/>
            <a:ext cx="778132" cy="1725516"/>
          </a:xfrm>
          <a:prstGeom prst="roundRect">
            <a:avLst>
              <a:gd name="adj" fmla="val 8420"/>
            </a:avLst>
          </a:prstGeom>
          <a:gradFill>
            <a:gsLst>
              <a:gs pos="75000">
                <a:srgbClr val="C7C6C6"/>
              </a:gs>
              <a:gs pos="42000">
                <a:srgbClr val="C7C7C8"/>
              </a:gs>
              <a:gs pos="0">
                <a:srgbClr val="C9C9CD"/>
              </a:gs>
              <a:gs pos="100000">
                <a:srgbClr val="C6C5C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AE01F76-5979-8D83-A6F9-337E43BACC7C}"/>
              </a:ext>
            </a:extLst>
          </p:cNvPr>
          <p:cNvCxnSpPr>
            <a:stCxn id="35" idx="0"/>
            <a:endCxn id="35" idx="2"/>
          </p:cNvCxnSpPr>
          <p:nvPr/>
        </p:nvCxnSpPr>
        <p:spPr>
          <a:xfrm>
            <a:off x="10389482" y="4217811"/>
            <a:ext cx="0" cy="1725516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CFA5214-E45B-BAD3-CAFD-8E5F469B6453}"/>
              </a:ext>
            </a:extLst>
          </p:cNvPr>
          <p:cNvSpPr/>
          <p:nvPr/>
        </p:nvSpPr>
        <p:spPr>
          <a:xfrm>
            <a:off x="10076422" y="4304842"/>
            <a:ext cx="237054" cy="841795"/>
          </a:xfrm>
          <a:prstGeom prst="roundRect">
            <a:avLst>
              <a:gd name="adj" fmla="val 29525"/>
            </a:avLst>
          </a:prstGeom>
          <a:solidFill>
            <a:srgbClr val="0000F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BE191B5-31B8-B732-4C97-C5A1E83529DC}"/>
              </a:ext>
            </a:extLst>
          </p:cNvPr>
          <p:cNvSpPr/>
          <p:nvPr/>
        </p:nvSpPr>
        <p:spPr>
          <a:xfrm>
            <a:off x="10465488" y="4297917"/>
            <a:ext cx="237054" cy="841795"/>
          </a:xfrm>
          <a:prstGeom prst="roundRect">
            <a:avLst>
              <a:gd name="adj" fmla="val 29525"/>
            </a:avLst>
          </a:prstGeom>
          <a:solidFill>
            <a:srgbClr val="0000F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7F56007-AF92-9585-8B26-B9907BEC19AF}"/>
              </a:ext>
            </a:extLst>
          </p:cNvPr>
          <p:cNvSpPr/>
          <p:nvPr/>
        </p:nvSpPr>
        <p:spPr>
          <a:xfrm>
            <a:off x="7273707" y="4178285"/>
            <a:ext cx="817124" cy="1796611"/>
          </a:xfrm>
          <a:prstGeom prst="rect">
            <a:avLst/>
          </a:prstGeom>
          <a:gradFill>
            <a:gsLst>
              <a:gs pos="0">
                <a:srgbClr val="C1C1C3"/>
              </a:gs>
              <a:gs pos="47531">
                <a:srgbClr val="CBCCC6"/>
              </a:gs>
              <a:gs pos="74000">
                <a:srgbClr val="DADAD5"/>
              </a:gs>
              <a:gs pos="23000">
                <a:srgbClr val="D3D4CF"/>
              </a:gs>
              <a:gs pos="97000">
                <a:srgbClr val="DDD6D1"/>
              </a:gs>
              <a:gs pos="100000">
                <a:srgbClr val="A4ADA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AE632FC-92E9-0DF0-D2BD-9DE48E5E999D}"/>
              </a:ext>
            </a:extLst>
          </p:cNvPr>
          <p:cNvSpPr/>
          <p:nvPr/>
        </p:nvSpPr>
        <p:spPr>
          <a:xfrm>
            <a:off x="7293203" y="4201146"/>
            <a:ext cx="778132" cy="1725516"/>
          </a:xfrm>
          <a:prstGeom prst="roundRect">
            <a:avLst>
              <a:gd name="adj" fmla="val 8420"/>
            </a:avLst>
          </a:prstGeom>
          <a:gradFill>
            <a:gsLst>
              <a:gs pos="75000">
                <a:srgbClr val="C7C6C6"/>
              </a:gs>
              <a:gs pos="42000">
                <a:srgbClr val="C7C7C8"/>
              </a:gs>
              <a:gs pos="0">
                <a:srgbClr val="C9C9CD"/>
              </a:gs>
              <a:gs pos="100000">
                <a:srgbClr val="C6C5C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22A9D8C-12D6-D90E-3BEB-E427CA36BA79}"/>
              </a:ext>
            </a:extLst>
          </p:cNvPr>
          <p:cNvCxnSpPr>
            <a:stCxn id="48" idx="0"/>
            <a:endCxn id="48" idx="2"/>
          </p:cNvCxnSpPr>
          <p:nvPr/>
        </p:nvCxnSpPr>
        <p:spPr>
          <a:xfrm>
            <a:off x="7682269" y="4201146"/>
            <a:ext cx="0" cy="1725516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5F1F493-B265-A54A-6A3F-4088D0DDD6AE}"/>
              </a:ext>
            </a:extLst>
          </p:cNvPr>
          <p:cNvSpPr/>
          <p:nvPr/>
        </p:nvSpPr>
        <p:spPr>
          <a:xfrm>
            <a:off x="7369209" y="4288177"/>
            <a:ext cx="237054" cy="841795"/>
          </a:xfrm>
          <a:prstGeom prst="roundRect">
            <a:avLst>
              <a:gd name="adj" fmla="val 29525"/>
            </a:avLst>
          </a:prstGeom>
          <a:solidFill>
            <a:srgbClr val="0000F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81D9066-11CE-F538-0B66-98102FBFEB96}"/>
              </a:ext>
            </a:extLst>
          </p:cNvPr>
          <p:cNvSpPr/>
          <p:nvPr/>
        </p:nvSpPr>
        <p:spPr>
          <a:xfrm>
            <a:off x="7758275" y="4281252"/>
            <a:ext cx="237054" cy="841795"/>
          </a:xfrm>
          <a:prstGeom prst="roundRect">
            <a:avLst>
              <a:gd name="adj" fmla="val 29525"/>
            </a:avLst>
          </a:prstGeom>
          <a:solidFill>
            <a:srgbClr val="0000F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B62ADF-E8B7-29D7-CC47-B59574B07A14}"/>
              </a:ext>
            </a:extLst>
          </p:cNvPr>
          <p:cNvSpPr/>
          <p:nvPr/>
        </p:nvSpPr>
        <p:spPr>
          <a:xfrm>
            <a:off x="4532592" y="4186544"/>
            <a:ext cx="817124" cy="1796611"/>
          </a:xfrm>
          <a:prstGeom prst="rect">
            <a:avLst/>
          </a:prstGeom>
          <a:gradFill>
            <a:gsLst>
              <a:gs pos="0">
                <a:srgbClr val="C1C1C3"/>
              </a:gs>
              <a:gs pos="47531">
                <a:srgbClr val="CBCCC6"/>
              </a:gs>
              <a:gs pos="74000">
                <a:srgbClr val="DADAD5"/>
              </a:gs>
              <a:gs pos="23000">
                <a:srgbClr val="D3D4CF"/>
              </a:gs>
              <a:gs pos="97000">
                <a:srgbClr val="DDD6D1"/>
              </a:gs>
              <a:gs pos="100000">
                <a:srgbClr val="A4ADA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CC78E4D-28C0-2E87-0551-BF4C0496EC61}"/>
              </a:ext>
            </a:extLst>
          </p:cNvPr>
          <p:cNvSpPr/>
          <p:nvPr/>
        </p:nvSpPr>
        <p:spPr>
          <a:xfrm>
            <a:off x="4552088" y="4209405"/>
            <a:ext cx="778132" cy="1725516"/>
          </a:xfrm>
          <a:prstGeom prst="roundRect">
            <a:avLst>
              <a:gd name="adj" fmla="val 8420"/>
            </a:avLst>
          </a:prstGeom>
          <a:gradFill>
            <a:gsLst>
              <a:gs pos="75000">
                <a:srgbClr val="C7C6C6"/>
              </a:gs>
              <a:gs pos="42000">
                <a:srgbClr val="C7C7C8"/>
              </a:gs>
              <a:gs pos="0">
                <a:srgbClr val="C9C9CD"/>
              </a:gs>
              <a:gs pos="100000">
                <a:srgbClr val="C6C5C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8DA0C02-D3C3-2DC9-AC50-4A45F883E946}"/>
              </a:ext>
            </a:extLst>
          </p:cNvPr>
          <p:cNvCxnSpPr>
            <a:stCxn id="53" idx="0"/>
            <a:endCxn id="53" idx="2"/>
          </p:cNvCxnSpPr>
          <p:nvPr/>
        </p:nvCxnSpPr>
        <p:spPr>
          <a:xfrm>
            <a:off x="4941154" y="4209405"/>
            <a:ext cx="0" cy="1725516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BF14EAF-62FE-4B54-4DFF-CE823BEC89F1}"/>
              </a:ext>
            </a:extLst>
          </p:cNvPr>
          <p:cNvSpPr/>
          <p:nvPr/>
        </p:nvSpPr>
        <p:spPr>
          <a:xfrm>
            <a:off x="4628094" y="4296436"/>
            <a:ext cx="237054" cy="841795"/>
          </a:xfrm>
          <a:prstGeom prst="roundRect">
            <a:avLst>
              <a:gd name="adj" fmla="val 29525"/>
            </a:avLst>
          </a:prstGeom>
          <a:solidFill>
            <a:srgbClr val="0000F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F10991B-BEDC-7741-2A24-9D0D0A1F4D33}"/>
              </a:ext>
            </a:extLst>
          </p:cNvPr>
          <p:cNvSpPr/>
          <p:nvPr/>
        </p:nvSpPr>
        <p:spPr>
          <a:xfrm>
            <a:off x="5017160" y="4289511"/>
            <a:ext cx="237054" cy="841795"/>
          </a:xfrm>
          <a:prstGeom prst="roundRect">
            <a:avLst>
              <a:gd name="adj" fmla="val 29525"/>
            </a:avLst>
          </a:prstGeom>
          <a:solidFill>
            <a:srgbClr val="0000F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8F7D3D9-BE1E-8BF9-95A5-D022BFD4A823}"/>
              </a:ext>
            </a:extLst>
          </p:cNvPr>
          <p:cNvSpPr/>
          <p:nvPr/>
        </p:nvSpPr>
        <p:spPr>
          <a:xfrm>
            <a:off x="1871621" y="4187946"/>
            <a:ext cx="817124" cy="1796611"/>
          </a:xfrm>
          <a:prstGeom prst="rect">
            <a:avLst/>
          </a:prstGeom>
          <a:gradFill>
            <a:gsLst>
              <a:gs pos="0">
                <a:srgbClr val="C1C1C3"/>
              </a:gs>
              <a:gs pos="47531">
                <a:srgbClr val="CBCCC6"/>
              </a:gs>
              <a:gs pos="74000">
                <a:srgbClr val="DADAD5"/>
              </a:gs>
              <a:gs pos="23000">
                <a:srgbClr val="D3D4CF"/>
              </a:gs>
              <a:gs pos="97000">
                <a:srgbClr val="DDD6D1"/>
              </a:gs>
              <a:gs pos="100000">
                <a:srgbClr val="A4ADA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35DA3D1-48DC-EBDE-096A-2101F2CAC5DD}"/>
              </a:ext>
            </a:extLst>
          </p:cNvPr>
          <p:cNvSpPr/>
          <p:nvPr/>
        </p:nvSpPr>
        <p:spPr>
          <a:xfrm>
            <a:off x="1891117" y="4210807"/>
            <a:ext cx="778132" cy="1725516"/>
          </a:xfrm>
          <a:prstGeom prst="roundRect">
            <a:avLst>
              <a:gd name="adj" fmla="val 8420"/>
            </a:avLst>
          </a:prstGeom>
          <a:gradFill>
            <a:gsLst>
              <a:gs pos="75000">
                <a:srgbClr val="C7C6C6"/>
              </a:gs>
              <a:gs pos="42000">
                <a:srgbClr val="C7C7C8"/>
              </a:gs>
              <a:gs pos="0">
                <a:srgbClr val="C9C9CD"/>
              </a:gs>
              <a:gs pos="100000">
                <a:srgbClr val="C6C5C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5E349A1-34E6-035B-D6FD-C06169C030D9}"/>
              </a:ext>
            </a:extLst>
          </p:cNvPr>
          <p:cNvCxnSpPr>
            <a:stCxn id="58" idx="0"/>
            <a:endCxn id="58" idx="2"/>
          </p:cNvCxnSpPr>
          <p:nvPr/>
        </p:nvCxnSpPr>
        <p:spPr>
          <a:xfrm>
            <a:off x="2280183" y="4210807"/>
            <a:ext cx="0" cy="1725516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06B7525-6C8E-1A0B-E1E6-522F20B2C51E}"/>
              </a:ext>
            </a:extLst>
          </p:cNvPr>
          <p:cNvSpPr/>
          <p:nvPr/>
        </p:nvSpPr>
        <p:spPr>
          <a:xfrm>
            <a:off x="1967123" y="4297838"/>
            <a:ext cx="237054" cy="841795"/>
          </a:xfrm>
          <a:prstGeom prst="roundRect">
            <a:avLst>
              <a:gd name="adj" fmla="val 29525"/>
            </a:avLst>
          </a:prstGeom>
          <a:solidFill>
            <a:srgbClr val="0000F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FF28FD5-1064-08AA-A4D0-B80FFBB590A4}"/>
              </a:ext>
            </a:extLst>
          </p:cNvPr>
          <p:cNvSpPr/>
          <p:nvPr/>
        </p:nvSpPr>
        <p:spPr>
          <a:xfrm>
            <a:off x="2356189" y="4290913"/>
            <a:ext cx="237054" cy="841795"/>
          </a:xfrm>
          <a:prstGeom prst="roundRect">
            <a:avLst>
              <a:gd name="adj" fmla="val 29525"/>
            </a:avLst>
          </a:prstGeom>
          <a:solidFill>
            <a:srgbClr val="0000F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84D6E19-A99E-621C-4D1A-DB9D5D8ED134}"/>
              </a:ext>
            </a:extLst>
          </p:cNvPr>
          <p:cNvSpPr/>
          <p:nvPr/>
        </p:nvSpPr>
        <p:spPr>
          <a:xfrm>
            <a:off x="7865372" y="1658168"/>
            <a:ext cx="609600" cy="945442"/>
          </a:xfrm>
          <a:prstGeom prst="rect">
            <a:avLst/>
          </a:prstGeom>
          <a:gradFill>
            <a:gsLst>
              <a:gs pos="60000">
                <a:srgbClr val="C6C5C2"/>
              </a:gs>
              <a:gs pos="0">
                <a:srgbClr val="C1B8B6"/>
              </a:gs>
              <a:gs pos="35000">
                <a:srgbClr val="CACAD0"/>
              </a:gs>
              <a:gs pos="100000">
                <a:srgbClr val="C8CBCE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55F7E12-A865-F0CB-F009-660AE37291E1}"/>
              </a:ext>
            </a:extLst>
          </p:cNvPr>
          <p:cNvSpPr/>
          <p:nvPr/>
        </p:nvSpPr>
        <p:spPr>
          <a:xfrm>
            <a:off x="7888361" y="1658168"/>
            <a:ext cx="571744" cy="87167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E8B5FCA6-8DFA-3587-4654-C6CD6FDAD72F}"/>
              </a:ext>
            </a:extLst>
          </p:cNvPr>
          <p:cNvSpPr/>
          <p:nvPr/>
        </p:nvSpPr>
        <p:spPr>
          <a:xfrm>
            <a:off x="8456908" y="4256964"/>
            <a:ext cx="609600" cy="945442"/>
          </a:xfrm>
          <a:prstGeom prst="rect">
            <a:avLst/>
          </a:prstGeom>
          <a:gradFill>
            <a:gsLst>
              <a:gs pos="60000">
                <a:srgbClr val="C6C5C2"/>
              </a:gs>
              <a:gs pos="0">
                <a:srgbClr val="C1B8B6"/>
              </a:gs>
              <a:gs pos="35000">
                <a:srgbClr val="CACAD0"/>
              </a:gs>
              <a:gs pos="100000">
                <a:srgbClr val="C8CBCE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1948E129-A8D7-C573-ABDF-F4CA39617757}"/>
              </a:ext>
            </a:extLst>
          </p:cNvPr>
          <p:cNvSpPr/>
          <p:nvPr/>
        </p:nvSpPr>
        <p:spPr>
          <a:xfrm>
            <a:off x="8479897" y="4256964"/>
            <a:ext cx="571744" cy="87167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E7FC859E-2A0C-DF99-21DA-FB0C5E68AB6F}"/>
              </a:ext>
            </a:extLst>
          </p:cNvPr>
          <p:cNvSpPr/>
          <p:nvPr/>
        </p:nvSpPr>
        <p:spPr>
          <a:xfrm>
            <a:off x="9080720" y="4255941"/>
            <a:ext cx="609600" cy="945442"/>
          </a:xfrm>
          <a:prstGeom prst="rect">
            <a:avLst/>
          </a:prstGeom>
          <a:gradFill>
            <a:gsLst>
              <a:gs pos="60000">
                <a:srgbClr val="C6C5C2"/>
              </a:gs>
              <a:gs pos="0">
                <a:srgbClr val="C1B8B6"/>
              </a:gs>
              <a:gs pos="35000">
                <a:srgbClr val="CACAD0"/>
              </a:gs>
              <a:gs pos="100000">
                <a:srgbClr val="C8CBCE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DCF9F72C-B6D6-EA4E-00F7-7555369AD450}"/>
              </a:ext>
            </a:extLst>
          </p:cNvPr>
          <p:cNvSpPr/>
          <p:nvPr/>
        </p:nvSpPr>
        <p:spPr>
          <a:xfrm>
            <a:off x="9103709" y="4255941"/>
            <a:ext cx="571744" cy="87167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4131BE7C-0EBB-A0F9-AE5A-1703A4309A79}"/>
              </a:ext>
            </a:extLst>
          </p:cNvPr>
          <p:cNvSpPr/>
          <p:nvPr/>
        </p:nvSpPr>
        <p:spPr>
          <a:xfrm>
            <a:off x="11050600" y="4247636"/>
            <a:ext cx="609600" cy="945442"/>
          </a:xfrm>
          <a:prstGeom prst="rect">
            <a:avLst/>
          </a:prstGeom>
          <a:gradFill>
            <a:gsLst>
              <a:gs pos="60000">
                <a:srgbClr val="C6C5C2"/>
              </a:gs>
              <a:gs pos="0">
                <a:srgbClr val="C1B8B6"/>
              </a:gs>
              <a:gs pos="35000">
                <a:srgbClr val="CACAD0"/>
              </a:gs>
              <a:gs pos="100000">
                <a:srgbClr val="C8CBCE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AC38DA14-CEDF-B0A6-0E0B-9E828470A9AB}"/>
              </a:ext>
            </a:extLst>
          </p:cNvPr>
          <p:cNvSpPr/>
          <p:nvPr/>
        </p:nvSpPr>
        <p:spPr>
          <a:xfrm>
            <a:off x="11073589" y="4247636"/>
            <a:ext cx="571744" cy="87167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35374824-8EDA-B7A8-F89F-78AA9B11A23A}"/>
              </a:ext>
            </a:extLst>
          </p:cNvPr>
          <p:cNvSpPr/>
          <p:nvPr/>
        </p:nvSpPr>
        <p:spPr>
          <a:xfrm>
            <a:off x="11724748" y="4193489"/>
            <a:ext cx="45719" cy="1796611"/>
          </a:xfrm>
          <a:prstGeom prst="rect">
            <a:avLst/>
          </a:prstGeom>
          <a:solidFill>
            <a:srgbClr val="FEEF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A648BA2-E659-41FF-A8BD-3D3DE42A6B15}"/>
              </a:ext>
            </a:extLst>
          </p:cNvPr>
          <p:cNvSpPr/>
          <p:nvPr/>
        </p:nvSpPr>
        <p:spPr>
          <a:xfrm>
            <a:off x="6349415" y="4291868"/>
            <a:ext cx="609600" cy="945442"/>
          </a:xfrm>
          <a:prstGeom prst="rect">
            <a:avLst/>
          </a:prstGeom>
          <a:gradFill>
            <a:gsLst>
              <a:gs pos="60000">
                <a:srgbClr val="C6C5C2"/>
              </a:gs>
              <a:gs pos="0">
                <a:srgbClr val="C1B8B6"/>
              </a:gs>
              <a:gs pos="35000">
                <a:srgbClr val="CACAD0"/>
              </a:gs>
              <a:gs pos="100000">
                <a:srgbClr val="C8CBCE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44154C3E-208C-7545-5847-99EDF30C4EEA}"/>
              </a:ext>
            </a:extLst>
          </p:cNvPr>
          <p:cNvSpPr/>
          <p:nvPr/>
        </p:nvSpPr>
        <p:spPr>
          <a:xfrm>
            <a:off x="6372404" y="4291868"/>
            <a:ext cx="571744" cy="87167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98C3BFC-4327-0D67-569E-87B00031C5B0}"/>
              </a:ext>
            </a:extLst>
          </p:cNvPr>
          <p:cNvSpPr/>
          <p:nvPr/>
        </p:nvSpPr>
        <p:spPr>
          <a:xfrm>
            <a:off x="5724260" y="4287921"/>
            <a:ext cx="609600" cy="945442"/>
          </a:xfrm>
          <a:prstGeom prst="rect">
            <a:avLst/>
          </a:prstGeom>
          <a:gradFill>
            <a:gsLst>
              <a:gs pos="60000">
                <a:srgbClr val="C6C5C2"/>
              </a:gs>
              <a:gs pos="0">
                <a:srgbClr val="C1B8B6"/>
              </a:gs>
              <a:gs pos="35000">
                <a:srgbClr val="CACAD0"/>
              </a:gs>
              <a:gs pos="100000">
                <a:srgbClr val="C8CBCE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CA897317-751F-F8B7-B543-F0F4F45ECBCE}"/>
              </a:ext>
            </a:extLst>
          </p:cNvPr>
          <p:cNvSpPr/>
          <p:nvPr/>
        </p:nvSpPr>
        <p:spPr>
          <a:xfrm>
            <a:off x="5747249" y="4287921"/>
            <a:ext cx="571744" cy="87167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C0E72778-61BB-1323-F821-04AD090D5541}"/>
              </a:ext>
            </a:extLst>
          </p:cNvPr>
          <p:cNvSpPr/>
          <p:nvPr/>
        </p:nvSpPr>
        <p:spPr>
          <a:xfrm>
            <a:off x="3630090" y="4284508"/>
            <a:ext cx="609600" cy="945442"/>
          </a:xfrm>
          <a:prstGeom prst="rect">
            <a:avLst/>
          </a:prstGeom>
          <a:gradFill>
            <a:gsLst>
              <a:gs pos="60000">
                <a:srgbClr val="C6C5C2"/>
              </a:gs>
              <a:gs pos="0">
                <a:srgbClr val="C1B8B6"/>
              </a:gs>
              <a:gs pos="35000">
                <a:srgbClr val="CACAD0"/>
              </a:gs>
              <a:gs pos="100000">
                <a:srgbClr val="C8CBCE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B96BE3FF-9E40-8E78-96DA-81CEC1D5B5C1}"/>
              </a:ext>
            </a:extLst>
          </p:cNvPr>
          <p:cNvSpPr/>
          <p:nvPr/>
        </p:nvSpPr>
        <p:spPr>
          <a:xfrm>
            <a:off x="3653079" y="4284508"/>
            <a:ext cx="571744" cy="87167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856B6138-5D29-F12A-7AFF-B3D151FCBA6B}"/>
              </a:ext>
            </a:extLst>
          </p:cNvPr>
          <p:cNvSpPr/>
          <p:nvPr/>
        </p:nvSpPr>
        <p:spPr>
          <a:xfrm>
            <a:off x="2984932" y="4280152"/>
            <a:ext cx="609600" cy="945442"/>
          </a:xfrm>
          <a:prstGeom prst="rect">
            <a:avLst/>
          </a:prstGeom>
          <a:gradFill>
            <a:gsLst>
              <a:gs pos="60000">
                <a:srgbClr val="C6C5C2"/>
              </a:gs>
              <a:gs pos="0">
                <a:srgbClr val="C1B8B6"/>
              </a:gs>
              <a:gs pos="35000">
                <a:srgbClr val="CACAD0"/>
              </a:gs>
              <a:gs pos="100000">
                <a:srgbClr val="C8CBCE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3A8216EC-6600-9D5B-5D67-7B8EBF10A3A7}"/>
              </a:ext>
            </a:extLst>
          </p:cNvPr>
          <p:cNvSpPr/>
          <p:nvPr/>
        </p:nvSpPr>
        <p:spPr>
          <a:xfrm>
            <a:off x="3007921" y="4280152"/>
            <a:ext cx="571744" cy="87167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A1B6B242-FA01-23F2-B0C1-CDB803E788B9}"/>
              </a:ext>
            </a:extLst>
          </p:cNvPr>
          <p:cNvSpPr/>
          <p:nvPr/>
        </p:nvSpPr>
        <p:spPr>
          <a:xfrm>
            <a:off x="906155" y="4275488"/>
            <a:ext cx="609600" cy="945442"/>
          </a:xfrm>
          <a:prstGeom prst="rect">
            <a:avLst/>
          </a:prstGeom>
          <a:gradFill>
            <a:gsLst>
              <a:gs pos="60000">
                <a:srgbClr val="C6C5C2"/>
              </a:gs>
              <a:gs pos="0">
                <a:srgbClr val="C1B8B6"/>
              </a:gs>
              <a:gs pos="35000">
                <a:srgbClr val="CACAD0"/>
              </a:gs>
              <a:gs pos="100000">
                <a:srgbClr val="C8CBCE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A638CA94-A11A-9E72-FAB5-B72050F12293}"/>
              </a:ext>
            </a:extLst>
          </p:cNvPr>
          <p:cNvSpPr/>
          <p:nvPr/>
        </p:nvSpPr>
        <p:spPr>
          <a:xfrm>
            <a:off x="929144" y="4275488"/>
            <a:ext cx="571744" cy="87167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C121FFB3-8E04-8491-232C-2E83658558BD}"/>
              </a:ext>
            </a:extLst>
          </p:cNvPr>
          <p:cNvSpPr/>
          <p:nvPr/>
        </p:nvSpPr>
        <p:spPr>
          <a:xfrm>
            <a:off x="778150" y="4160933"/>
            <a:ext cx="45719" cy="1796611"/>
          </a:xfrm>
          <a:prstGeom prst="rect">
            <a:avLst/>
          </a:prstGeom>
          <a:solidFill>
            <a:srgbClr val="FEEF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6DE1E6E0-E090-F66B-A5C8-0BCB557F50C3}"/>
              </a:ext>
            </a:extLst>
          </p:cNvPr>
          <p:cNvSpPr/>
          <p:nvPr/>
        </p:nvSpPr>
        <p:spPr>
          <a:xfrm>
            <a:off x="6318992" y="3989720"/>
            <a:ext cx="508527" cy="188565"/>
          </a:xfrm>
          <a:prstGeom prst="rect">
            <a:avLst/>
          </a:prstGeom>
          <a:solidFill>
            <a:srgbClr val="C9C9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12D41BD8-4889-A6CA-4BA7-66EDBA83E633}"/>
              </a:ext>
            </a:extLst>
          </p:cNvPr>
          <p:cNvSpPr/>
          <p:nvPr/>
        </p:nvSpPr>
        <p:spPr>
          <a:xfrm>
            <a:off x="6349415" y="3999339"/>
            <a:ext cx="454224" cy="1664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2546B310-2FBF-5A3B-44C4-58DCE521AF48}"/>
              </a:ext>
            </a:extLst>
          </p:cNvPr>
          <p:cNvSpPr/>
          <p:nvPr/>
        </p:nvSpPr>
        <p:spPr>
          <a:xfrm>
            <a:off x="5555170" y="3999129"/>
            <a:ext cx="142685" cy="188565"/>
          </a:xfrm>
          <a:prstGeom prst="rect">
            <a:avLst/>
          </a:prstGeom>
          <a:solidFill>
            <a:srgbClr val="C9C9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9" name="Oval 1048">
            <a:extLst>
              <a:ext uri="{FF2B5EF4-FFF2-40B4-BE49-F238E27FC236}">
                <a16:creationId xmlns:a16="http://schemas.microsoft.com/office/drawing/2014/main" id="{E4CB3A48-7FF5-5F6B-6C6A-E6C99D8F008A}"/>
              </a:ext>
            </a:extLst>
          </p:cNvPr>
          <p:cNvSpPr/>
          <p:nvPr/>
        </p:nvSpPr>
        <p:spPr>
          <a:xfrm>
            <a:off x="5581650" y="4017645"/>
            <a:ext cx="85725" cy="12808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0AE7E2E2-98D0-2E81-A645-22EE1386D9A1}"/>
              </a:ext>
            </a:extLst>
          </p:cNvPr>
          <p:cNvSpPr/>
          <p:nvPr/>
        </p:nvSpPr>
        <p:spPr>
          <a:xfrm>
            <a:off x="3312369" y="3984941"/>
            <a:ext cx="142685" cy="188565"/>
          </a:xfrm>
          <a:prstGeom prst="rect">
            <a:avLst/>
          </a:prstGeom>
          <a:solidFill>
            <a:srgbClr val="C9C9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0347A7C1-C1F7-4CD9-BBAE-D7CDBA1FDB0E}"/>
              </a:ext>
            </a:extLst>
          </p:cNvPr>
          <p:cNvSpPr/>
          <p:nvPr/>
        </p:nvSpPr>
        <p:spPr>
          <a:xfrm>
            <a:off x="3338849" y="4003457"/>
            <a:ext cx="85725" cy="12808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5513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E699B-8914-01BD-AD2A-333926659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東急電鉄8500系デハ8733の側面写真｜RailFile.jp｜鉄道車両サイドビューの図鑑">
            <a:extLst>
              <a:ext uri="{FF2B5EF4-FFF2-40B4-BE49-F238E27FC236}">
                <a16:creationId xmlns:a16="http://schemas.microsoft.com/office/drawing/2014/main" id="{DB0A0E54-2CF1-F7B7-B603-3830068996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67" b="21758"/>
          <a:stretch/>
        </p:blipFill>
        <p:spPr bwMode="auto">
          <a:xfrm>
            <a:off x="565871" y="93854"/>
            <a:ext cx="11430000" cy="256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田園都市線の「旧型車両」が復活へ 東急、8500系4両の「動態保存化」を発表 - 鉄道コム">
            <a:extLst>
              <a:ext uri="{FF2B5EF4-FFF2-40B4-BE49-F238E27FC236}">
                <a16:creationId xmlns:a16="http://schemas.microsoft.com/office/drawing/2014/main" id="{6F72321E-D609-12A5-386C-A8581A4E67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3152" r="11271" b="28231"/>
          <a:stretch/>
        </p:blipFill>
        <p:spPr bwMode="auto">
          <a:xfrm>
            <a:off x="11639277" y="420654"/>
            <a:ext cx="2438400" cy="2042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F68197-19FE-8655-4590-3BD521CFF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5190" y="-1439408"/>
            <a:ext cx="2945730" cy="306447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543A00D-00B9-82D1-8870-9A07B8C1FB0F}"/>
              </a:ext>
            </a:extLst>
          </p:cNvPr>
          <p:cNvSpPr/>
          <p:nvPr/>
        </p:nvSpPr>
        <p:spPr>
          <a:xfrm>
            <a:off x="791276" y="3623963"/>
            <a:ext cx="10979191" cy="2565400"/>
          </a:xfrm>
          <a:prstGeom prst="rect">
            <a:avLst/>
          </a:prstGeom>
          <a:gradFill>
            <a:gsLst>
              <a:gs pos="93000">
                <a:srgbClr val="C6C5C2"/>
              </a:gs>
              <a:gs pos="8000">
                <a:srgbClr val="C1B8B6"/>
              </a:gs>
              <a:gs pos="9000">
                <a:srgbClr val="CACAD0"/>
              </a:gs>
              <a:gs pos="93000">
                <a:srgbClr val="C8CBC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7592DD-2848-3FC3-F054-9D2DFD2FC27E}"/>
              </a:ext>
            </a:extLst>
          </p:cNvPr>
          <p:cNvSpPr/>
          <p:nvPr/>
        </p:nvSpPr>
        <p:spPr>
          <a:xfrm>
            <a:off x="791276" y="5912811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5DED8C-C160-0655-DB22-08716AEA688E}"/>
              </a:ext>
            </a:extLst>
          </p:cNvPr>
          <p:cNvSpPr/>
          <p:nvPr/>
        </p:nvSpPr>
        <p:spPr>
          <a:xfrm>
            <a:off x="791276" y="5867091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0697B-534C-7BFC-1547-584F9E44FFA1}"/>
              </a:ext>
            </a:extLst>
          </p:cNvPr>
          <p:cNvSpPr/>
          <p:nvPr/>
        </p:nvSpPr>
        <p:spPr>
          <a:xfrm>
            <a:off x="791276" y="5812767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5039F0-CD7E-7913-EFBB-C94C7EE80A8F}"/>
              </a:ext>
            </a:extLst>
          </p:cNvPr>
          <p:cNvSpPr/>
          <p:nvPr/>
        </p:nvSpPr>
        <p:spPr>
          <a:xfrm>
            <a:off x="791276" y="5760411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F7D9BA-1E6A-AA92-E9C3-C908165438C6}"/>
              </a:ext>
            </a:extLst>
          </p:cNvPr>
          <p:cNvSpPr/>
          <p:nvPr/>
        </p:nvSpPr>
        <p:spPr>
          <a:xfrm>
            <a:off x="791276" y="5713727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412F09-BACE-FC59-48D3-02B275963186}"/>
              </a:ext>
            </a:extLst>
          </p:cNvPr>
          <p:cNvSpPr/>
          <p:nvPr/>
        </p:nvSpPr>
        <p:spPr>
          <a:xfrm>
            <a:off x="791276" y="5661351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E20481-84DE-4DE2-2A6D-99206808C3C7}"/>
              </a:ext>
            </a:extLst>
          </p:cNvPr>
          <p:cNvSpPr/>
          <p:nvPr/>
        </p:nvSpPr>
        <p:spPr>
          <a:xfrm>
            <a:off x="791276" y="3841695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7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CDAC2A-92B6-6BAF-E5A3-A400C255ADCB}"/>
              </a:ext>
            </a:extLst>
          </p:cNvPr>
          <p:cNvSpPr/>
          <p:nvPr/>
        </p:nvSpPr>
        <p:spPr>
          <a:xfrm>
            <a:off x="791276" y="3885457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64336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CA1F9A-AB50-34E7-1ADB-95B7A4DE26A6}"/>
              </a:ext>
            </a:extLst>
          </p:cNvPr>
          <p:cNvSpPr/>
          <p:nvPr/>
        </p:nvSpPr>
        <p:spPr>
          <a:xfrm>
            <a:off x="791276" y="3914729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64336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C241E4-1186-9353-0139-8FC2F77A75FE}"/>
              </a:ext>
            </a:extLst>
          </p:cNvPr>
          <p:cNvSpPr/>
          <p:nvPr/>
        </p:nvSpPr>
        <p:spPr>
          <a:xfrm>
            <a:off x="791276" y="3930198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64336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86566F-780B-76AA-D9CB-14BADCAACCC5}"/>
              </a:ext>
            </a:extLst>
          </p:cNvPr>
          <p:cNvSpPr/>
          <p:nvPr/>
        </p:nvSpPr>
        <p:spPr>
          <a:xfrm>
            <a:off x="791276" y="5255272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64000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5FAFCA-D41D-3FAC-C8C1-60AE2A41D69C}"/>
              </a:ext>
            </a:extLst>
          </p:cNvPr>
          <p:cNvSpPr/>
          <p:nvPr/>
        </p:nvSpPr>
        <p:spPr>
          <a:xfrm>
            <a:off x="791276" y="5320682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30000"/>
                </a:schemeClr>
              </a:gs>
              <a:gs pos="64336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2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541B93-65E1-3E13-0003-95A4E4D0DB1B}"/>
              </a:ext>
            </a:extLst>
          </p:cNvPr>
          <p:cNvSpPr/>
          <p:nvPr/>
        </p:nvSpPr>
        <p:spPr>
          <a:xfrm>
            <a:off x="791276" y="5365097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4874A5F-FCF8-D781-BD3C-C69E81F1BE99}"/>
              </a:ext>
            </a:extLst>
          </p:cNvPr>
          <p:cNvSpPr/>
          <p:nvPr/>
        </p:nvSpPr>
        <p:spPr>
          <a:xfrm>
            <a:off x="791276" y="5415119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2E4506-7A49-A156-A307-BA0A443F5618}"/>
              </a:ext>
            </a:extLst>
          </p:cNvPr>
          <p:cNvSpPr/>
          <p:nvPr/>
        </p:nvSpPr>
        <p:spPr>
          <a:xfrm>
            <a:off x="791276" y="5461861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52A3D5-86DE-405D-1211-2983A187D74F}"/>
              </a:ext>
            </a:extLst>
          </p:cNvPr>
          <p:cNvSpPr/>
          <p:nvPr/>
        </p:nvSpPr>
        <p:spPr>
          <a:xfrm>
            <a:off x="791276" y="5505623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7B5977-96E3-CE1F-E4F7-1554CD610FE9}"/>
              </a:ext>
            </a:extLst>
          </p:cNvPr>
          <p:cNvSpPr/>
          <p:nvPr/>
        </p:nvSpPr>
        <p:spPr>
          <a:xfrm>
            <a:off x="791276" y="5558377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DB35D2-B501-5CA7-F3BF-1C76CF2FFEF7}"/>
              </a:ext>
            </a:extLst>
          </p:cNvPr>
          <p:cNvSpPr/>
          <p:nvPr/>
        </p:nvSpPr>
        <p:spPr>
          <a:xfrm>
            <a:off x="791276" y="5609219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54000">
                <a:schemeClr val="tx1">
                  <a:lumMod val="95000"/>
                  <a:lumOff val="5000"/>
                  <a:alpha val="1000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A8FBC3-165E-8A72-8973-90A92F1B14D2}"/>
              </a:ext>
            </a:extLst>
          </p:cNvPr>
          <p:cNvSpPr/>
          <p:nvPr/>
        </p:nvSpPr>
        <p:spPr>
          <a:xfrm>
            <a:off x="791276" y="4003457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40000"/>
                </a:schemeClr>
              </a:gs>
              <a:gs pos="64336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2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77D4D88-9869-E7CF-AE20-88F9EC9B668F}"/>
              </a:ext>
            </a:extLst>
          </p:cNvPr>
          <p:cNvSpPr/>
          <p:nvPr/>
        </p:nvSpPr>
        <p:spPr>
          <a:xfrm>
            <a:off x="791276" y="4035635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64336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B64667-2FC1-2187-2DDD-9F805632225A}"/>
              </a:ext>
            </a:extLst>
          </p:cNvPr>
          <p:cNvSpPr/>
          <p:nvPr/>
        </p:nvSpPr>
        <p:spPr>
          <a:xfrm>
            <a:off x="791276" y="4081407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64336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2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D61434-57DD-C451-FBD5-90FC671CEB69}"/>
              </a:ext>
            </a:extLst>
          </p:cNvPr>
          <p:cNvSpPr/>
          <p:nvPr/>
        </p:nvSpPr>
        <p:spPr>
          <a:xfrm>
            <a:off x="791276" y="4118873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64336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F9821E-7E1A-45B6-6B31-2F3B027F00FD}"/>
              </a:ext>
            </a:extLst>
          </p:cNvPr>
          <p:cNvSpPr/>
          <p:nvPr/>
        </p:nvSpPr>
        <p:spPr>
          <a:xfrm>
            <a:off x="791276" y="4164745"/>
            <a:ext cx="10891520" cy="45719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64336">
                <a:schemeClr val="tx1">
                  <a:lumMod val="95000"/>
                  <a:lumOff val="5000"/>
                  <a:alpha val="0"/>
                </a:schemeClr>
              </a:gs>
              <a:gs pos="25000">
                <a:schemeClr val="tx1">
                  <a:lumMod val="95000"/>
                  <a:lumOff val="5000"/>
                  <a:alpha val="40000"/>
                </a:schemeClr>
              </a:gs>
              <a:gs pos="67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D64797-D037-3B89-6B5D-25CBE49C146C}"/>
              </a:ext>
            </a:extLst>
          </p:cNvPr>
          <p:cNvSpPr/>
          <p:nvPr/>
        </p:nvSpPr>
        <p:spPr>
          <a:xfrm>
            <a:off x="9980920" y="4194950"/>
            <a:ext cx="817124" cy="1796611"/>
          </a:xfrm>
          <a:prstGeom prst="rect">
            <a:avLst/>
          </a:prstGeom>
          <a:gradFill>
            <a:gsLst>
              <a:gs pos="0">
                <a:srgbClr val="C1C1C3"/>
              </a:gs>
              <a:gs pos="47531">
                <a:srgbClr val="CBCCC6"/>
              </a:gs>
              <a:gs pos="74000">
                <a:srgbClr val="DADAD5"/>
              </a:gs>
              <a:gs pos="23000">
                <a:srgbClr val="D3D4CF"/>
              </a:gs>
              <a:gs pos="97000">
                <a:srgbClr val="DDD6D1"/>
              </a:gs>
              <a:gs pos="100000">
                <a:srgbClr val="A4ADA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B41DCCF-BBDB-27DC-30DC-DDB93E7D9B9D}"/>
              </a:ext>
            </a:extLst>
          </p:cNvPr>
          <p:cNvSpPr/>
          <p:nvPr/>
        </p:nvSpPr>
        <p:spPr>
          <a:xfrm>
            <a:off x="10000416" y="4217811"/>
            <a:ext cx="778132" cy="1725516"/>
          </a:xfrm>
          <a:prstGeom prst="roundRect">
            <a:avLst>
              <a:gd name="adj" fmla="val 8420"/>
            </a:avLst>
          </a:prstGeom>
          <a:gradFill>
            <a:gsLst>
              <a:gs pos="75000">
                <a:srgbClr val="C7C6C6"/>
              </a:gs>
              <a:gs pos="42000">
                <a:srgbClr val="C7C7C8"/>
              </a:gs>
              <a:gs pos="0">
                <a:srgbClr val="C9C9CD"/>
              </a:gs>
              <a:gs pos="100000">
                <a:srgbClr val="C6C5C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C9BD88-4112-F782-9F6B-A53B515D98E2}"/>
              </a:ext>
            </a:extLst>
          </p:cNvPr>
          <p:cNvSpPr/>
          <p:nvPr/>
        </p:nvSpPr>
        <p:spPr>
          <a:xfrm>
            <a:off x="9836064" y="42426"/>
            <a:ext cx="817124" cy="1796611"/>
          </a:xfrm>
          <a:prstGeom prst="rect">
            <a:avLst/>
          </a:prstGeom>
          <a:gradFill>
            <a:gsLst>
              <a:gs pos="0">
                <a:srgbClr val="C1C1C3"/>
              </a:gs>
              <a:gs pos="47531">
                <a:srgbClr val="CBCCC6"/>
              </a:gs>
              <a:gs pos="74000">
                <a:srgbClr val="DADAD5"/>
              </a:gs>
              <a:gs pos="23000">
                <a:srgbClr val="D3D4CF"/>
              </a:gs>
              <a:gs pos="97000">
                <a:srgbClr val="DDD6D1"/>
              </a:gs>
              <a:gs pos="100000">
                <a:srgbClr val="A4ADA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2A0537E-230F-CA12-7AD3-982B9769A273}"/>
              </a:ext>
            </a:extLst>
          </p:cNvPr>
          <p:cNvSpPr/>
          <p:nvPr/>
        </p:nvSpPr>
        <p:spPr>
          <a:xfrm>
            <a:off x="9821197" y="5641"/>
            <a:ext cx="778132" cy="1725516"/>
          </a:xfrm>
          <a:prstGeom prst="roundRect">
            <a:avLst>
              <a:gd name="adj" fmla="val 8420"/>
            </a:avLst>
          </a:prstGeom>
          <a:gradFill>
            <a:gsLst>
              <a:gs pos="75000">
                <a:srgbClr val="C7C6C6"/>
              </a:gs>
              <a:gs pos="42000">
                <a:srgbClr val="C7C7C8"/>
              </a:gs>
              <a:gs pos="0">
                <a:srgbClr val="C9C9CD"/>
              </a:gs>
              <a:gs pos="100000">
                <a:srgbClr val="C6C5C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526A729-9963-72E0-30A0-4913C6F34D8C}"/>
              </a:ext>
            </a:extLst>
          </p:cNvPr>
          <p:cNvSpPr/>
          <p:nvPr/>
        </p:nvSpPr>
        <p:spPr>
          <a:xfrm>
            <a:off x="7273707" y="4194950"/>
            <a:ext cx="817124" cy="1796611"/>
          </a:xfrm>
          <a:prstGeom prst="rect">
            <a:avLst/>
          </a:prstGeom>
          <a:gradFill>
            <a:gsLst>
              <a:gs pos="0">
                <a:srgbClr val="C1C1C3"/>
              </a:gs>
              <a:gs pos="47531">
                <a:srgbClr val="CBCCC6"/>
              </a:gs>
              <a:gs pos="74000">
                <a:srgbClr val="DADAD5"/>
              </a:gs>
              <a:gs pos="23000">
                <a:srgbClr val="D3D4CF"/>
              </a:gs>
              <a:gs pos="97000">
                <a:srgbClr val="DDD6D1"/>
              </a:gs>
              <a:gs pos="100000">
                <a:srgbClr val="A4ADA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DD18E27-35AF-A942-DE66-D26686402923}"/>
              </a:ext>
            </a:extLst>
          </p:cNvPr>
          <p:cNvSpPr/>
          <p:nvPr/>
        </p:nvSpPr>
        <p:spPr>
          <a:xfrm>
            <a:off x="7293203" y="4217811"/>
            <a:ext cx="778132" cy="1725516"/>
          </a:xfrm>
          <a:prstGeom prst="roundRect">
            <a:avLst>
              <a:gd name="adj" fmla="val 8420"/>
            </a:avLst>
          </a:prstGeom>
          <a:gradFill>
            <a:gsLst>
              <a:gs pos="75000">
                <a:srgbClr val="C7C6C6"/>
              </a:gs>
              <a:gs pos="42000">
                <a:srgbClr val="C7C7C8"/>
              </a:gs>
              <a:gs pos="0">
                <a:srgbClr val="C9C9CD"/>
              </a:gs>
              <a:gs pos="100000">
                <a:srgbClr val="C6C5C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EEBDF12-7EF9-6F61-3AF3-0590F44652D5}"/>
              </a:ext>
            </a:extLst>
          </p:cNvPr>
          <p:cNvCxnSpPr>
            <a:stCxn id="35" idx="0"/>
            <a:endCxn id="35" idx="2"/>
          </p:cNvCxnSpPr>
          <p:nvPr/>
        </p:nvCxnSpPr>
        <p:spPr>
          <a:xfrm>
            <a:off x="10389482" y="4217811"/>
            <a:ext cx="0" cy="1725516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EFB90D8-9C4F-35B1-0B12-C3C8DE522F8A}"/>
              </a:ext>
            </a:extLst>
          </p:cNvPr>
          <p:cNvSpPr/>
          <p:nvPr/>
        </p:nvSpPr>
        <p:spPr>
          <a:xfrm>
            <a:off x="10076422" y="4304842"/>
            <a:ext cx="237054" cy="841795"/>
          </a:xfrm>
          <a:prstGeom prst="roundRect">
            <a:avLst>
              <a:gd name="adj" fmla="val 29525"/>
            </a:avLst>
          </a:prstGeom>
          <a:solidFill>
            <a:srgbClr val="0000F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A819536-EBF1-5DE3-6A0B-51F8E52596ED}"/>
              </a:ext>
            </a:extLst>
          </p:cNvPr>
          <p:cNvSpPr/>
          <p:nvPr/>
        </p:nvSpPr>
        <p:spPr>
          <a:xfrm>
            <a:off x="10465488" y="4297917"/>
            <a:ext cx="237054" cy="841795"/>
          </a:xfrm>
          <a:prstGeom prst="roundRect">
            <a:avLst>
              <a:gd name="adj" fmla="val 29525"/>
            </a:avLst>
          </a:prstGeom>
          <a:solidFill>
            <a:srgbClr val="0000F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3EC9C83-0A1A-83A8-8435-4264AB1599E0}"/>
              </a:ext>
            </a:extLst>
          </p:cNvPr>
          <p:cNvSpPr/>
          <p:nvPr/>
        </p:nvSpPr>
        <p:spPr>
          <a:xfrm>
            <a:off x="7273707" y="4178285"/>
            <a:ext cx="817124" cy="1796611"/>
          </a:xfrm>
          <a:prstGeom prst="rect">
            <a:avLst/>
          </a:prstGeom>
          <a:gradFill>
            <a:gsLst>
              <a:gs pos="0">
                <a:srgbClr val="C1C1C3"/>
              </a:gs>
              <a:gs pos="47531">
                <a:srgbClr val="CBCCC6"/>
              </a:gs>
              <a:gs pos="74000">
                <a:srgbClr val="DADAD5"/>
              </a:gs>
              <a:gs pos="23000">
                <a:srgbClr val="D3D4CF"/>
              </a:gs>
              <a:gs pos="97000">
                <a:srgbClr val="DDD6D1"/>
              </a:gs>
              <a:gs pos="100000">
                <a:srgbClr val="A4ADA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F7B64E0-C4EF-FD83-E00B-EB5118838534}"/>
              </a:ext>
            </a:extLst>
          </p:cNvPr>
          <p:cNvSpPr/>
          <p:nvPr/>
        </p:nvSpPr>
        <p:spPr>
          <a:xfrm>
            <a:off x="7293203" y="4201146"/>
            <a:ext cx="778132" cy="1725516"/>
          </a:xfrm>
          <a:prstGeom prst="roundRect">
            <a:avLst>
              <a:gd name="adj" fmla="val 8420"/>
            </a:avLst>
          </a:prstGeom>
          <a:gradFill>
            <a:gsLst>
              <a:gs pos="75000">
                <a:srgbClr val="C7C6C6"/>
              </a:gs>
              <a:gs pos="42000">
                <a:srgbClr val="C7C7C8"/>
              </a:gs>
              <a:gs pos="0">
                <a:srgbClr val="C9C9CD"/>
              </a:gs>
              <a:gs pos="100000">
                <a:srgbClr val="C6C5C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DCC06D8-DF63-5722-1F9D-98CEAB8F6A17}"/>
              </a:ext>
            </a:extLst>
          </p:cNvPr>
          <p:cNvCxnSpPr>
            <a:stCxn id="48" idx="0"/>
            <a:endCxn id="48" idx="2"/>
          </p:cNvCxnSpPr>
          <p:nvPr/>
        </p:nvCxnSpPr>
        <p:spPr>
          <a:xfrm>
            <a:off x="7682269" y="4201146"/>
            <a:ext cx="0" cy="1725516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9C33404-5EC7-A299-A0FC-353C9CE927A9}"/>
              </a:ext>
            </a:extLst>
          </p:cNvPr>
          <p:cNvSpPr/>
          <p:nvPr/>
        </p:nvSpPr>
        <p:spPr>
          <a:xfrm>
            <a:off x="7369209" y="4288177"/>
            <a:ext cx="237054" cy="841795"/>
          </a:xfrm>
          <a:prstGeom prst="roundRect">
            <a:avLst>
              <a:gd name="adj" fmla="val 29525"/>
            </a:avLst>
          </a:prstGeom>
          <a:solidFill>
            <a:srgbClr val="0000F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E7BD2B7-1123-AB30-B672-BEAA93FF15E2}"/>
              </a:ext>
            </a:extLst>
          </p:cNvPr>
          <p:cNvSpPr/>
          <p:nvPr/>
        </p:nvSpPr>
        <p:spPr>
          <a:xfrm>
            <a:off x="7758275" y="4281252"/>
            <a:ext cx="237054" cy="841795"/>
          </a:xfrm>
          <a:prstGeom prst="roundRect">
            <a:avLst>
              <a:gd name="adj" fmla="val 29525"/>
            </a:avLst>
          </a:prstGeom>
          <a:solidFill>
            <a:srgbClr val="0000F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049B46D-2935-0C11-A93C-B46AFC677D7F}"/>
              </a:ext>
            </a:extLst>
          </p:cNvPr>
          <p:cNvSpPr/>
          <p:nvPr/>
        </p:nvSpPr>
        <p:spPr>
          <a:xfrm>
            <a:off x="4532592" y="4186544"/>
            <a:ext cx="817124" cy="1796611"/>
          </a:xfrm>
          <a:prstGeom prst="rect">
            <a:avLst/>
          </a:prstGeom>
          <a:gradFill>
            <a:gsLst>
              <a:gs pos="0">
                <a:srgbClr val="C1C1C3"/>
              </a:gs>
              <a:gs pos="47531">
                <a:srgbClr val="CBCCC6"/>
              </a:gs>
              <a:gs pos="74000">
                <a:srgbClr val="DADAD5"/>
              </a:gs>
              <a:gs pos="23000">
                <a:srgbClr val="D3D4CF"/>
              </a:gs>
              <a:gs pos="97000">
                <a:srgbClr val="DDD6D1"/>
              </a:gs>
              <a:gs pos="100000">
                <a:srgbClr val="A4ADA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2318D2E-014D-5652-0D3B-5D78D81C1173}"/>
              </a:ext>
            </a:extLst>
          </p:cNvPr>
          <p:cNvSpPr/>
          <p:nvPr/>
        </p:nvSpPr>
        <p:spPr>
          <a:xfrm>
            <a:off x="4552088" y="4209405"/>
            <a:ext cx="778132" cy="1725516"/>
          </a:xfrm>
          <a:prstGeom prst="roundRect">
            <a:avLst>
              <a:gd name="adj" fmla="val 8420"/>
            </a:avLst>
          </a:prstGeom>
          <a:gradFill>
            <a:gsLst>
              <a:gs pos="75000">
                <a:srgbClr val="C7C6C6"/>
              </a:gs>
              <a:gs pos="42000">
                <a:srgbClr val="C7C7C8"/>
              </a:gs>
              <a:gs pos="0">
                <a:srgbClr val="C9C9CD"/>
              </a:gs>
              <a:gs pos="100000">
                <a:srgbClr val="C6C5C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710EB50-FEC3-5E71-C800-6C354F36CCE6}"/>
              </a:ext>
            </a:extLst>
          </p:cNvPr>
          <p:cNvCxnSpPr>
            <a:stCxn id="53" idx="0"/>
            <a:endCxn id="53" idx="2"/>
          </p:cNvCxnSpPr>
          <p:nvPr/>
        </p:nvCxnSpPr>
        <p:spPr>
          <a:xfrm>
            <a:off x="4941154" y="4209405"/>
            <a:ext cx="0" cy="1725516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0EF3E5E-E50E-1375-CA03-B6848DDAC2EB}"/>
              </a:ext>
            </a:extLst>
          </p:cNvPr>
          <p:cNvSpPr/>
          <p:nvPr/>
        </p:nvSpPr>
        <p:spPr>
          <a:xfrm>
            <a:off x="4628094" y="4296436"/>
            <a:ext cx="237054" cy="841795"/>
          </a:xfrm>
          <a:prstGeom prst="roundRect">
            <a:avLst>
              <a:gd name="adj" fmla="val 29525"/>
            </a:avLst>
          </a:prstGeom>
          <a:solidFill>
            <a:srgbClr val="0000F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F2367C3-D5EF-1F92-79E0-1769BF8AB878}"/>
              </a:ext>
            </a:extLst>
          </p:cNvPr>
          <p:cNvSpPr/>
          <p:nvPr/>
        </p:nvSpPr>
        <p:spPr>
          <a:xfrm>
            <a:off x="5017160" y="4289511"/>
            <a:ext cx="237054" cy="841795"/>
          </a:xfrm>
          <a:prstGeom prst="roundRect">
            <a:avLst>
              <a:gd name="adj" fmla="val 29525"/>
            </a:avLst>
          </a:prstGeom>
          <a:solidFill>
            <a:srgbClr val="0000F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56DAF1E-0B86-A053-B2C0-61AD23F519D2}"/>
              </a:ext>
            </a:extLst>
          </p:cNvPr>
          <p:cNvSpPr/>
          <p:nvPr/>
        </p:nvSpPr>
        <p:spPr>
          <a:xfrm>
            <a:off x="1871621" y="4187946"/>
            <a:ext cx="817124" cy="1796611"/>
          </a:xfrm>
          <a:prstGeom prst="rect">
            <a:avLst/>
          </a:prstGeom>
          <a:gradFill>
            <a:gsLst>
              <a:gs pos="0">
                <a:srgbClr val="C1C1C3"/>
              </a:gs>
              <a:gs pos="47531">
                <a:srgbClr val="CBCCC6"/>
              </a:gs>
              <a:gs pos="74000">
                <a:srgbClr val="DADAD5"/>
              </a:gs>
              <a:gs pos="23000">
                <a:srgbClr val="D3D4CF"/>
              </a:gs>
              <a:gs pos="97000">
                <a:srgbClr val="DDD6D1"/>
              </a:gs>
              <a:gs pos="100000">
                <a:srgbClr val="A4ADA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312479B4-76F0-B7E1-E802-2C94467E46ED}"/>
              </a:ext>
            </a:extLst>
          </p:cNvPr>
          <p:cNvSpPr/>
          <p:nvPr/>
        </p:nvSpPr>
        <p:spPr>
          <a:xfrm>
            <a:off x="1891117" y="4210807"/>
            <a:ext cx="778132" cy="1725516"/>
          </a:xfrm>
          <a:prstGeom prst="roundRect">
            <a:avLst>
              <a:gd name="adj" fmla="val 8420"/>
            </a:avLst>
          </a:prstGeom>
          <a:gradFill>
            <a:gsLst>
              <a:gs pos="75000">
                <a:srgbClr val="C7C6C6"/>
              </a:gs>
              <a:gs pos="42000">
                <a:srgbClr val="C7C7C8"/>
              </a:gs>
              <a:gs pos="0">
                <a:srgbClr val="C9C9CD"/>
              </a:gs>
              <a:gs pos="100000">
                <a:srgbClr val="C6C5C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4A54C0F-13F5-FEBC-B847-297F33EE7398}"/>
              </a:ext>
            </a:extLst>
          </p:cNvPr>
          <p:cNvCxnSpPr>
            <a:stCxn id="58" idx="0"/>
            <a:endCxn id="58" idx="2"/>
          </p:cNvCxnSpPr>
          <p:nvPr/>
        </p:nvCxnSpPr>
        <p:spPr>
          <a:xfrm>
            <a:off x="2280183" y="4210807"/>
            <a:ext cx="0" cy="1725516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6FE96F64-51FB-BF38-732C-95F183D9F383}"/>
              </a:ext>
            </a:extLst>
          </p:cNvPr>
          <p:cNvSpPr/>
          <p:nvPr/>
        </p:nvSpPr>
        <p:spPr>
          <a:xfrm>
            <a:off x="1967123" y="4297838"/>
            <a:ext cx="237054" cy="841795"/>
          </a:xfrm>
          <a:prstGeom prst="roundRect">
            <a:avLst>
              <a:gd name="adj" fmla="val 29525"/>
            </a:avLst>
          </a:prstGeom>
          <a:solidFill>
            <a:srgbClr val="0000F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107F1D6-41F2-7BF4-009B-80DCAE333B8F}"/>
              </a:ext>
            </a:extLst>
          </p:cNvPr>
          <p:cNvSpPr/>
          <p:nvPr/>
        </p:nvSpPr>
        <p:spPr>
          <a:xfrm>
            <a:off x="2356189" y="4290913"/>
            <a:ext cx="237054" cy="841795"/>
          </a:xfrm>
          <a:prstGeom prst="roundRect">
            <a:avLst>
              <a:gd name="adj" fmla="val 29525"/>
            </a:avLst>
          </a:prstGeom>
          <a:solidFill>
            <a:srgbClr val="0000F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993DBCD-F184-B56C-B6E7-17136FFFD034}"/>
              </a:ext>
            </a:extLst>
          </p:cNvPr>
          <p:cNvSpPr/>
          <p:nvPr/>
        </p:nvSpPr>
        <p:spPr>
          <a:xfrm>
            <a:off x="7865372" y="1658168"/>
            <a:ext cx="609600" cy="945442"/>
          </a:xfrm>
          <a:prstGeom prst="rect">
            <a:avLst/>
          </a:prstGeom>
          <a:gradFill>
            <a:gsLst>
              <a:gs pos="60000">
                <a:srgbClr val="C6C5C2"/>
              </a:gs>
              <a:gs pos="0">
                <a:srgbClr val="C1B8B6"/>
              </a:gs>
              <a:gs pos="35000">
                <a:srgbClr val="CACAD0"/>
              </a:gs>
              <a:gs pos="100000">
                <a:srgbClr val="C8CBCE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5F8E086-4FE0-CEE7-24C7-88BF778A64CA}"/>
              </a:ext>
            </a:extLst>
          </p:cNvPr>
          <p:cNvSpPr/>
          <p:nvPr/>
        </p:nvSpPr>
        <p:spPr>
          <a:xfrm>
            <a:off x="7888361" y="1658168"/>
            <a:ext cx="571744" cy="87167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4F732097-1056-04A0-D9F2-C4F5776D070D}"/>
              </a:ext>
            </a:extLst>
          </p:cNvPr>
          <p:cNvSpPr/>
          <p:nvPr/>
        </p:nvSpPr>
        <p:spPr>
          <a:xfrm>
            <a:off x="8456908" y="4256964"/>
            <a:ext cx="609600" cy="945442"/>
          </a:xfrm>
          <a:prstGeom prst="rect">
            <a:avLst/>
          </a:prstGeom>
          <a:gradFill>
            <a:gsLst>
              <a:gs pos="60000">
                <a:srgbClr val="C6C5C2"/>
              </a:gs>
              <a:gs pos="0">
                <a:srgbClr val="C1B8B6"/>
              </a:gs>
              <a:gs pos="35000">
                <a:srgbClr val="CACAD0"/>
              </a:gs>
              <a:gs pos="100000">
                <a:srgbClr val="C8CBCE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190BEEA1-776E-A0A0-3A1B-A4CB5E3413F8}"/>
              </a:ext>
            </a:extLst>
          </p:cNvPr>
          <p:cNvSpPr/>
          <p:nvPr/>
        </p:nvSpPr>
        <p:spPr>
          <a:xfrm>
            <a:off x="8479897" y="4256964"/>
            <a:ext cx="571744" cy="87167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1F5AF72C-1AD7-A013-13B5-85B76ECA0A50}"/>
              </a:ext>
            </a:extLst>
          </p:cNvPr>
          <p:cNvSpPr/>
          <p:nvPr/>
        </p:nvSpPr>
        <p:spPr>
          <a:xfrm>
            <a:off x="9080720" y="4255941"/>
            <a:ext cx="609600" cy="945442"/>
          </a:xfrm>
          <a:prstGeom prst="rect">
            <a:avLst/>
          </a:prstGeom>
          <a:gradFill>
            <a:gsLst>
              <a:gs pos="60000">
                <a:srgbClr val="C6C5C2"/>
              </a:gs>
              <a:gs pos="0">
                <a:srgbClr val="C1B8B6"/>
              </a:gs>
              <a:gs pos="35000">
                <a:srgbClr val="CACAD0"/>
              </a:gs>
              <a:gs pos="100000">
                <a:srgbClr val="C8CBCE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07F901AC-A6FE-7B3B-922E-BD3F36960C8A}"/>
              </a:ext>
            </a:extLst>
          </p:cNvPr>
          <p:cNvSpPr/>
          <p:nvPr/>
        </p:nvSpPr>
        <p:spPr>
          <a:xfrm>
            <a:off x="9103709" y="4255941"/>
            <a:ext cx="571744" cy="87167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662297D-9C5C-1228-B33B-36E674FE4F56}"/>
              </a:ext>
            </a:extLst>
          </p:cNvPr>
          <p:cNvSpPr/>
          <p:nvPr/>
        </p:nvSpPr>
        <p:spPr>
          <a:xfrm>
            <a:off x="6349415" y="4291868"/>
            <a:ext cx="609600" cy="945442"/>
          </a:xfrm>
          <a:prstGeom prst="rect">
            <a:avLst/>
          </a:prstGeom>
          <a:gradFill>
            <a:gsLst>
              <a:gs pos="60000">
                <a:srgbClr val="C6C5C2"/>
              </a:gs>
              <a:gs pos="0">
                <a:srgbClr val="C1B8B6"/>
              </a:gs>
              <a:gs pos="35000">
                <a:srgbClr val="CACAD0"/>
              </a:gs>
              <a:gs pos="100000">
                <a:srgbClr val="C8CBCE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34F5FFD2-5548-7252-335B-3286DB4CC453}"/>
              </a:ext>
            </a:extLst>
          </p:cNvPr>
          <p:cNvSpPr/>
          <p:nvPr/>
        </p:nvSpPr>
        <p:spPr>
          <a:xfrm>
            <a:off x="6372404" y="4291868"/>
            <a:ext cx="571744" cy="87167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5E952AF9-9A6F-3A7A-3DD7-EDA93BF77F61}"/>
              </a:ext>
            </a:extLst>
          </p:cNvPr>
          <p:cNvSpPr/>
          <p:nvPr/>
        </p:nvSpPr>
        <p:spPr>
          <a:xfrm>
            <a:off x="5724260" y="4287921"/>
            <a:ext cx="609600" cy="945442"/>
          </a:xfrm>
          <a:prstGeom prst="rect">
            <a:avLst/>
          </a:prstGeom>
          <a:gradFill>
            <a:gsLst>
              <a:gs pos="60000">
                <a:srgbClr val="C6C5C2"/>
              </a:gs>
              <a:gs pos="0">
                <a:srgbClr val="C1B8B6"/>
              </a:gs>
              <a:gs pos="35000">
                <a:srgbClr val="CACAD0"/>
              </a:gs>
              <a:gs pos="100000">
                <a:srgbClr val="C8CBCE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15273F98-F6F3-7C95-458B-4541C2147CD9}"/>
              </a:ext>
            </a:extLst>
          </p:cNvPr>
          <p:cNvSpPr/>
          <p:nvPr/>
        </p:nvSpPr>
        <p:spPr>
          <a:xfrm>
            <a:off x="5747249" y="4287921"/>
            <a:ext cx="571744" cy="87167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2DD469F7-1A60-3AD0-3E94-7A44545A822E}"/>
              </a:ext>
            </a:extLst>
          </p:cNvPr>
          <p:cNvSpPr/>
          <p:nvPr/>
        </p:nvSpPr>
        <p:spPr>
          <a:xfrm>
            <a:off x="3630090" y="4284508"/>
            <a:ext cx="609600" cy="945442"/>
          </a:xfrm>
          <a:prstGeom prst="rect">
            <a:avLst/>
          </a:prstGeom>
          <a:gradFill>
            <a:gsLst>
              <a:gs pos="60000">
                <a:srgbClr val="C6C5C2"/>
              </a:gs>
              <a:gs pos="0">
                <a:srgbClr val="C1B8B6"/>
              </a:gs>
              <a:gs pos="35000">
                <a:srgbClr val="CACAD0"/>
              </a:gs>
              <a:gs pos="100000">
                <a:srgbClr val="C8CBCE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380CCA33-56A8-7306-B98F-1E1E17C04E08}"/>
              </a:ext>
            </a:extLst>
          </p:cNvPr>
          <p:cNvSpPr/>
          <p:nvPr/>
        </p:nvSpPr>
        <p:spPr>
          <a:xfrm>
            <a:off x="3653079" y="4284508"/>
            <a:ext cx="571744" cy="87167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61DB19A-9A11-1483-14A7-3B836AF31C90}"/>
              </a:ext>
            </a:extLst>
          </p:cNvPr>
          <p:cNvSpPr/>
          <p:nvPr/>
        </p:nvSpPr>
        <p:spPr>
          <a:xfrm>
            <a:off x="2984932" y="4280152"/>
            <a:ext cx="609600" cy="945442"/>
          </a:xfrm>
          <a:prstGeom prst="rect">
            <a:avLst/>
          </a:prstGeom>
          <a:gradFill>
            <a:gsLst>
              <a:gs pos="60000">
                <a:srgbClr val="C6C5C2"/>
              </a:gs>
              <a:gs pos="0">
                <a:srgbClr val="C1B8B6"/>
              </a:gs>
              <a:gs pos="35000">
                <a:srgbClr val="CACAD0"/>
              </a:gs>
              <a:gs pos="100000">
                <a:srgbClr val="C8CBCE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3EFA21EF-AD28-E699-7D99-33A2E25142A1}"/>
              </a:ext>
            </a:extLst>
          </p:cNvPr>
          <p:cNvSpPr/>
          <p:nvPr/>
        </p:nvSpPr>
        <p:spPr>
          <a:xfrm>
            <a:off x="3007921" y="4280152"/>
            <a:ext cx="571744" cy="87167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A31EC39D-0E89-CD30-CB9B-7562D73CDE61}"/>
              </a:ext>
            </a:extLst>
          </p:cNvPr>
          <p:cNvSpPr/>
          <p:nvPr/>
        </p:nvSpPr>
        <p:spPr>
          <a:xfrm>
            <a:off x="906155" y="4275488"/>
            <a:ext cx="609600" cy="945442"/>
          </a:xfrm>
          <a:prstGeom prst="rect">
            <a:avLst/>
          </a:prstGeom>
          <a:gradFill>
            <a:gsLst>
              <a:gs pos="60000">
                <a:srgbClr val="C6C5C2"/>
              </a:gs>
              <a:gs pos="0">
                <a:srgbClr val="C1B8B6"/>
              </a:gs>
              <a:gs pos="35000">
                <a:srgbClr val="CACAD0"/>
              </a:gs>
              <a:gs pos="100000">
                <a:srgbClr val="C8CBCE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6288737B-05FB-9A50-ED56-94CE38ECB2E4}"/>
              </a:ext>
            </a:extLst>
          </p:cNvPr>
          <p:cNvSpPr/>
          <p:nvPr/>
        </p:nvSpPr>
        <p:spPr>
          <a:xfrm>
            <a:off x="929144" y="4275488"/>
            <a:ext cx="571744" cy="87167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D1BBC066-C325-3F85-A4DB-FDB5837A7B3D}"/>
              </a:ext>
            </a:extLst>
          </p:cNvPr>
          <p:cNvSpPr/>
          <p:nvPr/>
        </p:nvSpPr>
        <p:spPr>
          <a:xfrm>
            <a:off x="778150" y="4160933"/>
            <a:ext cx="45719" cy="1796611"/>
          </a:xfrm>
          <a:prstGeom prst="rect">
            <a:avLst/>
          </a:prstGeom>
          <a:solidFill>
            <a:srgbClr val="FEEF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D6B5EC4-8826-027D-4701-2DF8440B896A}"/>
              </a:ext>
            </a:extLst>
          </p:cNvPr>
          <p:cNvSpPr/>
          <p:nvPr/>
        </p:nvSpPr>
        <p:spPr>
          <a:xfrm>
            <a:off x="6318992" y="3989720"/>
            <a:ext cx="508527" cy="188565"/>
          </a:xfrm>
          <a:prstGeom prst="rect">
            <a:avLst/>
          </a:prstGeom>
          <a:solidFill>
            <a:srgbClr val="C9C9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BD57534F-C7E7-FFE0-AD53-A69DAE8FA411}"/>
              </a:ext>
            </a:extLst>
          </p:cNvPr>
          <p:cNvSpPr/>
          <p:nvPr/>
        </p:nvSpPr>
        <p:spPr>
          <a:xfrm>
            <a:off x="6349415" y="3999339"/>
            <a:ext cx="454224" cy="1664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70204C77-84F2-AB0E-7B8E-5AF192A7741A}"/>
              </a:ext>
            </a:extLst>
          </p:cNvPr>
          <p:cNvSpPr/>
          <p:nvPr/>
        </p:nvSpPr>
        <p:spPr>
          <a:xfrm>
            <a:off x="5555170" y="3999129"/>
            <a:ext cx="142685" cy="188565"/>
          </a:xfrm>
          <a:prstGeom prst="rect">
            <a:avLst/>
          </a:prstGeom>
          <a:solidFill>
            <a:srgbClr val="C9C9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9" name="Oval 1048">
            <a:extLst>
              <a:ext uri="{FF2B5EF4-FFF2-40B4-BE49-F238E27FC236}">
                <a16:creationId xmlns:a16="http://schemas.microsoft.com/office/drawing/2014/main" id="{1764247C-01F7-C22E-8DF5-A41B2C7B57EB}"/>
              </a:ext>
            </a:extLst>
          </p:cNvPr>
          <p:cNvSpPr/>
          <p:nvPr/>
        </p:nvSpPr>
        <p:spPr>
          <a:xfrm>
            <a:off x="5581650" y="4017645"/>
            <a:ext cx="85725" cy="12808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FBF2AF9B-FE6F-D6B9-25EC-C8A763F9773B}"/>
              </a:ext>
            </a:extLst>
          </p:cNvPr>
          <p:cNvSpPr/>
          <p:nvPr/>
        </p:nvSpPr>
        <p:spPr>
          <a:xfrm>
            <a:off x="3312369" y="3984941"/>
            <a:ext cx="141546" cy="188565"/>
          </a:xfrm>
          <a:prstGeom prst="rect">
            <a:avLst/>
          </a:prstGeom>
          <a:solidFill>
            <a:srgbClr val="C9C9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B8398044-7BBB-6F6D-93E5-50C43756AA64}"/>
              </a:ext>
            </a:extLst>
          </p:cNvPr>
          <p:cNvSpPr/>
          <p:nvPr/>
        </p:nvSpPr>
        <p:spPr>
          <a:xfrm>
            <a:off x="3338849" y="4003457"/>
            <a:ext cx="85040" cy="12808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2298D7-3EB6-406C-7056-DAD5B9F4007F}"/>
              </a:ext>
            </a:extLst>
          </p:cNvPr>
          <p:cNvSpPr/>
          <p:nvPr/>
        </p:nvSpPr>
        <p:spPr>
          <a:xfrm>
            <a:off x="11229340" y="4193067"/>
            <a:ext cx="304209" cy="1796611"/>
          </a:xfrm>
          <a:prstGeom prst="rect">
            <a:avLst/>
          </a:prstGeom>
          <a:gradFill>
            <a:gsLst>
              <a:gs pos="0">
                <a:srgbClr val="C1C1C3"/>
              </a:gs>
              <a:gs pos="47531">
                <a:srgbClr val="CBCCC6"/>
              </a:gs>
              <a:gs pos="74000">
                <a:srgbClr val="DADAD5"/>
              </a:gs>
              <a:gs pos="23000">
                <a:srgbClr val="D3D4CF"/>
              </a:gs>
              <a:gs pos="97000">
                <a:srgbClr val="DDD6D1"/>
              </a:gs>
              <a:gs pos="100000">
                <a:srgbClr val="A4ADA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7AC3220-36F1-F41A-EEA6-7B91B86AC77B}"/>
              </a:ext>
            </a:extLst>
          </p:cNvPr>
          <p:cNvSpPr/>
          <p:nvPr/>
        </p:nvSpPr>
        <p:spPr>
          <a:xfrm>
            <a:off x="11252627" y="4255941"/>
            <a:ext cx="249763" cy="1687386"/>
          </a:xfrm>
          <a:prstGeom prst="roundRect">
            <a:avLst>
              <a:gd name="adj" fmla="val 8420"/>
            </a:avLst>
          </a:prstGeom>
          <a:gradFill>
            <a:gsLst>
              <a:gs pos="75000">
                <a:srgbClr val="C7C6C6"/>
              </a:gs>
              <a:gs pos="42000">
                <a:srgbClr val="C7C7C8"/>
              </a:gs>
              <a:gs pos="0">
                <a:srgbClr val="C9C9CD"/>
              </a:gs>
              <a:gs pos="100000">
                <a:srgbClr val="C6C5C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F045CA-98F2-8A4F-7ECF-F799AF5C6241}"/>
              </a:ext>
            </a:extLst>
          </p:cNvPr>
          <p:cNvSpPr/>
          <p:nvPr/>
        </p:nvSpPr>
        <p:spPr>
          <a:xfrm>
            <a:off x="11285845" y="4291868"/>
            <a:ext cx="186065" cy="85476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3271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85E9D-1057-F41F-3B26-B3469F6E2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E654B8-097B-8FB2-1A99-044CA62CC034}"/>
              </a:ext>
            </a:extLst>
          </p:cNvPr>
          <p:cNvSpPr/>
          <p:nvPr/>
        </p:nvSpPr>
        <p:spPr>
          <a:xfrm>
            <a:off x="3250684" y="1354331"/>
            <a:ext cx="3549600" cy="3548680"/>
          </a:xfrm>
          <a:prstGeom prst="rect">
            <a:avLst/>
          </a:prstGeom>
          <a:gradFill>
            <a:gsLst>
              <a:gs pos="93000">
                <a:srgbClr val="C6C5C2"/>
              </a:gs>
              <a:gs pos="19000">
                <a:srgbClr val="CACAD0"/>
              </a:gs>
              <a:gs pos="93000">
                <a:srgbClr val="C8CBC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679060B9-B06F-F53C-6AE2-85DC262CE0BC}"/>
              </a:ext>
            </a:extLst>
          </p:cNvPr>
          <p:cNvSpPr/>
          <p:nvPr/>
        </p:nvSpPr>
        <p:spPr>
          <a:xfrm>
            <a:off x="3282308" y="1351182"/>
            <a:ext cx="1244109" cy="3274158"/>
          </a:xfrm>
          <a:prstGeom prst="rect">
            <a:avLst/>
          </a:prstGeom>
          <a:gradFill>
            <a:gsLst>
              <a:gs pos="67000">
                <a:srgbClr val="000000">
                  <a:alpha val="10000"/>
                </a:srgbClr>
              </a:gs>
              <a:gs pos="32000">
                <a:srgbClr val="000000">
                  <a:alpha val="5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4B7EFA09-E1DA-FD4B-C401-FC37E2CCBE33}"/>
              </a:ext>
            </a:extLst>
          </p:cNvPr>
          <p:cNvSpPr/>
          <p:nvPr/>
        </p:nvSpPr>
        <p:spPr>
          <a:xfrm>
            <a:off x="5511478" y="1331675"/>
            <a:ext cx="1244109" cy="3274158"/>
          </a:xfrm>
          <a:prstGeom prst="rect">
            <a:avLst/>
          </a:prstGeom>
          <a:gradFill>
            <a:gsLst>
              <a:gs pos="67000">
                <a:srgbClr val="000000">
                  <a:alpha val="10000"/>
                </a:srgbClr>
              </a:gs>
              <a:gs pos="32000">
                <a:srgbClr val="000000">
                  <a:alpha val="5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2E63CEAE-E7A9-4C42-0CD9-7AB03FDCD22D}"/>
              </a:ext>
            </a:extLst>
          </p:cNvPr>
          <p:cNvSpPr/>
          <p:nvPr/>
        </p:nvSpPr>
        <p:spPr>
          <a:xfrm>
            <a:off x="4398570" y="1362155"/>
            <a:ext cx="1244109" cy="3274158"/>
          </a:xfrm>
          <a:prstGeom prst="rect">
            <a:avLst/>
          </a:prstGeom>
          <a:gradFill>
            <a:gsLst>
              <a:gs pos="67000">
                <a:srgbClr val="000000">
                  <a:alpha val="10000"/>
                </a:srgbClr>
              </a:gs>
              <a:gs pos="32000">
                <a:srgbClr val="000000">
                  <a:alpha val="5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430679-7B28-C530-3E2A-67B8AFE56E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576"/>
          <a:stretch/>
        </p:blipFill>
        <p:spPr>
          <a:xfrm>
            <a:off x="1319841" y="1362155"/>
            <a:ext cx="1736203" cy="35486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3FED3EB-C446-0746-50E0-EFAD2595F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894" y="972634"/>
            <a:ext cx="3451473" cy="3064478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2B5B413-8A6C-6332-8EF9-9CE419536173}"/>
              </a:ext>
            </a:extLst>
          </p:cNvPr>
          <p:cNvSpPr/>
          <p:nvPr/>
        </p:nvSpPr>
        <p:spPr>
          <a:xfrm>
            <a:off x="3340608" y="2158927"/>
            <a:ext cx="1091184" cy="1025768"/>
          </a:xfrm>
          <a:prstGeom prst="roundRect">
            <a:avLst>
              <a:gd name="adj" fmla="val 14509"/>
            </a:avLst>
          </a:prstGeom>
          <a:solidFill>
            <a:srgbClr val="0000FF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B8B2B1D-85F4-9863-BD60-7390D0619E77}"/>
              </a:ext>
            </a:extLst>
          </p:cNvPr>
          <p:cNvSpPr/>
          <p:nvPr/>
        </p:nvSpPr>
        <p:spPr>
          <a:xfrm>
            <a:off x="5619176" y="2158927"/>
            <a:ext cx="1091184" cy="1014338"/>
          </a:xfrm>
          <a:prstGeom prst="roundRect">
            <a:avLst>
              <a:gd name="adj" fmla="val 13578"/>
            </a:avLst>
          </a:prstGeom>
          <a:solidFill>
            <a:srgbClr val="0000FF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0" name="Rectangle: Rounded Corners 1029">
            <a:extLst>
              <a:ext uri="{FF2B5EF4-FFF2-40B4-BE49-F238E27FC236}">
                <a16:creationId xmlns:a16="http://schemas.microsoft.com/office/drawing/2014/main" id="{2CE9FC70-F663-D892-48B1-18169037E406}"/>
              </a:ext>
            </a:extLst>
          </p:cNvPr>
          <p:cNvSpPr/>
          <p:nvPr/>
        </p:nvSpPr>
        <p:spPr>
          <a:xfrm>
            <a:off x="4630734" y="1667744"/>
            <a:ext cx="788827" cy="357521"/>
          </a:xfrm>
          <a:prstGeom prst="roundRect">
            <a:avLst>
              <a:gd name="adj" fmla="val 13578"/>
            </a:avLst>
          </a:prstGeom>
          <a:solidFill>
            <a:schemeClr val="tx1">
              <a:lumMod val="85000"/>
              <a:lumOff val="15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1" name="Rectangle: Rounded Corners 1030">
            <a:extLst>
              <a:ext uri="{FF2B5EF4-FFF2-40B4-BE49-F238E27FC236}">
                <a16:creationId xmlns:a16="http://schemas.microsoft.com/office/drawing/2014/main" id="{ACE6A32A-0A5A-F31A-02B9-DB2A1FDCC6DC}"/>
              </a:ext>
            </a:extLst>
          </p:cNvPr>
          <p:cNvSpPr/>
          <p:nvPr/>
        </p:nvSpPr>
        <p:spPr>
          <a:xfrm>
            <a:off x="3454285" y="1834569"/>
            <a:ext cx="938328" cy="220552"/>
          </a:xfrm>
          <a:prstGeom prst="roundRect">
            <a:avLst>
              <a:gd name="adj" fmla="val 45825"/>
            </a:avLst>
          </a:prstGeom>
          <a:solidFill>
            <a:schemeClr val="tx1">
              <a:lumMod val="85000"/>
              <a:lumOff val="15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2" name="Rectangle: Rounded Corners 1031">
            <a:extLst>
              <a:ext uri="{FF2B5EF4-FFF2-40B4-BE49-F238E27FC236}">
                <a16:creationId xmlns:a16="http://schemas.microsoft.com/office/drawing/2014/main" id="{732171E0-EE54-5DB6-71CE-5CD1580422E8}"/>
              </a:ext>
            </a:extLst>
          </p:cNvPr>
          <p:cNvSpPr/>
          <p:nvPr/>
        </p:nvSpPr>
        <p:spPr>
          <a:xfrm>
            <a:off x="5696528" y="1804713"/>
            <a:ext cx="900155" cy="220552"/>
          </a:xfrm>
          <a:prstGeom prst="roundRect">
            <a:avLst>
              <a:gd name="adj" fmla="val 45825"/>
            </a:avLst>
          </a:prstGeom>
          <a:solidFill>
            <a:schemeClr val="tx1">
              <a:lumMod val="85000"/>
              <a:lumOff val="15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E947CA8-5770-5DE3-D19F-38EDDA48940D}"/>
              </a:ext>
            </a:extLst>
          </p:cNvPr>
          <p:cNvSpPr/>
          <p:nvPr/>
        </p:nvSpPr>
        <p:spPr>
          <a:xfrm>
            <a:off x="3250684" y="3371902"/>
            <a:ext cx="3549600" cy="523442"/>
          </a:xfrm>
          <a:prstGeom prst="rect">
            <a:avLst/>
          </a:prstGeom>
          <a:gradFill>
            <a:gsLst>
              <a:gs pos="0">
                <a:srgbClr val="D5203A"/>
              </a:gs>
              <a:gs pos="100000">
                <a:srgbClr val="C42A3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5E78749-D791-FAC1-806F-E12D2A1017C1}"/>
              </a:ext>
            </a:extLst>
          </p:cNvPr>
          <p:cNvSpPr/>
          <p:nvPr/>
        </p:nvSpPr>
        <p:spPr>
          <a:xfrm>
            <a:off x="4558041" y="2115312"/>
            <a:ext cx="934886" cy="2510028"/>
          </a:xfrm>
          <a:prstGeom prst="roundRect">
            <a:avLst>
              <a:gd name="adj" fmla="val 12180"/>
            </a:avLst>
          </a:prstGeom>
          <a:gradFill>
            <a:gsLst>
              <a:gs pos="0">
                <a:srgbClr val="CACACF"/>
              </a:gs>
              <a:gs pos="100000">
                <a:srgbClr val="C6C5C2"/>
              </a:gs>
            </a:gsLst>
            <a:lin ang="5400000" scaled="1"/>
          </a:gradFill>
          <a:ln w="88900">
            <a:gradFill>
              <a:gsLst>
                <a:gs pos="10000">
                  <a:srgbClr val="777777"/>
                </a:gs>
                <a:gs pos="0">
                  <a:srgbClr val="BFBEBA"/>
                </a:gs>
                <a:gs pos="32000">
                  <a:srgbClr val="82807E"/>
                </a:gs>
                <a:gs pos="83000">
                  <a:srgbClr val="777777"/>
                </a:gs>
                <a:gs pos="100000">
                  <a:srgbClr val="7E776C"/>
                </a:gs>
              </a:gsLst>
              <a:lin ang="5400000" scaled="1"/>
            </a:gradFill>
          </a:ln>
          <a:effectLst>
            <a:innerShdw blurRad="127000" dist="50800" dir="16200000">
              <a:prstClr val="black">
                <a:alpha val="92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92FB621-D3C0-1548-67E8-A85419124076}"/>
              </a:ext>
            </a:extLst>
          </p:cNvPr>
          <p:cNvSpPr/>
          <p:nvPr/>
        </p:nvSpPr>
        <p:spPr>
          <a:xfrm>
            <a:off x="4704100" y="2190031"/>
            <a:ext cx="642767" cy="994664"/>
          </a:xfrm>
          <a:prstGeom prst="roundRect">
            <a:avLst>
              <a:gd name="adj" fmla="val 24221"/>
            </a:avLst>
          </a:prstGeom>
          <a:solidFill>
            <a:srgbClr val="0000FF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4F332229-E573-747E-6E86-5DE5E0A356AB}"/>
              </a:ext>
            </a:extLst>
          </p:cNvPr>
          <p:cNvSpPr/>
          <p:nvPr/>
        </p:nvSpPr>
        <p:spPr>
          <a:xfrm>
            <a:off x="4607796" y="3375660"/>
            <a:ext cx="835375" cy="536829"/>
          </a:xfrm>
          <a:prstGeom prst="rect">
            <a:avLst/>
          </a:prstGeom>
          <a:gradFill>
            <a:gsLst>
              <a:gs pos="0">
                <a:srgbClr val="D5203A"/>
              </a:gs>
              <a:gs pos="100000">
                <a:srgbClr val="C42A3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1053" name="Picture 1052">
            <a:extLst>
              <a:ext uri="{FF2B5EF4-FFF2-40B4-BE49-F238E27FC236}">
                <a16:creationId xmlns:a16="http://schemas.microsoft.com/office/drawing/2014/main" id="{FF011129-0058-C00A-8AA8-F04B6245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10" t="54375" r="76431" b="38123"/>
          <a:stretch/>
        </p:blipFill>
        <p:spPr>
          <a:xfrm>
            <a:off x="3451482" y="3396828"/>
            <a:ext cx="530265" cy="473590"/>
          </a:xfrm>
          <a:prstGeom prst="rect">
            <a:avLst/>
          </a:prstGeom>
        </p:spPr>
      </p:pic>
      <p:pic>
        <p:nvPicPr>
          <p:cNvPr id="1055" name="Picture 1054">
            <a:extLst>
              <a:ext uri="{FF2B5EF4-FFF2-40B4-BE49-F238E27FC236}">
                <a16:creationId xmlns:a16="http://schemas.microsoft.com/office/drawing/2014/main" id="{A70FB18B-AA0C-6D52-6FD2-725DE2FAC3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10" t="54375" r="76431" b="38123"/>
          <a:stretch/>
        </p:blipFill>
        <p:spPr>
          <a:xfrm>
            <a:off x="6063654" y="3404448"/>
            <a:ext cx="530265" cy="473590"/>
          </a:xfrm>
          <a:prstGeom prst="rect">
            <a:avLst/>
          </a:prstGeom>
        </p:spPr>
      </p:pic>
      <p:pic>
        <p:nvPicPr>
          <p:cNvPr id="1058" name="Picture 1057">
            <a:extLst>
              <a:ext uri="{FF2B5EF4-FFF2-40B4-BE49-F238E27FC236}">
                <a16:creationId xmlns:a16="http://schemas.microsoft.com/office/drawing/2014/main" id="{68D17CCC-FBA6-21E6-8283-D3BDC52223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19" t="65320" r="77965" b="31582"/>
          <a:stretch/>
        </p:blipFill>
        <p:spPr>
          <a:xfrm>
            <a:off x="3614175" y="4150753"/>
            <a:ext cx="224261" cy="161658"/>
          </a:xfrm>
          <a:custGeom>
            <a:avLst/>
            <a:gdLst>
              <a:gd name="connsiteX0" fmla="*/ 142457 w 866814"/>
              <a:gd name="connsiteY0" fmla="*/ 0 h 624840"/>
              <a:gd name="connsiteX1" fmla="*/ 724357 w 866814"/>
              <a:gd name="connsiteY1" fmla="*/ 0 h 624840"/>
              <a:gd name="connsiteX2" fmla="*/ 866814 w 866814"/>
              <a:gd name="connsiteY2" fmla="*/ 142457 h 624840"/>
              <a:gd name="connsiteX3" fmla="*/ 866814 w 866814"/>
              <a:gd name="connsiteY3" fmla="*/ 482383 h 624840"/>
              <a:gd name="connsiteX4" fmla="*/ 724357 w 866814"/>
              <a:gd name="connsiteY4" fmla="*/ 624840 h 624840"/>
              <a:gd name="connsiteX5" fmla="*/ 142457 w 866814"/>
              <a:gd name="connsiteY5" fmla="*/ 624840 h 624840"/>
              <a:gd name="connsiteX6" fmla="*/ 0 w 866814"/>
              <a:gd name="connsiteY6" fmla="*/ 482383 h 624840"/>
              <a:gd name="connsiteX7" fmla="*/ 0 w 866814"/>
              <a:gd name="connsiteY7" fmla="*/ 142457 h 624840"/>
              <a:gd name="connsiteX8" fmla="*/ 142457 w 866814"/>
              <a:gd name="connsiteY8" fmla="*/ 0 h 62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66814" h="624840">
                <a:moveTo>
                  <a:pt x="142457" y="0"/>
                </a:moveTo>
                <a:lnTo>
                  <a:pt x="724357" y="0"/>
                </a:lnTo>
                <a:cubicBezTo>
                  <a:pt x="803034" y="0"/>
                  <a:pt x="866814" y="63780"/>
                  <a:pt x="866814" y="142457"/>
                </a:cubicBezTo>
                <a:lnTo>
                  <a:pt x="866814" y="482383"/>
                </a:lnTo>
                <a:cubicBezTo>
                  <a:pt x="866814" y="561060"/>
                  <a:pt x="803034" y="624840"/>
                  <a:pt x="724357" y="624840"/>
                </a:cubicBezTo>
                <a:lnTo>
                  <a:pt x="142457" y="624840"/>
                </a:lnTo>
                <a:cubicBezTo>
                  <a:pt x="63780" y="624840"/>
                  <a:pt x="0" y="561060"/>
                  <a:pt x="0" y="482383"/>
                </a:cubicBezTo>
                <a:lnTo>
                  <a:pt x="0" y="142457"/>
                </a:lnTo>
                <a:cubicBezTo>
                  <a:pt x="0" y="63780"/>
                  <a:pt x="63780" y="0"/>
                  <a:pt x="142457" y="0"/>
                </a:cubicBezTo>
                <a:close/>
              </a:path>
            </a:pathLst>
          </a:custGeom>
        </p:spPr>
      </p:pic>
      <p:pic>
        <p:nvPicPr>
          <p:cNvPr id="1059" name="Picture 1058">
            <a:extLst>
              <a:ext uri="{FF2B5EF4-FFF2-40B4-BE49-F238E27FC236}">
                <a16:creationId xmlns:a16="http://schemas.microsoft.com/office/drawing/2014/main" id="{5B891B76-E13C-CD31-5C36-B8725FAAD5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19" t="65320" r="77965" b="31582"/>
          <a:stretch/>
        </p:blipFill>
        <p:spPr>
          <a:xfrm>
            <a:off x="6226937" y="4152785"/>
            <a:ext cx="224261" cy="161658"/>
          </a:xfrm>
          <a:custGeom>
            <a:avLst/>
            <a:gdLst>
              <a:gd name="connsiteX0" fmla="*/ 142457 w 866814"/>
              <a:gd name="connsiteY0" fmla="*/ 0 h 624840"/>
              <a:gd name="connsiteX1" fmla="*/ 724357 w 866814"/>
              <a:gd name="connsiteY1" fmla="*/ 0 h 624840"/>
              <a:gd name="connsiteX2" fmla="*/ 866814 w 866814"/>
              <a:gd name="connsiteY2" fmla="*/ 142457 h 624840"/>
              <a:gd name="connsiteX3" fmla="*/ 866814 w 866814"/>
              <a:gd name="connsiteY3" fmla="*/ 482383 h 624840"/>
              <a:gd name="connsiteX4" fmla="*/ 724357 w 866814"/>
              <a:gd name="connsiteY4" fmla="*/ 624840 h 624840"/>
              <a:gd name="connsiteX5" fmla="*/ 142457 w 866814"/>
              <a:gd name="connsiteY5" fmla="*/ 624840 h 624840"/>
              <a:gd name="connsiteX6" fmla="*/ 0 w 866814"/>
              <a:gd name="connsiteY6" fmla="*/ 482383 h 624840"/>
              <a:gd name="connsiteX7" fmla="*/ 0 w 866814"/>
              <a:gd name="connsiteY7" fmla="*/ 142457 h 624840"/>
              <a:gd name="connsiteX8" fmla="*/ 142457 w 866814"/>
              <a:gd name="connsiteY8" fmla="*/ 0 h 62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66814" h="624840">
                <a:moveTo>
                  <a:pt x="142457" y="0"/>
                </a:moveTo>
                <a:lnTo>
                  <a:pt x="724357" y="0"/>
                </a:lnTo>
                <a:cubicBezTo>
                  <a:pt x="803034" y="0"/>
                  <a:pt x="866814" y="63780"/>
                  <a:pt x="866814" y="142457"/>
                </a:cubicBezTo>
                <a:lnTo>
                  <a:pt x="866814" y="482383"/>
                </a:lnTo>
                <a:cubicBezTo>
                  <a:pt x="866814" y="561060"/>
                  <a:pt x="803034" y="624840"/>
                  <a:pt x="724357" y="624840"/>
                </a:cubicBezTo>
                <a:lnTo>
                  <a:pt x="142457" y="624840"/>
                </a:lnTo>
                <a:cubicBezTo>
                  <a:pt x="63780" y="624840"/>
                  <a:pt x="0" y="561060"/>
                  <a:pt x="0" y="482383"/>
                </a:cubicBezTo>
                <a:lnTo>
                  <a:pt x="0" y="142457"/>
                </a:lnTo>
                <a:cubicBezTo>
                  <a:pt x="0" y="63780"/>
                  <a:pt x="63780" y="0"/>
                  <a:pt x="142457" y="0"/>
                </a:cubicBezTo>
                <a:close/>
              </a:path>
            </a:pathLst>
          </a:custGeom>
        </p:spPr>
      </p:pic>
      <p:sp>
        <p:nvSpPr>
          <p:cNvPr id="1069" name="Freeform: Shape 1068">
            <a:extLst>
              <a:ext uri="{FF2B5EF4-FFF2-40B4-BE49-F238E27FC236}">
                <a16:creationId xmlns:a16="http://schemas.microsoft.com/office/drawing/2014/main" id="{9787CC16-89EC-4DE1-DD22-827EB9A04E25}"/>
              </a:ext>
            </a:extLst>
          </p:cNvPr>
          <p:cNvSpPr/>
          <p:nvPr/>
        </p:nvSpPr>
        <p:spPr>
          <a:xfrm>
            <a:off x="4448180" y="4686300"/>
            <a:ext cx="1154607" cy="212953"/>
          </a:xfrm>
          <a:custGeom>
            <a:avLst/>
            <a:gdLst>
              <a:gd name="connsiteX0" fmla="*/ 71765 w 1154607"/>
              <a:gd name="connsiteY0" fmla="*/ 0 h 212953"/>
              <a:gd name="connsiteX1" fmla="*/ 1082842 w 1154607"/>
              <a:gd name="connsiteY1" fmla="*/ 0 h 212953"/>
              <a:gd name="connsiteX2" fmla="*/ 1154607 w 1154607"/>
              <a:gd name="connsiteY2" fmla="*/ 71765 h 212953"/>
              <a:gd name="connsiteX3" fmla="*/ 1154607 w 1154607"/>
              <a:gd name="connsiteY3" fmla="*/ 212953 h 212953"/>
              <a:gd name="connsiteX4" fmla="*/ 0 w 1154607"/>
              <a:gd name="connsiteY4" fmla="*/ 212953 h 212953"/>
              <a:gd name="connsiteX5" fmla="*/ 0 w 1154607"/>
              <a:gd name="connsiteY5" fmla="*/ 71765 h 212953"/>
              <a:gd name="connsiteX6" fmla="*/ 71765 w 1154607"/>
              <a:gd name="connsiteY6" fmla="*/ 0 h 21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4607" h="212953">
                <a:moveTo>
                  <a:pt x="71765" y="0"/>
                </a:moveTo>
                <a:lnTo>
                  <a:pt x="1082842" y="0"/>
                </a:lnTo>
                <a:cubicBezTo>
                  <a:pt x="1122477" y="0"/>
                  <a:pt x="1154607" y="32130"/>
                  <a:pt x="1154607" y="71765"/>
                </a:cubicBezTo>
                <a:lnTo>
                  <a:pt x="1154607" y="212953"/>
                </a:lnTo>
                <a:lnTo>
                  <a:pt x="0" y="212953"/>
                </a:lnTo>
                <a:lnTo>
                  <a:pt x="0" y="71765"/>
                </a:lnTo>
                <a:cubicBezTo>
                  <a:pt x="0" y="32130"/>
                  <a:pt x="32130" y="0"/>
                  <a:pt x="71765" y="0"/>
                </a:cubicBezTo>
                <a:close/>
              </a:path>
            </a:pathLst>
          </a:cu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pic>
        <p:nvPicPr>
          <p:cNvPr id="1070" name="Picture 1069">
            <a:extLst>
              <a:ext uri="{FF2B5EF4-FFF2-40B4-BE49-F238E27FC236}">
                <a16:creationId xmlns:a16="http://schemas.microsoft.com/office/drawing/2014/main" id="{D8F7B98F-1284-7AED-B907-9BD260D904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571" t="55849" r="53107" b="39763"/>
          <a:stretch/>
        </p:blipFill>
        <p:spPr>
          <a:xfrm>
            <a:off x="4732782" y="3499485"/>
            <a:ext cx="596940" cy="249555"/>
          </a:xfrm>
          <a:prstGeom prst="rect">
            <a:avLst/>
          </a:prstGeom>
        </p:spPr>
      </p:pic>
      <p:sp>
        <p:nvSpPr>
          <p:cNvPr id="1074" name="Rectangle 1073">
            <a:extLst>
              <a:ext uri="{FF2B5EF4-FFF2-40B4-BE49-F238E27FC236}">
                <a16:creationId xmlns:a16="http://schemas.microsoft.com/office/drawing/2014/main" id="{C1F39A9A-1A33-FAD6-4CEF-8D0C8F431890}"/>
              </a:ext>
            </a:extLst>
          </p:cNvPr>
          <p:cNvSpPr/>
          <p:nvPr/>
        </p:nvSpPr>
        <p:spPr>
          <a:xfrm>
            <a:off x="3262510" y="5242408"/>
            <a:ext cx="913250" cy="198501"/>
          </a:xfrm>
          <a:custGeom>
            <a:avLst/>
            <a:gdLst>
              <a:gd name="connsiteX0" fmla="*/ 0 w 814190"/>
              <a:gd name="connsiteY0" fmla="*/ 0 h 198501"/>
              <a:gd name="connsiteX1" fmla="*/ 814190 w 814190"/>
              <a:gd name="connsiteY1" fmla="*/ 0 h 198501"/>
              <a:gd name="connsiteX2" fmla="*/ 814190 w 814190"/>
              <a:gd name="connsiteY2" fmla="*/ 198501 h 198501"/>
              <a:gd name="connsiteX3" fmla="*/ 0 w 814190"/>
              <a:gd name="connsiteY3" fmla="*/ 198501 h 198501"/>
              <a:gd name="connsiteX4" fmla="*/ 0 w 814190"/>
              <a:gd name="connsiteY4" fmla="*/ 0 h 198501"/>
              <a:gd name="connsiteX0" fmla="*/ 0 w 913250"/>
              <a:gd name="connsiteY0" fmla="*/ 0 h 198501"/>
              <a:gd name="connsiteX1" fmla="*/ 814190 w 913250"/>
              <a:gd name="connsiteY1" fmla="*/ 0 h 198501"/>
              <a:gd name="connsiteX2" fmla="*/ 913250 w 913250"/>
              <a:gd name="connsiteY2" fmla="*/ 198501 h 198501"/>
              <a:gd name="connsiteX3" fmla="*/ 0 w 913250"/>
              <a:gd name="connsiteY3" fmla="*/ 198501 h 198501"/>
              <a:gd name="connsiteX4" fmla="*/ 0 w 913250"/>
              <a:gd name="connsiteY4" fmla="*/ 0 h 198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3250" h="198501">
                <a:moveTo>
                  <a:pt x="0" y="0"/>
                </a:moveTo>
                <a:lnTo>
                  <a:pt x="814190" y="0"/>
                </a:lnTo>
                <a:lnTo>
                  <a:pt x="913250" y="198501"/>
                </a:lnTo>
                <a:lnTo>
                  <a:pt x="0" y="19850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1345">
                <a:srgbClr val="989898"/>
              </a:gs>
              <a:gs pos="53856">
                <a:srgbClr val="6D6B6B"/>
              </a:gs>
              <a:gs pos="44000">
                <a:srgbClr val="898987"/>
              </a:gs>
              <a:gs pos="17500">
                <a:srgbClr val="8A8888"/>
              </a:gs>
              <a:gs pos="0">
                <a:srgbClr val="6D6863"/>
              </a:gs>
              <a:gs pos="100000">
                <a:srgbClr val="93939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5" name="Rectangle 1073">
            <a:extLst>
              <a:ext uri="{FF2B5EF4-FFF2-40B4-BE49-F238E27FC236}">
                <a16:creationId xmlns:a16="http://schemas.microsoft.com/office/drawing/2014/main" id="{99221562-4871-2B10-D2CB-AD8DA79856F2}"/>
              </a:ext>
            </a:extLst>
          </p:cNvPr>
          <p:cNvSpPr/>
          <p:nvPr/>
        </p:nvSpPr>
        <p:spPr>
          <a:xfrm flipH="1">
            <a:off x="5887034" y="5253413"/>
            <a:ext cx="913250" cy="198501"/>
          </a:xfrm>
          <a:custGeom>
            <a:avLst/>
            <a:gdLst>
              <a:gd name="connsiteX0" fmla="*/ 0 w 814190"/>
              <a:gd name="connsiteY0" fmla="*/ 0 h 198501"/>
              <a:gd name="connsiteX1" fmla="*/ 814190 w 814190"/>
              <a:gd name="connsiteY1" fmla="*/ 0 h 198501"/>
              <a:gd name="connsiteX2" fmla="*/ 814190 w 814190"/>
              <a:gd name="connsiteY2" fmla="*/ 198501 h 198501"/>
              <a:gd name="connsiteX3" fmla="*/ 0 w 814190"/>
              <a:gd name="connsiteY3" fmla="*/ 198501 h 198501"/>
              <a:gd name="connsiteX4" fmla="*/ 0 w 814190"/>
              <a:gd name="connsiteY4" fmla="*/ 0 h 198501"/>
              <a:gd name="connsiteX0" fmla="*/ 0 w 913250"/>
              <a:gd name="connsiteY0" fmla="*/ 0 h 198501"/>
              <a:gd name="connsiteX1" fmla="*/ 814190 w 913250"/>
              <a:gd name="connsiteY1" fmla="*/ 0 h 198501"/>
              <a:gd name="connsiteX2" fmla="*/ 913250 w 913250"/>
              <a:gd name="connsiteY2" fmla="*/ 198501 h 198501"/>
              <a:gd name="connsiteX3" fmla="*/ 0 w 913250"/>
              <a:gd name="connsiteY3" fmla="*/ 198501 h 198501"/>
              <a:gd name="connsiteX4" fmla="*/ 0 w 913250"/>
              <a:gd name="connsiteY4" fmla="*/ 0 h 198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3250" h="198501">
                <a:moveTo>
                  <a:pt x="0" y="0"/>
                </a:moveTo>
                <a:lnTo>
                  <a:pt x="814190" y="0"/>
                </a:lnTo>
                <a:lnTo>
                  <a:pt x="913250" y="198501"/>
                </a:lnTo>
                <a:lnTo>
                  <a:pt x="0" y="19850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1345">
                <a:srgbClr val="989898"/>
              </a:gs>
              <a:gs pos="53856">
                <a:srgbClr val="6D6B6B"/>
              </a:gs>
              <a:gs pos="44000">
                <a:srgbClr val="898987"/>
              </a:gs>
              <a:gs pos="17500">
                <a:srgbClr val="8A8888"/>
              </a:gs>
              <a:gs pos="0">
                <a:srgbClr val="6D6863"/>
              </a:gs>
              <a:gs pos="100000">
                <a:srgbClr val="93939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9" name="Freeform: Shape 1078">
            <a:extLst>
              <a:ext uri="{FF2B5EF4-FFF2-40B4-BE49-F238E27FC236}">
                <a16:creationId xmlns:a16="http://schemas.microsoft.com/office/drawing/2014/main" id="{72D36C4A-C983-353B-0648-DABEF7025AC4}"/>
              </a:ext>
            </a:extLst>
          </p:cNvPr>
          <p:cNvSpPr/>
          <p:nvPr/>
        </p:nvSpPr>
        <p:spPr>
          <a:xfrm>
            <a:off x="3262510" y="5440909"/>
            <a:ext cx="3537774" cy="511989"/>
          </a:xfrm>
          <a:custGeom>
            <a:avLst/>
            <a:gdLst>
              <a:gd name="connsiteX0" fmla="*/ 0 w 3537774"/>
              <a:gd name="connsiteY0" fmla="*/ 0 h 511989"/>
              <a:gd name="connsiteX1" fmla="*/ 1136519 w 3537774"/>
              <a:gd name="connsiteY1" fmla="*/ 0 h 511989"/>
              <a:gd name="connsiteX2" fmla="*/ 1136519 w 3537774"/>
              <a:gd name="connsiteY2" fmla="*/ 82887 h 511989"/>
              <a:gd name="connsiteX3" fmla="*/ 1169603 w 3537774"/>
              <a:gd name="connsiteY3" fmla="*/ 115971 h 511989"/>
              <a:gd name="connsiteX4" fmla="*/ 2368171 w 3537774"/>
              <a:gd name="connsiteY4" fmla="*/ 115971 h 511989"/>
              <a:gd name="connsiteX5" fmla="*/ 2401255 w 3537774"/>
              <a:gd name="connsiteY5" fmla="*/ 82887 h 511989"/>
              <a:gd name="connsiteX6" fmla="*/ 2401255 w 3537774"/>
              <a:gd name="connsiteY6" fmla="*/ 0 h 511989"/>
              <a:gd name="connsiteX7" fmla="*/ 3537774 w 3537774"/>
              <a:gd name="connsiteY7" fmla="*/ 0 h 511989"/>
              <a:gd name="connsiteX8" fmla="*/ 3309174 w 3537774"/>
              <a:gd name="connsiteY8" fmla="*/ 442920 h 511989"/>
              <a:gd name="connsiteX9" fmla="*/ 131445 w 3537774"/>
              <a:gd name="connsiteY9" fmla="*/ 450719 h 511989"/>
              <a:gd name="connsiteX10" fmla="*/ 0 w 3537774"/>
              <a:gd name="connsiteY10" fmla="*/ 0 h 511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37774" h="511989">
                <a:moveTo>
                  <a:pt x="0" y="0"/>
                </a:moveTo>
                <a:lnTo>
                  <a:pt x="1136519" y="0"/>
                </a:lnTo>
                <a:lnTo>
                  <a:pt x="1136519" y="82887"/>
                </a:lnTo>
                <a:cubicBezTo>
                  <a:pt x="1136519" y="101159"/>
                  <a:pt x="1151331" y="115971"/>
                  <a:pt x="1169603" y="115971"/>
                </a:cubicBezTo>
                <a:lnTo>
                  <a:pt x="2368171" y="115971"/>
                </a:lnTo>
                <a:cubicBezTo>
                  <a:pt x="2386443" y="115971"/>
                  <a:pt x="2401255" y="101159"/>
                  <a:pt x="2401255" y="82887"/>
                </a:cubicBezTo>
                <a:lnTo>
                  <a:pt x="2401255" y="0"/>
                </a:lnTo>
                <a:lnTo>
                  <a:pt x="3537774" y="0"/>
                </a:lnTo>
                <a:lnTo>
                  <a:pt x="3309174" y="442920"/>
                </a:lnTo>
                <a:cubicBezTo>
                  <a:pt x="2227071" y="497513"/>
                  <a:pt x="1144968" y="562506"/>
                  <a:pt x="131445" y="450719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515055"/>
              </a:gs>
              <a:gs pos="100000">
                <a:srgbClr val="55545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6167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型">
            <a:extLst>
              <a:ext uri="{FF2B5EF4-FFF2-40B4-BE49-F238E27FC236}">
                <a16:creationId xmlns:a16="http://schemas.microsoft.com/office/drawing/2014/main" id="{F11ED59F-363A-EAC8-0577-CD9A8FFB3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41910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2D6941-41B8-4C55-6EE6-F50BB0418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5000" contrast="20000"/>
                    </a14:imgEffect>
                  </a14:imgLayer>
                </a14:imgProps>
              </a:ext>
            </a:extLst>
          </a:blip>
          <a:srcRect l="8193"/>
          <a:stretch/>
        </p:blipFill>
        <p:spPr>
          <a:xfrm>
            <a:off x="6760723" y="3196617"/>
            <a:ext cx="3015573" cy="11365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AAEAB8-21AC-5C1B-0DCC-9242981F16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5000" contrast="20000"/>
                    </a14:imgEffect>
                  </a14:imgLayer>
                </a14:imgProps>
              </a:ext>
            </a:extLst>
          </a:blip>
          <a:srcRect l="8193" t="2482"/>
          <a:stretch/>
        </p:blipFill>
        <p:spPr>
          <a:xfrm>
            <a:off x="6760723" y="820907"/>
            <a:ext cx="3015572" cy="23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939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C5966B4-7808-6089-CE12-F2D8064B0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2031"/>
            <a:ext cx="12192000" cy="284682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11F8C5-9216-E3FE-7642-FB6786747412}"/>
              </a:ext>
            </a:extLst>
          </p:cNvPr>
          <p:cNvSpPr/>
          <p:nvPr/>
        </p:nvSpPr>
        <p:spPr>
          <a:xfrm>
            <a:off x="87549" y="564204"/>
            <a:ext cx="924128" cy="1342417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chemeClr val="tx1">
                  <a:lumMod val="85000"/>
                  <a:lumOff val="15000"/>
                </a:schemeClr>
              </a:gs>
              <a:gs pos="84000">
                <a:schemeClr val="tx1">
                  <a:lumMod val="75000"/>
                  <a:lumOff val="25000"/>
                </a:schemeClr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B2FD90-3C2D-7F66-D29B-99EE1FA17D59}"/>
              </a:ext>
            </a:extLst>
          </p:cNvPr>
          <p:cNvSpPr/>
          <p:nvPr/>
        </p:nvSpPr>
        <p:spPr>
          <a:xfrm>
            <a:off x="1099226" y="439300"/>
            <a:ext cx="924128" cy="1342417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chemeClr val="tx1">
                  <a:lumMod val="85000"/>
                  <a:lumOff val="15000"/>
                </a:schemeClr>
              </a:gs>
              <a:gs pos="84000">
                <a:schemeClr val="tx1">
                  <a:lumMod val="75000"/>
                  <a:lumOff val="25000"/>
                </a:schemeClr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93DFF2-293F-7BC3-9A87-0B3C7D0832E4}"/>
              </a:ext>
            </a:extLst>
          </p:cNvPr>
          <p:cNvSpPr/>
          <p:nvPr/>
        </p:nvSpPr>
        <p:spPr>
          <a:xfrm>
            <a:off x="2198451" y="468482"/>
            <a:ext cx="1819071" cy="1342417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chemeClr val="tx1">
                  <a:lumMod val="85000"/>
                  <a:lumOff val="15000"/>
                </a:schemeClr>
              </a:gs>
              <a:gs pos="84000">
                <a:schemeClr val="tx1">
                  <a:lumMod val="75000"/>
                  <a:lumOff val="25000"/>
                </a:schemeClr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8E59DF-E123-1C93-262C-19B2A26CBC70}"/>
              </a:ext>
            </a:extLst>
          </p:cNvPr>
          <p:cNvSpPr/>
          <p:nvPr/>
        </p:nvSpPr>
        <p:spPr>
          <a:xfrm>
            <a:off x="4189380" y="564204"/>
            <a:ext cx="820365" cy="1342417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chemeClr val="tx1">
                  <a:lumMod val="85000"/>
                  <a:lumOff val="15000"/>
                </a:schemeClr>
              </a:gs>
              <a:gs pos="84000">
                <a:schemeClr val="tx1">
                  <a:lumMod val="75000"/>
                  <a:lumOff val="25000"/>
                </a:schemeClr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5158DA-B340-7CDE-C4C7-2BD7F3AC873D}"/>
              </a:ext>
            </a:extLst>
          </p:cNvPr>
          <p:cNvSpPr/>
          <p:nvPr/>
        </p:nvSpPr>
        <p:spPr>
          <a:xfrm>
            <a:off x="5441005" y="564204"/>
            <a:ext cx="1485089" cy="121751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chemeClr val="tx1">
                  <a:lumMod val="85000"/>
                  <a:lumOff val="15000"/>
                </a:schemeClr>
              </a:gs>
              <a:gs pos="84000">
                <a:schemeClr val="tx1">
                  <a:lumMod val="75000"/>
                  <a:lumOff val="25000"/>
                </a:schemeClr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49BCAF-6353-3DEC-BF01-FA0B57C1DF29}"/>
              </a:ext>
            </a:extLst>
          </p:cNvPr>
          <p:cNvSpPr/>
          <p:nvPr/>
        </p:nvSpPr>
        <p:spPr>
          <a:xfrm>
            <a:off x="7232515" y="530933"/>
            <a:ext cx="820365" cy="121751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chemeClr val="tx1">
                  <a:lumMod val="85000"/>
                  <a:lumOff val="15000"/>
                </a:schemeClr>
              </a:gs>
              <a:gs pos="84000">
                <a:schemeClr val="tx1">
                  <a:lumMod val="75000"/>
                  <a:lumOff val="25000"/>
                </a:schemeClr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400B13-F4C0-1A62-EC36-2A67E36A3FFB}"/>
              </a:ext>
            </a:extLst>
          </p:cNvPr>
          <p:cNvSpPr/>
          <p:nvPr/>
        </p:nvSpPr>
        <p:spPr>
          <a:xfrm>
            <a:off x="8359301" y="564204"/>
            <a:ext cx="1634248" cy="121751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chemeClr val="tx1">
                  <a:lumMod val="85000"/>
                  <a:lumOff val="15000"/>
                </a:schemeClr>
              </a:gs>
              <a:gs pos="84000">
                <a:schemeClr val="tx1">
                  <a:lumMod val="75000"/>
                  <a:lumOff val="25000"/>
                </a:schemeClr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B1EB97-15E3-2E53-6A72-3181954D5033}"/>
              </a:ext>
            </a:extLst>
          </p:cNvPr>
          <p:cNvSpPr/>
          <p:nvPr/>
        </p:nvSpPr>
        <p:spPr>
          <a:xfrm>
            <a:off x="10141087" y="501751"/>
            <a:ext cx="951687" cy="121751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chemeClr val="tx1">
                  <a:lumMod val="85000"/>
                  <a:lumOff val="15000"/>
                </a:schemeClr>
              </a:gs>
              <a:gs pos="84000">
                <a:schemeClr val="tx1">
                  <a:lumMod val="75000"/>
                  <a:lumOff val="25000"/>
                </a:schemeClr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006AE8-8378-C48B-E99C-3509287DCBF5}"/>
              </a:ext>
            </a:extLst>
          </p:cNvPr>
          <p:cNvSpPr/>
          <p:nvPr/>
        </p:nvSpPr>
        <p:spPr>
          <a:xfrm>
            <a:off x="11166543" y="530933"/>
            <a:ext cx="951687" cy="121751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chemeClr val="tx1">
                  <a:lumMod val="85000"/>
                  <a:lumOff val="15000"/>
                </a:schemeClr>
              </a:gs>
              <a:gs pos="84000">
                <a:schemeClr val="tx1">
                  <a:lumMod val="75000"/>
                  <a:lumOff val="25000"/>
                </a:schemeClr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14878B-803E-C647-804C-68154DC771C2}"/>
              </a:ext>
            </a:extLst>
          </p:cNvPr>
          <p:cNvSpPr/>
          <p:nvPr/>
        </p:nvSpPr>
        <p:spPr>
          <a:xfrm>
            <a:off x="87549" y="3691298"/>
            <a:ext cx="924128" cy="1342417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chemeClr val="tx1">
                  <a:lumMod val="85000"/>
                  <a:lumOff val="15000"/>
                </a:schemeClr>
              </a:gs>
              <a:gs pos="84000">
                <a:schemeClr val="tx1">
                  <a:lumMod val="75000"/>
                  <a:lumOff val="25000"/>
                </a:schemeClr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489CAC-15A3-437C-1656-B10C39529C2F}"/>
              </a:ext>
            </a:extLst>
          </p:cNvPr>
          <p:cNvSpPr/>
          <p:nvPr/>
        </p:nvSpPr>
        <p:spPr>
          <a:xfrm>
            <a:off x="1099226" y="3566394"/>
            <a:ext cx="924128" cy="1342417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chemeClr val="tx1">
                  <a:lumMod val="85000"/>
                  <a:lumOff val="15000"/>
                </a:schemeClr>
              </a:gs>
              <a:gs pos="84000">
                <a:schemeClr val="tx1">
                  <a:lumMod val="75000"/>
                  <a:lumOff val="25000"/>
                </a:schemeClr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BA589E-7781-8074-0DC6-F8B668A33CD8}"/>
              </a:ext>
            </a:extLst>
          </p:cNvPr>
          <p:cNvSpPr/>
          <p:nvPr/>
        </p:nvSpPr>
        <p:spPr>
          <a:xfrm>
            <a:off x="2198451" y="3595576"/>
            <a:ext cx="1819071" cy="1342417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chemeClr val="tx1">
                  <a:lumMod val="85000"/>
                  <a:lumOff val="15000"/>
                </a:schemeClr>
              </a:gs>
              <a:gs pos="84000">
                <a:schemeClr val="tx1">
                  <a:lumMod val="75000"/>
                  <a:lumOff val="25000"/>
                </a:schemeClr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0559D0-4320-25A0-A6C6-25236A429D5D}"/>
              </a:ext>
            </a:extLst>
          </p:cNvPr>
          <p:cNvSpPr/>
          <p:nvPr/>
        </p:nvSpPr>
        <p:spPr>
          <a:xfrm>
            <a:off x="4189380" y="3691298"/>
            <a:ext cx="820365" cy="1342417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chemeClr val="tx1">
                  <a:lumMod val="85000"/>
                  <a:lumOff val="15000"/>
                </a:schemeClr>
              </a:gs>
              <a:gs pos="84000">
                <a:schemeClr val="tx1">
                  <a:lumMod val="75000"/>
                  <a:lumOff val="25000"/>
                </a:schemeClr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C1AE90-2698-D969-E937-7FAD2FDAC363}"/>
              </a:ext>
            </a:extLst>
          </p:cNvPr>
          <p:cNvSpPr/>
          <p:nvPr/>
        </p:nvSpPr>
        <p:spPr>
          <a:xfrm>
            <a:off x="5441005" y="3691298"/>
            <a:ext cx="1485089" cy="121751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chemeClr val="tx1">
                  <a:lumMod val="85000"/>
                  <a:lumOff val="15000"/>
                </a:schemeClr>
              </a:gs>
              <a:gs pos="84000">
                <a:schemeClr val="tx1">
                  <a:lumMod val="75000"/>
                  <a:lumOff val="25000"/>
                </a:schemeClr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145392-5C1E-87CE-FCE7-5B32244D7560}"/>
              </a:ext>
            </a:extLst>
          </p:cNvPr>
          <p:cNvSpPr/>
          <p:nvPr/>
        </p:nvSpPr>
        <p:spPr>
          <a:xfrm>
            <a:off x="7232515" y="3658027"/>
            <a:ext cx="820365" cy="121751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chemeClr val="tx1">
                  <a:lumMod val="85000"/>
                  <a:lumOff val="15000"/>
                </a:schemeClr>
              </a:gs>
              <a:gs pos="84000">
                <a:schemeClr val="tx1">
                  <a:lumMod val="75000"/>
                  <a:lumOff val="25000"/>
                </a:schemeClr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64F612-E6DF-4E5F-287D-3D20481D65A4}"/>
              </a:ext>
            </a:extLst>
          </p:cNvPr>
          <p:cNvSpPr/>
          <p:nvPr/>
        </p:nvSpPr>
        <p:spPr>
          <a:xfrm>
            <a:off x="8359301" y="3691298"/>
            <a:ext cx="1634248" cy="121751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chemeClr val="tx1">
                  <a:lumMod val="85000"/>
                  <a:lumOff val="15000"/>
                </a:schemeClr>
              </a:gs>
              <a:gs pos="84000">
                <a:schemeClr val="tx1">
                  <a:lumMod val="75000"/>
                  <a:lumOff val="25000"/>
                </a:schemeClr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BDAED6-B702-16EB-4671-4469884C0A86}"/>
              </a:ext>
            </a:extLst>
          </p:cNvPr>
          <p:cNvSpPr/>
          <p:nvPr/>
        </p:nvSpPr>
        <p:spPr>
          <a:xfrm>
            <a:off x="10141087" y="3628845"/>
            <a:ext cx="951687" cy="121751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chemeClr val="tx1">
                  <a:lumMod val="85000"/>
                  <a:lumOff val="15000"/>
                </a:schemeClr>
              </a:gs>
              <a:gs pos="84000">
                <a:schemeClr val="tx1">
                  <a:lumMod val="75000"/>
                  <a:lumOff val="25000"/>
                </a:schemeClr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7E58D5-8E85-9D01-323E-A0018D822724}"/>
              </a:ext>
            </a:extLst>
          </p:cNvPr>
          <p:cNvSpPr/>
          <p:nvPr/>
        </p:nvSpPr>
        <p:spPr>
          <a:xfrm>
            <a:off x="11166543" y="3658027"/>
            <a:ext cx="951687" cy="121751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chemeClr val="tx1">
                  <a:lumMod val="85000"/>
                  <a:lumOff val="15000"/>
                </a:schemeClr>
              </a:gs>
              <a:gs pos="84000">
                <a:schemeClr val="tx1">
                  <a:lumMod val="75000"/>
                  <a:lumOff val="25000"/>
                </a:schemeClr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316A6B-029A-56B6-414A-7B072A497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84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706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78420-5D29-7943-8D9C-8301ED237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EBC5B1-16B9-3E78-5327-C279B8249AB4}"/>
              </a:ext>
            </a:extLst>
          </p:cNvPr>
          <p:cNvSpPr/>
          <p:nvPr/>
        </p:nvSpPr>
        <p:spPr>
          <a:xfrm>
            <a:off x="5353455" y="1852338"/>
            <a:ext cx="1799185" cy="1896702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rgbClr val="454C3E"/>
              </a:gs>
              <a:gs pos="84000">
                <a:srgbClr val="525A4A"/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0FD403-57C8-843C-1F27-47D05A6E5463}"/>
              </a:ext>
            </a:extLst>
          </p:cNvPr>
          <p:cNvSpPr/>
          <p:nvPr/>
        </p:nvSpPr>
        <p:spPr>
          <a:xfrm>
            <a:off x="8919615" y="1953938"/>
            <a:ext cx="1799185" cy="1896702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rgbClr val="454C3E"/>
              </a:gs>
              <a:gs pos="84000">
                <a:srgbClr val="525A4A"/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FBF62F-F8CC-71AE-2661-9872A90A3E4E}"/>
              </a:ext>
            </a:extLst>
          </p:cNvPr>
          <p:cNvSpPr/>
          <p:nvPr/>
        </p:nvSpPr>
        <p:spPr>
          <a:xfrm>
            <a:off x="7466735" y="1953938"/>
            <a:ext cx="1118465" cy="1896702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23000">
                <a:srgbClr val="454C3E"/>
              </a:gs>
              <a:gs pos="84000">
                <a:srgbClr val="525A4A"/>
              </a:gs>
              <a:gs pos="6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47BC78-5FF6-ED06-9F9D-DA01E4A8B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862" y="719455"/>
            <a:ext cx="5553075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43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5645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麻呂 wattz</dc:creator>
  <cp:lastModifiedBy>麻呂 wattz</cp:lastModifiedBy>
  <cp:revision>73</cp:revision>
  <dcterms:created xsi:type="dcterms:W3CDTF">2025-07-22T02:41:50Z</dcterms:created>
  <dcterms:modified xsi:type="dcterms:W3CDTF">2025-07-26T00:46:57Z</dcterms:modified>
</cp:coreProperties>
</file>