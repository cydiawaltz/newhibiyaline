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6572-DD24-EFE5-8A4A-F75E72B40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BE369-2683-0F56-CD93-3F87228CD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1DAC-2DDA-AE28-9609-F97DD6D2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104A6-42B2-6888-2197-ED320342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39F1F-EF0C-0027-9435-FDA6CD61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43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534F-D87B-9CED-950C-06D26A39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2F53A-9C37-0649-5E5D-6F4EBC70D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5E968-9921-45BF-E783-3CF9896F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2D3CD-6FC0-0344-497F-A0663639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2F510-B934-7F7F-F25D-1CA79A25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81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F77C-BDA8-EA80-DE91-AF22E39E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2C834-6057-E2EC-B057-2434447C0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E7B21-E2BE-9D78-0C34-43D63E80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4EC19-7D03-CDA2-52F7-CC7C7228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5ACD2-3F09-5A06-3C8B-B8C9C605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218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A811-3369-0486-916B-067EB3DA3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CDD89-C472-C456-2070-EA4A2879B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2CADC-4723-B9FF-97AC-3895766B5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2C1B-F7CC-7B9A-5909-C02B62B7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4E76F-C01E-3CEE-1CD2-72394E84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5079C-07FD-DF91-76EE-632F4762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00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BCAE-213B-2C5D-21C0-AFD8CE6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28096-543A-8DA9-4F60-9540ED81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118CD-BBEB-AB47-F2B8-F3C39AFD6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A0609-6922-C9AD-4964-FF7B943BD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66BD9-2FED-718C-FE91-24D6E9D82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254A4-994E-021A-151E-3166492F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1E766-3030-4792-04F1-DE221300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36BA31-92F9-5129-3E61-CD29F81F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31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AC50-4E5D-EA60-4E51-556E36BD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2B2F8-EF22-7710-11C1-0F226908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F17A2-9E82-9A10-7C34-BD6AAB70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B8D1B-7C6C-CA76-D9AA-1A55A46B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12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4D270-3776-2B49-5B38-9DE8EA75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4C971-E2A9-85BE-CA6C-0EAFEC22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49CDE-D708-D46A-727D-80FD6FED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57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E8CC-EB18-D8C5-9014-A29E4AA9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6C3C-E208-E370-30C5-E37D52C7A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23F4A-A942-1312-9771-D31C19DC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E84E6-A3DC-3C42-3C0D-06A73A6C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2F8C-3010-B482-CE22-BAAE54D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70A5E-AE86-CD7B-87E2-39969FDC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8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75D0-C094-7230-1539-2F8D410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CF7045-CC86-C2F2-A2C8-1C68E0FEE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AFD9E-8F83-841B-5625-48629DC2D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CC5FB-E702-56BA-0229-12D56CE3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1CA5A-41BC-8013-2B43-2D8837DA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10BAE-622F-C1E9-5DA7-67A43EAE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91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6D49-340E-4B55-C745-F002E8C6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1189C-265D-615D-D55A-F56ED675B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B8F80-7C48-8094-F80C-134B1607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A61C5-D1B8-0437-9E68-EB5E420E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7917-E0CD-8BFD-309E-F9F6B96D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12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0A970-D930-59B2-4001-79D55D632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C6FE3-E50D-FCC6-76D2-6291B80DA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D4666-ECFE-51A5-E650-B95B66FB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8E95A-3906-C114-BBBA-DFFC5ABC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B9823-6668-41FD-D924-C9762EED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83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2D5DB-72B6-8AEF-A561-9DE1BE3E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2EA14-A262-7086-46E0-79A3568A6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7443D-89C2-795A-6179-10239FE56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8C65D-9805-4DE1-8E3A-AA5814129B1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11B33-D650-5E9F-B976-A0EF0135B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02A50-13E0-4F11-42E7-1088C44EB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F7AD8-DCCE-418E-B694-C06E6F762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98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5F4F1A-C15D-89BE-30F9-53204047F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53" y="1328785"/>
            <a:ext cx="875932" cy="243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EFCCA-EE8E-FB4D-C56E-F5FD92517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94" y="562063"/>
            <a:ext cx="4877481" cy="4877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A8A427-B81A-C12A-7D96-DDE362118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8000"/>
                    </a14:imgEffect>
                    <a14:imgEffect>
                      <a14:brightnessContrast bright="-20000" contrast="1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6614" y="679876"/>
            <a:ext cx="408265" cy="37163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B08929-BCAD-DF27-84F4-F6AFFDE6D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694" y="377758"/>
            <a:ext cx="688611" cy="487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75CC75-C3B6-8745-0D47-3545CDFC47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26000" contrast="30000"/>
                    </a14:imgEffect>
                  </a14:imgLayer>
                </a14:imgProps>
              </a:ext>
            </a:extLst>
          </a:blip>
          <a:srcRect b="1984"/>
          <a:stretch/>
        </p:blipFill>
        <p:spPr>
          <a:xfrm>
            <a:off x="1846950" y="679877"/>
            <a:ext cx="414863" cy="37287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48E3EF-E496-03AC-EC39-3A93CE89AE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26000" contrast="30000"/>
                    </a14:imgEffect>
                  </a14:imgLayer>
                </a14:imgProps>
              </a:ext>
            </a:extLst>
          </a:blip>
          <a:srcRect t="87234" b="8957"/>
          <a:stretch/>
        </p:blipFill>
        <p:spPr>
          <a:xfrm>
            <a:off x="1846950" y="4396198"/>
            <a:ext cx="414863" cy="67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2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3B5E0C4-82B7-0770-7351-DC2E34BA5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40" y="138896"/>
            <a:ext cx="10614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37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4</cp:revision>
  <dcterms:created xsi:type="dcterms:W3CDTF">2025-10-30T04:05:22Z</dcterms:created>
  <dcterms:modified xsi:type="dcterms:W3CDTF">2025-10-31T06:44:04Z</dcterms:modified>
</cp:coreProperties>
</file>