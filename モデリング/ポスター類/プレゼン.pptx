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73328"/>
    <a:srgbClr val="121214"/>
    <a:srgbClr val="192539"/>
    <a:srgbClr val="3B5979"/>
    <a:srgbClr val="254375"/>
    <a:srgbClr val="2B4F89"/>
    <a:srgbClr val="CACDC5"/>
    <a:srgbClr val="325B9E"/>
    <a:srgbClr val="264579"/>
    <a:srgbClr val="707E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7AA051-A42D-4CB0-8761-895C68CE1059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B6E5A2-D60E-4115-9E45-83C81AD3BEC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6008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B6E5A2-D60E-4115-9E45-83C81AD3BEC2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6024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03968E-B9D7-8EB0-6694-A6553129F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C5EE961-CF74-CB85-EA51-25BF640C23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F863F1-64B1-DE93-4541-E6D932D0D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F02CC-316E-46E0-B601-BFB73628A698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A59DB9D-C954-D347-8FFF-6AFC51EF7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8C54626-C739-4D70-911E-184DD1135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2C924-4918-4D8C-BF76-15A3B83688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8713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14E23F-7A2F-DA61-2480-03E93BBDE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7555C3E-0A0A-928B-FBAA-A36A4C6C5C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8439EEC-A80F-EB07-F5DE-28BE756EE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F02CC-316E-46E0-B601-BFB73628A698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7DA75E6-28A4-CE89-EBA2-25853D9EB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7379D14-EFAD-66A9-CBDE-8CB4BFC3D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2C924-4918-4D8C-BF76-15A3B83688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07351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7877E3-E2A8-975F-887E-E147A2AB9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11E33FD-3ECD-8BB8-4379-AB3A3AB896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03B42E-408F-D261-D4B1-140EA29F6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F02CC-316E-46E0-B601-BFB73628A698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47FB615-5A17-B1C2-8D40-98D94735D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3C2E96-FBA1-7F43-1120-019C7789C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2C924-4918-4D8C-BF76-15A3B83688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3587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B51632-A01F-5C9A-2E1F-34B61EB3F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32F809B-3C36-AA2E-2DDC-E329E027B8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22CD79A-1B85-A357-149E-390A83F0F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B209454-EEF6-0FB6-8063-7C214C1A9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F02CC-316E-46E0-B601-BFB73628A698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3F0A49A-85C3-DF5E-5C81-AF8F95A4C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6813324-6421-A04F-8E92-18D792E27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2C924-4918-4D8C-BF76-15A3B83688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288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5C2C67-FDD8-D0B0-5153-E8379C1AD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EECC0DD-85A2-851E-9119-5985E8AE3E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181F2E7-C09E-2B0F-7E1E-96904FD172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6F59CD2-71DD-CA67-3A0E-13413C58AE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80E2B6A-4B1B-B0C9-B980-B7C94CE5F7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CD495AD-D64E-BCDF-774F-BAAAD801C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F02CC-316E-46E0-B601-BFB73628A698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919CCBF-5A44-B726-7986-8E19292B2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FBC549E-3BBD-788F-D02B-A45167963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2C924-4918-4D8C-BF76-15A3B83688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80792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56A120-518F-FC19-7321-FC5626F60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615D52C-6DD3-424F-DC8C-6471E5AD7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F02CC-316E-46E0-B601-BFB73628A698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6E442E4-F2D5-33BA-43C4-CB65A908F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AE4B8FE-EF3E-36C1-9A06-12E827A9B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2C924-4918-4D8C-BF76-15A3B83688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7803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31571E9-0317-A3FE-28F9-8ED685F3D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F02CC-316E-46E0-B601-BFB73628A698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87C5FC6-3544-E435-5C1D-C7BA8C674C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AC6595C-A7C1-6AA4-1B6E-5D6E82535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2C924-4918-4D8C-BF76-15A3B83688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26399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2AC7FA-DE77-E391-E6F5-9C662E1BB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2D14713-AF7D-ADCB-E1B6-A12D026A4F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FED9288-E05F-B88A-4DB6-F19BB49F29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1F5EB2C-12A4-9F6E-9FB1-5205785D3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F02CC-316E-46E0-B601-BFB73628A698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18980F9-B7C5-DAFC-5E29-D43AA5059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30F41A-A8B9-6031-084E-A246B2792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2C924-4918-4D8C-BF76-15A3B83688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89879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42A360-33AE-2EB5-6C03-06F5E72B7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D3706FF-A27E-649C-022B-067FF97009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AF68E32-EEA4-9EDB-1734-3737B1EB10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7FE1775-5B8F-CCF0-3BD1-20E65814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F02CC-316E-46E0-B601-BFB73628A698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8C6E6E4-C9C0-E2F9-CC5C-2B8329252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6624FC6-9057-3E5A-DA5C-6A503F6CA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2C924-4918-4D8C-BF76-15A3B83688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4744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CB5BCC8-5068-40D6-6E56-707662724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14B29CC-CB7A-38F8-B7B5-D2DFC49A72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47706FA-A4CB-5ECE-4405-84E2310AE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F02CC-316E-46E0-B601-BFB73628A698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107BC1-224F-633F-1FFB-D6CF2ECE8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BE6B2FA-CC13-C493-C989-8EB849256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2C924-4918-4D8C-BF76-15A3B83688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0210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9CC8146-3836-A82F-C124-B0B7D330F9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A383131-2A0F-1035-94EF-92DED280ED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17CF646-88C7-0540-B3A6-37D028EC9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F02CC-316E-46E0-B601-BFB73628A698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659BA8-AB65-73B7-30C8-11A896358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CD667F8-D3DB-7FCE-C2AF-565F9E5A0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82C924-4918-4D8C-BF76-15A3B83688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3354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45E52AC-7958-703D-2763-E2E5DA559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45A63D5-3DCF-C4CB-8E84-A97C56AA0E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A6026C-6F98-6AAB-37E7-DDB26995AF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0F02CC-316E-46E0-B601-BFB73628A698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6D06327-511B-0277-A964-A7F5F847C9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DE34421-6A65-805A-6208-29DDB592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82C924-4918-4D8C-BF76-15A3B83688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83880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microsoft.com/office/2007/relationships/hdphoto" Target="../media/hdphoto2.wdp"/><Relationship Id="rId10" Type="http://schemas.microsoft.com/office/2007/relationships/hdphoto" Target="../media/hdphoto4.wdp"/><Relationship Id="rId4" Type="http://schemas.openxmlformats.org/officeDocument/2006/relationships/image" Target="../media/image11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B235BCD-6B89-15FA-16C8-45B7331E4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3066056" y="1149819"/>
            <a:ext cx="7235097" cy="1365810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7F128D7-D63F-B871-B762-BDAC102C72E3}"/>
              </a:ext>
            </a:extLst>
          </p:cNvPr>
          <p:cNvSpPr/>
          <p:nvPr/>
        </p:nvSpPr>
        <p:spPr>
          <a:xfrm>
            <a:off x="3175574" y="2856322"/>
            <a:ext cx="7235097" cy="1365811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7AE66CE2-254D-7945-9E7D-D92B1B1ABE7D}"/>
              </a:ext>
            </a:extLst>
          </p:cNvPr>
          <p:cNvSpPr/>
          <p:nvPr/>
        </p:nvSpPr>
        <p:spPr>
          <a:xfrm>
            <a:off x="3482503" y="3035431"/>
            <a:ext cx="3201102" cy="74471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48F8FB0B-80ED-3BB2-E4E5-C3A182174F5B}"/>
              </a:ext>
            </a:extLst>
          </p:cNvPr>
          <p:cNvSpPr/>
          <p:nvPr/>
        </p:nvSpPr>
        <p:spPr>
          <a:xfrm>
            <a:off x="6946587" y="3035431"/>
            <a:ext cx="3201102" cy="74471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二等辺三角形 8">
            <a:extLst>
              <a:ext uri="{FF2B5EF4-FFF2-40B4-BE49-F238E27FC236}">
                <a16:creationId xmlns:a16="http://schemas.microsoft.com/office/drawing/2014/main" id="{5E3DD9B4-5E7E-12AD-F6F6-4E0051C527BE}"/>
              </a:ext>
            </a:extLst>
          </p:cNvPr>
          <p:cNvSpPr/>
          <p:nvPr/>
        </p:nvSpPr>
        <p:spPr>
          <a:xfrm rot="10800000">
            <a:off x="3842425" y="3871608"/>
            <a:ext cx="340467" cy="277491"/>
          </a:xfrm>
          <a:prstGeom prst="triangl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二等辺三角形 9">
            <a:extLst>
              <a:ext uri="{FF2B5EF4-FFF2-40B4-BE49-F238E27FC236}">
                <a16:creationId xmlns:a16="http://schemas.microsoft.com/office/drawing/2014/main" id="{3CED41A1-4B94-16C8-AA14-AFF667BD7FF1}"/>
              </a:ext>
            </a:extLst>
          </p:cNvPr>
          <p:cNvSpPr/>
          <p:nvPr/>
        </p:nvSpPr>
        <p:spPr>
          <a:xfrm rot="10800000">
            <a:off x="6622888" y="3895927"/>
            <a:ext cx="340467" cy="277491"/>
          </a:xfrm>
          <a:prstGeom prst="triangl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二等辺三角形 10">
            <a:extLst>
              <a:ext uri="{FF2B5EF4-FFF2-40B4-BE49-F238E27FC236}">
                <a16:creationId xmlns:a16="http://schemas.microsoft.com/office/drawing/2014/main" id="{2AA318A0-493B-9963-5BEC-3FD825DCE0C5}"/>
              </a:ext>
            </a:extLst>
          </p:cNvPr>
          <p:cNvSpPr/>
          <p:nvPr/>
        </p:nvSpPr>
        <p:spPr>
          <a:xfrm rot="10800000">
            <a:off x="9403350" y="3862395"/>
            <a:ext cx="340467" cy="277491"/>
          </a:xfrm>
          <a:prstGeom prst="triangl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3776580-2DFE-B84B-12D9-80A32FF650B7}"/>
              </a:ext>
            </a:extLst>
          </p:cNvPr>
          <p:cNvSpPr/>
          <p:nvPr/>
        </p:nvSpPr>
        <p:spPr>
          <a:xfrm>
            <a:off x="3662138" y="3096893"/>
            <a:ext cx="701040" cy="621792"/>
          </a:xfrm>
          <a:prstGeom prst="rect">
            <a:avLst/>
          </a:prstGeom>
          <a:solidFill>
            <a:srgbClr val="2D50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834B0145-EF40-1A74-83A4-2582EF0B711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820" t="36712" r="7305" b="14294"/>
          <a:stretch/>
        </p:blipFill>
        <p:spPr>
          <a:xfrm rot="10800000">
            <a:off x="3712074" y="3107978"/>
            <a:ext cx="610823" cy="572069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5F9CBDC6-BAB4-03F0-C888-31C34FF79F1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8747" b="83465" l="66357" r="77546">
                        <a14:foregroundMark x1="69592" y1="82703" x2="69388" y2="82162"/>
                        <a14:foregroundMark x1="69490" y1="77297" x2="68571" y2="70811"/>
                        <a14:foregroundMark x1="67245" y1="82703" x2="66939" y2="8108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0063" t="33157" r="21055" b="10945"/>
          <a:stretch/>
        </p:blipFill>
        <p:spPr>
          <a:xfrm rot="10800000">
            <a:off x="4626160" y="3016690"/>
            <a:ext cx="642614" cy="763458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4EEB9081-A83B-6650-46E9-CB4DE89C4C0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8322" b="86525" l="26345" r="33173">
                        <a14:foregroundMark x1="30918" y1="38919" x2="31020" y2="41081"/>
                      </a14:backgroundRemoval>
                    </a14:imgEffect>
                    <a14:imgEffect>
                      <a14:sharpenSoften amount="100000"/>
                    </a14:imgEffect>
                    <a14:imgEffect>
                      <a14:saturation sat="13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5492" t="32296" r="65973" b="7450"/>
          <a:stretch/>
        </p:blipFill>
        <p:spPr>
          <a:xfrm rot="10800000">
            <a:off x="8074586" y="3011310"/>
            <a:ext cx="574306" cy="765406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0416654-3C34-8CBD-02B2-E743B7194874}"/>
              </a:ext>
            </a:extLst>
          </p:cNvPr>
          <p:cNvSpPr txBox="1"/>
          <p:nvPr/>
        </p:nvSpPr>
        <p:spPr>
          <a:xfrm>
            <a:off x="5243728" y="3055459"/>
            <a:ext cx="914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号車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6E14DC5-36E5-5D1C-25D4-58B87F581987}"/>
              </a:ext>
            </a:extLst>
          </p:cNvPr>
          <p:cNvSpPr txBox="1"/>
          <p:nvPr/>
        </p:nvSpPr>
        <p:spPr>
          <a:xfrm>
            <a:off x="8764709" y="3227810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Car</a:t>
            </a:r>
          </a:p>
          <a:p>
            <a:r>
              <a:rPr kumimoji="1" lang="en-US" altLang="ja-JP" sz="14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No.</a:t>
            </a:r>
            <a:endParaRPr kumimoji="1" lang="ja-JP" altLang="en-US" sz="1400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E06D6D45-EC6F-49EA-81BC-FA72161D2AEC}"/>
              </a:ext>
            </a:extLst>
          </p:cNvPr>
          <p:cNvSpPr/>
          <p:nvPr/>
        </p:nvSpPr>
        <p:spPr>
          <a:xfrm>
            <a:off x="7061752" y="3090993"/>
            <a:ext cx="712822" cy="621792"/>
          </a:xfrm>
          <a:prstGeom prst="rect">
            <a:avLst/>
          </a:prstGeom>
          <a:solidFill>
            <a:srgbClr val="CC78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481D68E9-9474-4C1A-08EB-C3B09584BFD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955" t="39806" r="51513" b="14668"/>
          <a:stretch/>
        </p:blipFill>
        <p:spPr>
          <a:xfrm rot="10800000">
            <a:off x="7082857" y="3130903"/>
            <a:ext cx="664180" cy="541972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816CB58-688E-B702-5300-D1DF8C6A989A}"/>
              </a:ext>
            </a:extLst>
          </p:cNvPr>
          <p:cNvSpPr txBox="1"/>
          <p:nvPr/>
        </p:nvSpPr>
        <p:spPr>
          <a:xfrm>
            <a:off x="8708355" y="3046922"/>
            <a:ext cx="914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号車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B5D043D-0297-C8E9-618A-9537CDD5D4A6}"/>
              </a:ext>
            </a:extLst>
          </p:cNvPr>
          <p:cNvSpPr txBox="1"/>
          <p:nvPr/>
        </p:nvSpPr>
        <p:spPr>
          <a:xfrm>
            <a:off x="5315241" y="3277617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Car</a:t>
            </a:r>
          </a:p>
          <a:p>
            <a:r>
              <a:rPr kumimoji="1" lang="en-US" altLang="ja-JP" sz="14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No.</a:t>
            </a:r>
            <a:endParaRPr kumimoji="1" lang="ja-JP" altLang="en-US" sz="1400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23837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07AE498-219C-DED3-6EDE-7CDBC77A81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9430" y="2292856"/>
            <a:ext cx="1759062" cy="24387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5009837-A9C3-663B-9454-8A2CF738001A}"/>
              </a:ext>
            </a:extLst>
          </p:cNvPr>
          <p:cNvSpPr/>
          <p:nvPr/>
        </p:nvSpPr>
        <p:spPr>
          <a:xfrm>
            <a:off x="1760220" y="2491740"/>
            <a:ext cx="1623060" cy="1249680"/>
          </a:xfrm>
          <a:prstGeom prst="rect">
            <a:avLst/>
          </a:prstGeom>
          <a:solidFill>
            <a:srgbClr val="B0A85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D91A15-EB40-DEC6-100B-195A028ACADF}"/>
              </a:ext>
            </a:extLst>
          </p:cNvPr>
          <p:cNvSpPr txBox="1"/>
          <p:nvPr/>
        </p:nvSpPr>
        <p:spPr>
          <a:xfrm>
            <a:off x="3583742" y="2311133"/>
            <a:ext cx="18074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/>
              <a:t>目の前の人を</a:t>
            </a:r>
            <a:endParaRPr lang="en-US" altLang="ja-JP" b="1" dirty="0"/>
          </a:p>
          <a:p>
            <a:r>
              <a:rPr lang="ja-JP" altLang="en-US" b="1" dirty="0"/>
              <a:t>愛すより、</a:t>
            </a:r>
            <a:endParaRPr lang="en-US" altLang="ja-JP" b="1" dirty="0"/>
          </a:p>
          <a:p>
            <a:r>
              <a:rPr lang="ja-JP" altLang="en-US" b="1" dirty="0"/>
              <a:t>必要なことって</a:t>
            </a:r>
            <a:endParaRPr lang="en-US" altLang="ja-JP" b="1" dirty="0"/>
          </a:p>
          <a:p>
            <a:r>
              <a:rPr lang="ja-JP" altLang="en-US" b="1" dirty="0"/>
              <a:t>なんですか？</a:t>
            </a:r>
            <a:endParaRPr lang="en-US" altLang="ja-JP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1A3891-913D-0691-F419-4EE96815CDC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979" r="7727"/>
          <a:stretch/>
        </p:blipFill>
        <p:spPr>
          <a:xfrm>
            <a:off x="1778745" y="2503417"/>
            <a:ext cx="1660431" cy="132294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8D2646-74CF-4C0C-1DAA-8645AF5CEA8D}"/>
              </a:ext>
            </a:extLst>
          </p:cNvPr>
          <p:cNvSpPr txBox="1"/>
          <p:nvPr/>
        </p:nvSpPr>
        <p:spPr>
          <a:xfrm>
            <a:off x="3570452" y="3438691"/>
            <a:ext cx="2374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/>
              <a:t>失って初めて、</a:t>
            </a:r>
            <a:endParaRPr lang="en-US" altLang="ja-JP" b="1" dirty="0"/>
          </a:p>
          <a:p>
            <a:r>
              <a:rPr lang="ja-JP" altLang="en-US" b="1" dirty="0"/>
              <a:t>幸せを思い出すの？</a:t>
            </a:r>
            <a:endParaRPr lang="en-US" altLang="ja-JP" b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3C4D1E-48DE-F1F0-5949-5444634CBD90}"/>
              </a:ext>
            </a:extLst>
          </p:cNvPr>
          <p:cNvSpPr/>
          <p:nvPr/>
        </p:nvSpPr>
        <p:spPr>
          <a:xfrm>
            <a:off x="866140" y="828200"/>
            <a:ext cx="1623060" cy="1249680"/>
          </a:xfrm>
          <a:prstGeom prst="rect">
            <a:avLst/>
          </a:prstGeom>
          <a:solidFill>
            <a:srgbClr val="B0A85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DDDFCDB-F108-5305-053E-14255B521951}"/>
              </a:ext>
            </a:extLst>
          </p:cNvPr>
          <p:cNvSpPr/>
          <p:nvPr/>
        </p:nvSpPr>
        <p:spPr>
          <a:xfrm>
            <a:off x="2087880" y="3753098"/>
            <a:ext cx="487680" cy="198884"/>
          </a:xfrm>
          <a:prstGeom prst="rect">
            <a:avLst/>
          </a:prstGeom>
          <a:solidFill>
            <a:srgbClr val="B0A85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F41F93D-2621-CBE8-5AB6-7674FA2AE6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V="1">
            <a:off x="2053728" y="3761857"/>
            <a:ext cx="555984" cy="17268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891096D8-9981-A4BC-1990-A6F36D5DD94E}"/>
              </a:ext>
            </a:extLst>
          </p:cNvPr>
          <p:cNvSpPr/>
          <p:nvPr/>
        </p:nvSpPr>
        <p:spPr>
          <a:xfrm>
            <a:off x="2724322" y="3755001"/>
            <a:ext cx="555984" cy="198884"/>
          </a:xfrm>
          <a:prstGeom prst="rect">
            <a:avLst/>
          </a:prstGeom>
          <a:solidFill>
            <a:srgbClr val="B0A85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C4E370-7780-EB62-C62D-296BFE614EDD}"/>
              </a:ext>
            </a:extLst>
          </p:cNvPr>
          <p:cNvSpPr txBox="1"/>
          <p:nvPr/>
        </p:nvSpPr>
        <p:spPr>
          <a:xfrm>
            <a:off x="3652412" y="4038409"/>
            <a:ext cx="2946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/>
              <a:t>Human being : This is a journey to find your love.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74CBF69-877F-1361-3045-EB770E043D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7715" y="3774148"/>
            <a:ext cx="705685" cy="17783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02D4349-26E7-323F-4572-2C0DF8FE939D}"/>
              </a:ext>
            </a:extLst>
          </p:cNvPr>
          <p:cNvSpPr/>
          <p:nvPr/>
        </p:nvSpPr>
        <p:spPr>
          <a:xfrm>
            <a:off x="1778745" y="4422200"/>
            <a:ext cx="1660431" cy="291810"/>
          </a:xfrm>
          <a:prstGeom prst="rect">
            <a:avLst/>
          </a:prstGeom>
          <a:solidFill>
            <a:srgbClr val="B1B1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CD03EA-504D-E81C-23B7-432B5893EA4A}"/>
              </a:ext>
            </a:extLst>
          </p:cNvPr>
          <p:cNvSpPr txBox="1"/>
          <p:nvPr/>
        </p:nvSpPr>
        <p:spPr>
          <a:xfrm>
            <a:off x="3635301" y="1186422"/>
            <a:ext cx="65203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b="1" dirty="0"/>
              <a:t>Flashback to 2019–2020, when life was full of happiness.</a:t>
            </a:r>
            <a:br>
              <a:rPr lang="en-US" altLang="ja-JP" b="1" dirty="0"/>
            </a:br>
            <a:r>
              <a:rPr lang="en-US" altLang="ja-JP" b="1" dirty="0"/>
              <a:t>It wasn’t so long ago, yet I’ve come so far.</a:t>
            </a:r>
            <a:br>
              <a:rPr lang="en-US" altLang="ja-JP" b="1" dirty="0"/>
            </a:br>
            <a:r>
              <a:rPr lang="en-US" altLang="ja-JP" b="1" dirty="0"/>
              <a:t>That’s why this is the final travel to Return.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46C060C-0607-A864-B8EA-82EA5863DA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5451" y="4416131"/>
            <a:ext cx="1653725" cy="26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9959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六本木駅の発車標 | 鉄道好きの旅日記＆写真館">
            <a:extLst>
              <a:ext uri="{FF2B5EF4-FFF2-40B4-BE49-F238E27FC236}">
                <a16:creationId xmlns:a16="http://schemas.microsoft.com/office/drawing/2014/main" id="{85B66BE7-EE58-2E35-4F7E-507098B99F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50" t="35800" r="919" b="24200"/>
          <a:stretch/>
        </p:blipFill>
        <p:spPr bwMode="auto">
          <a:xfrm>
            <a:off x="5179059" y="528320"/>
            <a:ext cx="5397501" cy="15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E245C61-BCBE-37FC-7AE6-A25A502329D3}"/>
              </a:ext>
            </a:extLst>
          </p:cNvPr>
          <p:cNvSpPr/>
          <p:nvPr/>
        </p:nvSpPr>
        <p:spPr>
          <a:xfrm>
            <a:off x="820420" y="2252980"/>
            <a:ext cx="8704580" cy="2125980"/>
          </a:xfrm>
          <a:prstGeom prst="rect">
            <a:avLst/>
          </a:prstGeom>
          <a:gradFill>
            <a:gsLst>
              <a:gs pos="0">
                <a:srgbClr val="181B22"/>
              </a:gs>
              <a:gs pos="11000">
                <a:srgbClr val="192334"/>
              </a:gs>
              <a:gs pos="42000">
                <a:srgbClr val="1B2B48"/>
              </a:gs>
              <a:gs pos="100000">
                <a:srgbClr val="192539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320540-CC28-F9E6-36DE-CB51D53EB696}"/>
              </a:ext>
            </a:extLst>
          </p:cNvPr>
          <p:cNvSpPr txBox="1"/>
          <p:nvPr/>
        </p:nvSpPr>
        <p:spPr>
          <a:xfrm>
            <a:off x="1856739" y="528320"/>
            <a:ext cx="2611318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500" dirty="0">
                <a:ln>
                  <a:solidFill>
                    <a:srgbClr val="CACDC5"/>
                  </a:solidFill>
                </a:ln>
                <a:solidFill>
                  <a:srgbClr val="CACDC5"/>
                </a:solidFill>
                <a:effectLst>
                  <a:glow>
                    <a:srgbClr val="CACDC5"/>
                  </a:glow>
                </a:effectLst>
              </a:rPr>
              <a:t>中目黒方面</a:t>
            </a:r>
            <a:endParaRPr lang="en-US" altLang="ja-JP" sz="3500" dirty="0">
              <a:ln>
                <a:solidFill>
                  <a:srgbClr val="CACDC5"/>
                </a:solidFill>
              </a:ln>
              <a:solidFill>
                <a:srgbClr val="CACDC5"/>
              </a:solidFill>
              <a:effectLst>
                <a:glow>
                  <a:srgbClr val="CACDC5"/>
                </a:glow>
              </a:effectLs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71A2A8-528E-3975-D970-0A3E2410287B}"/>
              </a:ext>
            </a:extLst>
          </p:cNvPr>
          <p:cNvSpPr txBox="1"/>
          <p:nvPr/>
        </p:nvSpPr>
        <p:spPr>
          <a:xfrm>
            <a:off x="3964698" y="398324"/>
            <a:ext cx="97790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7000" b="1" dirty="0">
                <a:ln>
                  <a:solidFill>
                    <a:srgbClr val="CACDC5"/>
                  </a:solidFill>
                </a:ln>
                <a:solidFill>
                  <a:srgbClr val="CACDC5"/>
                </a:solidFill>
                <a:effectLst>
                  <a:glow>
                    <a:srgbClr val="CACDC5"/>
                  </a:glow>
                </a:effectLst>
              </a:rPr>
              <a:t>１</a:t>
            </a:r>
            <a:endParaRPr lang="en-US" altLang="ja-JP" sz="7000" b="1" dirty="0">
              <a:ln>
                <a:solidFill>
                  <a:srgbClr val="CACDC5"/>
                </a:solidFill>
              </a:ln>
              <a:solidFill>
                <a:srgbClr val="CACDC5"/>
              </a:solidFill>
              <a:effectLst>
                <a:glow>
                  <a:srgbClr val="CACDC5"/>
                </a:glow>
              </a:effectLst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EA1445D-50B7-5F7C-E832-6E9F117C4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8820" y="1982718"/>
            <a:ext cx="2672080" cy="118974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E97FE12-1053-0654-DDA5-43235C6676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  <a14:imgEffect>
                      <a14:brightnessContrast bright="2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621144" y="2423847"/>
            <a:ext cx="2513330" cy="112573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03F41CB-BB0E-0AF5-1DBD-F9525F6FF5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880" y="156793"/>
            <a:ext cx="9030960" cy="37152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5C6076E-11DE-F493-70CD-2AE158A18EC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-7000"/>
                    </a14:imgEffect>
                    <a14:imgEffect>
                      <a14:colorTemperature colorTemp="5884"/>
                    </a14:imgEffect>
                    <a14:imgEffect>
                      <a14:saturation sat="149000"/>
                    </a14:imgEffect>
                    <a14:imgEffect>
                      <a14:brightnessContrast bright="-9000" contrast="-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40343" y="2526789"/>
            <a:ext cx="5680801" cy="161316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CAC2375-F8AF-EAA7-3DD3-C353FC370BD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17000" contrast="-54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170420" y="3648558"/>
            <a:ext cx="1872614" cy="56460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1063E537-C6D7-AB14-3DA0-C0D7BAA551D1}"/>
              </a:ext>
            </a:extLst>
          </p:cNvPr>
          <p:cNvSpPr/>
          <p:nvPr/>
        </p:nvSpPr>
        <p:spPr>
          <a:xfrm>
            <a:off x="891540" y="2491740"/>
            <a:ext cx="5729604" cy="1661160"/>
          </a:xfrm>
          <a:prstGeom prst="rect">
            <a:avLst/>
          </a:prstGeom>
          <a:gradFill flip="none" rotWithShape="1">
            <a:gsLst>
              <a:gs pos="100000">
                <a:schemeClr val="tx1">
                  <a:alpha val="40000"/>
                </a:schemeClr>
              </a:gs>
              <a:gs pos="75000">
                <a:schemeClr val="tx1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5D127DE-CD6E-AFB7-DD25-DCC9E5DB2009}"/>
              </a:ext>
            </a:extLst>
          </p:cNvPr>
          <p:cNvSpPr/>
          <p:nvPr/>
        </p:nvSpPr>
        <p:spPr>
          <a:xfrm>
            <a:off x="820420" y="4445176"/>
            <a:ext cx="8704580" cy="299720"/>
          </a:xfrm>
          <a:prstGeom prst="rect">
            <a:avLst/>
          </a:prstGeom>
          <a:solidFill>
            <a:srgbClr val="121214"/>
          </a:solidFill>
          <a:ln w="38100">
            <a:solidFill>
              <a:srgbClr val="37332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2798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E20C4-ACA0-C323-925E-B3FC8ECEA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34ACD8-E7A9-1B7C-ABA1-2C96EB562B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371" y="990600"/>
            <a:ext cx="6073629" cy="48768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5AAED65-ADDE-EC0C-76E0-1B29D0DB9A7C}"/>
              </a:ext>
            </a:extLst>
          </p:cNvPr>
          <p:cNvSpPr/>
          <p:nvPr/>
        </p:nvSpPr>
        <p:spPr>
          <a:xfrm>
            <a:off x="4361577" y="1700513"/>
            <a:ext cx="4224760" cy="4166887"/>
          </a:xfrm>
          <a:prstGeom prst="rect">
            <a:avLst/>
          </a:prstGeom>
          <a:gradFill flip="none" rotWithShape="1">
            <a:gsLst>
              <a:gs pos="31000">
                <a:schemeClr val="tx1">
                  <a:alpha val="50000"/>
                </a:schemeClr>
              </a:gs>
              <a:gs pos="100000">
                <a:schemeClr val="tx1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0113CA-41A6-4ADD-36ED-94ACD36B5BCE}"/>
              </a:ext>
            </a:extLst>
          </p:cNvPr>
          <p:cNvSpPr/>
          <p:nvPr/>
        </p:nvSpPr>
        <p:spPr>
          <a:xfrm>
            <a:off x="8586337" y="1700512"/>
            <a:ext cx="4224760" cy="4166887"/>
          </a:xfrm>
          <a:prstGeom prst="rect">
            <a:avLst/>
          </a:prstGeom>
          <a:gradFill flip="none" rotWithShape="1">
            <a:gsLst>
              <a:gs pos="15000">
                <a:schemeClr val="tx1">
                  <a:alpha val="50000"/>
                </a:schemeClr>
              </a:gs>
              <a:gs pos="0">
                <a:schemeClr val="tx1">
                  <a:alpha val="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9601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5959</TotalTime>
  <Words>84</Words>
  <Application>Microsoft Office PowerPoint</Application>
  <PresentationFormat>Widescreen</PresentationFormat>
  <Paragraphs>17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ＭＳ Ｐゴシック</vt:lpstr>
      <vt:lpstr>游ゴシック</vt:lpstr>
      <vt:lpstr>游ゴシック Light</vt:lpstr>
      <vt:lpstr>Arial</vt:lpstr>
      <vt:lpstr>Office テーマ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wattz</dc:creator>
  <cp:lastModifiedBy>麻呂 wattz</cp:lastModifiedBy>
  <cp:revision>40</cp:revision>
  <dcterms:created xsi:type="dcterms:W3CDTF">2024-01-18T00:32:43Z</dcterms:created>
  <dcterms:modified xsi:type="dcterms:W3CDTF">2026-01-15T06:59:27Z</dcterms:modified>
</cp:coreProperties>
</file>