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67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A9C"/>
    <a:srgbClr val="FF00FF"/>
    <a:srgbClr val="57575D"/>
    <a:srgbClr val="8E8E96"/>
    <a:srgbClr val="98999C"/>
    <a:srgbClr val="EFF2F4"/>
    <a:srgbClr val="C3C5C9"/>
    <a:srgbClr val="9CA1A2"/>
    <a:srgbClr val="FFF20E"/>
    <a:srgbClr val="0040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8" autoAdjust="0"/>
    <p:restoredTop sz="94660"/>
  </p:normalViewPr>
  <p:slideViewPr>
    <p:cSldViewPr snapToGrid="0">
      <p:cViewPr>
        <p:scale>
          <a:sx n="75" d="100"/>
          <a:sy n="75" d="100"/>
        </p:scale>
        <p:origin x="317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E05F1-C022-4506-9597-88E9A0D0B788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B2471-A8D2-4CAD-858F-6EB530BF0C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8253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2471-A8D2-4CAD-858F-6EB530BF0CE2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9555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7668BC-CF61-D66F-A3B5-A6CA988A7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4952D1-53A2-7B20-9FE2-D2C691552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4CAB4D-362E-7D65-474A-9D0092B3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DCCE03-DECE-6809-22C2-631C8BD7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2C8459-B600-7E8B-E22E-B282B78C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048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C4DB8E-1FBF-32BD-F3EF-D109457B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B6F32D-CA63-5A67-900F-AEF470F7B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F352D1-6A24-7A4F-A035-4D254393B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770367-8B64-C363-0529-B8215472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9977E1-59B6-FBF0-DE3D-95A75B99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166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02CA5B-5160-54B2-81F3-AE4B44B60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5AC164-CF61-9BCB-F1B3-0896EE7CA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9B8C7F-9FC8-047D-4367-F836CCF83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DB250E-0868-9C09-01E0-88D865A0E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7DCBF8-3DE1-31C5-28D2-152D1071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175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3F6B7C-1BE3-3A2B-AE9E-58352E0AC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66172D-C832-5568-73C6-CCD5F8C62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785285-50D3-0D87-75C1-B955687D5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D648ED-83AB-C0FD-A8C3-2037D4BD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8A1DB4-3457-A265-C58F-196BBCC23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2E8BA5-A7F2-C7CE-C2A6-B0D19C75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5995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B3A3A5-A2B5-D25D-73DC-545A7D10C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18D7D4-A2E9-C1A1-6BA0-D4F5DF4CF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FF0CD4-BE20-A1B9-C157-8B59035F1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1127B9-EF3D-A90C-AD42-C49395A5F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4B6DBD7-2742-D926-EC96-025E54B45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6FD7224-2B3D-0263-05FF-FBB409ABA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665E48-FCA9-D112-5D80-27295B660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B6EED2-B108-97D1-5A3C-581712CC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42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82843F-7086-8332-8507-F40759C5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CC2A8A-1DBE-A44D-A074-443CCC7AF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9F97450-DE55-5625-37D7-6D2B08C1D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DF182C-1EC8-C85E-BBBA-0DDD408B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810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9E3A295-A292-EC0D-7EF6-6634A9CE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A20F28-0EAC-D80A-D5FC-4859495E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B8411E-DB22-3691-23CC-17E3633A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810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F433B1-FBDF-5B54-98E9-30E0274F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DCF5E7-1ADB-394E-D4A8-E3B493A2B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70EA12-98E8-DBB3-F1F1-2426E63F1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84B7DD-E4FE-B418-1748-BA9F39DFE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41A552-0881-92FE-AFF2-A0839A5E1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95E031-75D5-1210-8C0B-ACFE6CB7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616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1D0BA2-6978-3513-B6A7-1D235613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16AE9B3-A95F-8130-D8A6-A0C00BA1F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A86794-15E8-48D3-3CC5-DAF19CAD0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7240F2-D320-E7A1-D7CB-1B732EE5A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A76A03-DEAE-C250-1DFA-A8BC2A0A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2160AE-475D-EF73-7867-E5A59D22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36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9354D6-3027-C9C6-DBBF-485B864B0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1F76DB-5BFA-57ED-BD84-3F04FDFDE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65A494-78CD-C896-D338-1517BF8D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B955E2-6BBD-5CC7-8346-6303C78F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1FE33A-1FE4-C01C-F8F8-4CD5C4A2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8344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D2171B-0C1F-EB75-3E98-75D6364B6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0D9A4A8-969F-16F8-0814-7420BDCFA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BBB017-199B-5753-9943-AF5CE361B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B26052-9FAF-9051-E34F-C7B18ECF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68C33D-16B8-2132-9E1A-AFF745F6B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756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BDDFA60-A23B-92C8-B786-0799FE33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D49689-9D6C-F2AF-3EA4-69C1E5141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9C95B9-9C13-B798-46E5-1B92EA6A7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8FD9E-6C2E-4441-8FDE-9ECBB37349A0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C0AE9D-8761-2AAE-7505-0EA7095B6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31107A-11A2-8D66-12CD-7F35306EA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7EDE9-C0DC-4D93-B224-014368AF56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37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FAB751E-A343-9150-5A6E-51FCFF62A907}"/>
              </a:ext>
            </a:extLst>
          </p:cNvPr>
          <p:cNvSpPr/>
          <p:nvPr/>
        </p:nvSpPr>
        <p:spPr>
          <a:xfrm>
            <a:off x="5354344" y="1018200"/>
            <a:ext cx="4372803" cy="4277337"/>
          </a:xfrm>
          <a:prstGeom prst="rect">
            <a:avLst/>
          </a:prstGeom>
          <a:solidFill>
            <a:srgbClr val="F2EC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7FD7CDE-8A54-588D-9E88-34042E80179B}"/>
              </a:ext>
            </a:extLst>
          </p:cNvPr>
          <p:cNvCxnSpPr>
            <a:cxnSpLocks/>
          </p:cNvCxnSpPr>
          <p:nvPr/>
        </p:nvCxnSpPr>
        <p:spPr>
          <a:xfrm flipH="1">
            <a:off x="5174009" y="3611874"/>
            <a:ext cx="538196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E7AFE08-F47A-0A99-FEC5-9596914F8A12}"/>
              </a:ext>
            </a:extLst>
          </p:cNvPr>
          <p:cNvCxnSpPr>
            <a:cxnSpLocks/>
          </p:cNvCxnSpPr>
          <p:nvPr/>
        </p:nvCxnSpPr>
        <p:spPr>
          <a:xfrm flipH="1">
            <a:off x="5120670" y="4465288"/>
            <a:ext cx="538196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E72C9E1-7765-E995-2CE3-3FC008FD8286}"/>
              </a:ext>
            </a:extLst>
          </p:cNvPr>
          <p:cNvSpPr/>
          <p:nvPr/>
        </p:nvSpPr>
        <p:spPr>
          <a:xfrm>
            <a:off x="5298467" y="5291423"/>
            <a:ext cx="5257508" cy="388276"/>
          </a:xfrm>
          <a:prstGeom prst="rect">
            <a:avLst/>
          </a:prstGeom>
          <a:gradFill>
            <a:gsLst>
              <a:gs pos="0">
                <a:srgbClr val="9C9896"/>
              </a:gs>
              <a:gs pos="80000">
                <a:schemeClr val="tx1">
                  <a:lumMod val="65000"/>
                  <a:lumOff val="35000"/>
                </a:schemeClr>
              </a:gs>
              <a:gs pos="100000">
                <a:srgbClr val="5E503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6D5AA2D-7CDC-D03C-ECF2-874C2473CBB3}"/>
              </a:ext>
            </a:extLst>
          </p:cNvPr>
          <p:cNvSpPr/>
          <p:nvPr/>
        </p:nvSpPr>
        <p:spPr>
          <a:xfrm>
            <a:off x="5354344" y="5440040"/>
            <a:ext cx="5201630" cy="1326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831B420-CA5D-57B5-06B5-4771FEFD676A}"/>
              </a:ext>
            </a:extLst>
          </p:cNvPr>
          <p:cNvCxnSpPr>
            <a:cxnSpLocks/>
          </p:cNvCxnSpPr>
          <p:nvPr/>
        </p:nvCxnSpPr>
        <p:spPr>
          <a:xfrm flipH="1">
            <a:off x="5298467" y="1014065"/>
            <a:ext cx="538196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図 20">
            <a:extLst>
              <a:ext uri="{FF2B5EF4-FFF2-40B4-BE49-F238E27FC236}">
                <a16:creationId xmlns:a16="http://schemas.microsoft.com/office/drawing/2014/main" id="{330B73C0-7EA5-3B87-8C8A-FAB25D71D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9" y="291830"/>
            <a:ext cx="4098140" cy="4698995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CF4945C-B276-D687-9DE1-F7917AC8CEF8}"/>
              </a:ext>
            </a:extLst>
          </p:cNvPr>
          <p:cNvSpPr/>
          <p:nvPr/>
        </p:nvSpPr>
        <p:spPr>
          <a:xfrm>
            <a:off x="5212920" y="2550825"/>
            <a:ext cx="5381963" cy="388276"/>
          </a:xfrm>
          <a:prstGeom prst="rect">
            <a:avLst/>
          </a:prstGeom>
          <a:solidFill>
            <a:srgbClr val="A09A9C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6DDB57-70EB-3F8C-D68F-01D591CF0455}"/>
              </a:ext>
            </a:extLst>
          </p:cNvPr>
          <p:cNvSpPr/>
          <p:nvPr/>
        </p:nvSpPr>
        <p:spPr>
          <a:xfrm>
            <a:off x="6631054" y="1502932"/>
            <a:ext cx="1819381" cy="8587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9000">
                <a:schemeClr val="bg1">
                  <a:alpha val="70000"/>
                </a:schemeClr>
              </a:gs>
              <a:gs pos="63000">
                <a:schemeClr val="bg1">
                  <a:lumMod val="95000"/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DC20C81-6293-7478-F195-5F212766B1C9}"/>
              </a:ext>
            </a:extLst>
          </p:cNvPr>
          <p:cNvCxnSpPr>
            <a:cxnSpLocks/>
          </p:cNvCxnSpPr>
          <p:nvPr/>
        </p:nvCxnSpPr>
        <p:spPr>
          <a:xfrm flipH="1">
            <a:off x="5120669" y="1898931"/>
            <a:ext cx="538196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BE5FD08-E15C-A87C-6A42-DE884B1526FD}"/>
              </a:ext>
            </a:extLst>
          </p:cNvPr>
          <p:cNvCxnSpPr>
            <a:cxnSpLocks/>
          </p:cNvCxnSpPr>
          <p:nvPr/>
        </p:nvCxnSpPr>
        <p:spPr>
          <a:xfrm>
            <a:off x="7543756" y="1021154"/>
            <a:ext cx="0" cy="4876651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4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509F46F-9961-09FF-FDF5-D2DBE079C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757" y="1676431"/>
            <a:ext cx="2428875" cy="139065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D2A3B76-EFE0-892A-3960-CED23E603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67437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50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FA59BA7-8D3B-1152-3953-EA10CD1AAA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89"/>
          <a:stretch/>
        </p:blipFill>
        <p:spPr>
          <a:xfrm>
            <a:off x="1084580" y="572770"/>
            <a:ext cx="2479040" cy="51435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4FB417E-EE75-EB4A-A0A6-F8EFC56D78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>
            <a:off x="3900802" y="2034732"/>
            <a:ext cx="571890" cy="73846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A2B6114-636E-0F34-ADB7-2145C19E6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05519" y="707218"/>
            <a:ext cx="1174001" cy="106460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18A1BA5-37CF-8E52-F12A-DD9462BD45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4472692" y="1708596"/>
            <a:ext cx="521834" cy="106460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003475F-A628-7CA1-F551-B334392826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4994526" y="1708596"/>
            <a:ext cx="571890" cy="106460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7C62E52-C094-1EA5-A588-65B47E450D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5566416" y="1708596"/>
            <a:ext cx="521834" cy="106460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0A00889-744F-6F2A-A055-AF8D55F0CA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6073908" y="1708596"/>
            <a:ext cx="571890" cy="106460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F1F5A40-2E76-D69F-B543-4EA0E5B66D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6645798" y="1708596"/>
            <a:ext cx="521834" cy="106460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BFDDCE7F-DFF5-EEDC-C1C6-E5A5CE0CB1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7167632" y="1708596"/>
            <a:ext cx="571890" cy="106460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E5AF831-3D08-1948-14CF-E88C457EBC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7739522" y="1708596"/>
            <a:ext cx="521834" cy="1064604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7CAD8263-D010-272A-4174-1DF6F21F42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V="1">
            <a:off x="3013989" y="2422611"/>
            <a:ext cx="571890" cy="527771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468D677E-E4F2-87AC-FA79-6AB1D7F8CE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3911932" y="1242252"/>
            <a:ext cx="368191" cy="79248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CAD48D5C-0322-4423-B2AA-DD01F78F71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4241025" y="1242252"/>
            <a:ext cx="316485" cy="79248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338F231A-AC4B-196A-3429-A7520FE27A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4557508" y="1242252"/>
            <a:ext cx="742951" cy="79248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CB3942ED-C77E-9121-9B8B-8CBD279604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5961506" y="1238188"/>
            <a:ext cx="742951" cy="79248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A9C0C190-B0A3-AF27-35D5-CE2D6AB3E0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5275400" y="1239728"/>
            <a:ext cx="368191" cy="792480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A9FC4394-86E6-EFAD-CA4C-2932647394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5630566" y="1239728"/>
            <a:ext cx="336809" cy="792480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FCEC9476-A16E-C1F8-E7B9-76ED7AC4A9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6698588" y="1236648"/>
            <a:ext cx="368191" cy="79248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F0E3606A-6C5C-1B5D-F581-B46D6D30F6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6698588" y="1236648"/>
            <a:ext cx="368191" cy="79248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C5EE0C07-F998-CF94-429D-36826B10F4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7066779" y="1236648"/>
            <a:ext cx="368191" cy="792480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51E93392-8B2B-B770-3D9D-6D023B6E07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7435670" y="1236648"/>
            <a:ext cx="742951" cy="79248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0373165F-9831-6D45-AC3E-976F599429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7975488" y="1236648"/>
            <a:ext cx="742951" cy="792480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9BE33FBC-FBCF-3CF3-8478-D14F8F4785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8234707" y="1966673"/>
            <a:ext cx="742951" cy="79248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3189B0C-7660-E0ED-FACD-172F9D048639}"/>
              </a:ext>
            </a:extLst>
          </p:cNvPr>
          <p:cNvSpPr/>
          <p:nvPr/>
        </p:nvSpPr>
        <p:spPr>
          <a:xfrm>
            <a:off x="3930710" y="707218"/>
            <a:ext cx="4432563" cy="5143500"/>
          </a:xfrm>
          <a:prstGeom prst="rect">
            <a:avLst/>
          </a:prstGeom>
          <a:gradFill>
            <a:gsLst>
              <a:gs pos="0">
                <a:srgbClr val="8E857C"/>
              </a:gs>
              <a:gs pos="35000">
                <a:srgbClr val="C0BAB5">
                  <a:alpha val="10000"/>
                </a:srgbClr>
              </a:gs>
              <a:gs pos="16000">
                <a:srgbClr val="C4BEB8">
                  <a:alpha val="10000"/>
                </a:srgbClr>
              </a:gs>
              <a:gs pos="10000">
                <a:srgbClr val="C8C1BB"/>
              </a:gs>
              <a:gs pos="100000">
                <a:srgbClr val="8A857C"/>
              </a:gs>
              <a:gs pos="96000">
                <a:srgbClr val="A8A39B"/>
              </a:gs>
              <a:gs pos="42000">
                <a:srgbClr val="CDC6B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42DC917D-D082-C0DA-D3FA-12663290F589}"/>
              </a:ext>
            </a:extLst>
          </p:cNvPr>
          <p:cNvCxnSpPr>
            <a:cxnSpLocks/>
          </p:cNvCxnSpPr>
          <p:nvPr/>
        </p:nvCxnSpPr>
        <p:spPr>
          <a:xfrm>
            <a:off x="8261291" y="420370"/>
            <a:ext cx="0" cy="5541651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BD954B04-B92E-8649-E451-9AED40882131}"/>
              </a:ext>
            </a:extLst>
          </p:cNvPr>
          <p:cNvCxnSpPr>
            <a:cxnSpLocks/>
          </p:cNvCxnSpPr>
          <p:nvPr/>
        </p:nvCxnSpPr>
        <p:spPr>
          <a:xfrm>
            <a:off x="7184161" y="470527"/>
            <a:ext cx="0" cy="5541651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9495B15-BECE-F7FF-C022-CF3CFC1E23F2}"/>
              </a:ext>
            </a:extLst>
          </p:cNvPr>
          <p:cNvCxnSpPr>
            <a:cxnSpLocks/>
          </p:cNvCxnSpPr>
          <p:nvPr/>
        </p:nvCxnSpPr>
        <p:spPr>
          <a:xfrm>
            <a:off x="6096000" y="470527"/>
            <a:ext cx="0" cy="5541651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BB20357-50FE-8F8C-54F3-495D2F4542FE}"/>
              </a:ext>
            </a:extLst>
          </p:cNvPr>
          <p:cNvCxnSpPr>
            <a:cxnSpLocks/>
          </p:cNvCxnSpPr>
          <p:nvPr/>
        </p:nvCxnSpPr>
        <p:spPr>
          <a:xfrm>
            <a:off x="4959036" y="658174"/>
            <a:ext cx="0" cy="5541651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3DA40E97-9F45-E8B2-343E-A83936EB36C9}"/>
              </a:ext>
            </a:extLst>
          </p:cNvPr>
          <p:cNvCxnSpPr>
            <a:cxnSpLocks/>
          </p:cNvCxnSpPr>
          <p:nvPr/>
        </p:nvCxnSpPr>
        <p:spPr>
          <a:xfrm>
            <a:off x="3563620" y="1594296"/>
            <a:ext cx="5533153" cy="0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60F0801-28FF-3556-D944-3444F2D174DF}"/>
              </a:ext>
            </a:extLst>
          </p:cNvPr>
          <p:cNvSpPr/>
          <p:nvPr/>
        </p:nvSpPr>
        <p:spPr>
          <a:xfrm>
            <a:off x="3581920" y="2995844"/>
            <a:ext cx="5381963" cy="388276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 w="1524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66FA375-CA7B-14E6-7D10-95652F744BEF}"/>
              </a:ext>
            </a:extLst>
          </p:cNvPr>
          <p:cNvSpPr/>
          <p:nvPr/>
        </p:nvSpPr>
        <p:spPr>
          <a:xfrm>
            <a:off x="3563620" y="2756244"/>
            <a:ext cx="5381963" cy="388276"/>
          </a:xfrm>
          <a:prstGeom prst="rect">
            <a:avLst/>
          </a:prstGeom>
          <a:solidFill>
            <a:srgbClr val="8E8E96"/>
          </a:solidFill>
          <a:ln w="1524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BFA47CD2-FEC7-9B18-7B27-59BDB7C08DCD}"/>
              </a:ext>
            </a:extLst>
          </p:cNvPr>
          <p:cNvCxnSpPr>
            <a:cxnSpLocks/>
          </p:cNvCxnSpPr>
          <p:nvPr/>
        </p:nvCxnSpPr>
        <p:spPr>
          <a:xfrm>
            <a:off x="3647440" y="4489896"/>
            <a:ext cx="5533153" cy="0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64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図 46">
            <a:extLst>
              <a:ext uri="{FF2B5EF4-FFF2-40B4-BE49-F238E27FC236}">
                <a16:creationId xmlns:a16="http://schemas.microsoft.com/office/drawing/2014/main" id="{CE0B60EE-9A3C-9C44-3098-4A43EFBA52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10623243" y="1124728"/>
            <a:ext cx="399769" cy="792480"/>
          </a:xfrm>
          <a:prstGeom prst="rect">
            <a:avLst/>
          </a:prstGeom>
        </p:spPr>
      </p:pic>
      <p:pic>
        <p:nvPicPr>
          <p:cNvPr id="77" name="図 47">
            <a:extLst>
              <a:ext uri="{FF2B5EF4-FFF2-40B4-BE49-F238E27FC236}">
                <a16:creationId xmlns:a16="http://schemas.microsoft.com/office/drawing/2014/main" id="{99365BB7-AA14-2EB4-9426-D9AA1D1889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11023012" y="1124728"/>
            <a:ext cx="368191" cy="792480"/>
          </a:xfrm>
          <a:prstGeom prst="rect">
            <a:avLst/>
          </a:prstGeom>
        </p:spPr>
      </p:pic>
      <p:pic>
        <p:nvPicPr>
          <p:cNvPr id="78" name="図 48">
            <a:extLst>
              <a:ext uri="{FF2B5EF4-FFF2-40B4-BE49-F238E27FC236}">
                <a16:creationId xmlns:a16="http://schemas.microsoft.com/office/drawing/2014/main" id="{22117437-2B16-756B-D61E-DCDD48AE14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11387469" y="1124728"/>
            <a:ext cx="591131" cy="792480"/>
          </a:xfrm>
          <a:prstGeom prst="rect">
            <a:avLst/>
          </a:prstGeom>
        </p:spPr>
      </p:pic>
      <p:pic>
        <p:nvPicPr>
          <p:cNvPr id="73" name="図 36">
            <a:extLst>
              <a:ext uri="{FF2B5EF4-FFF2-40B4-BE49-F238E27FC236}">
                <a16:creationId xmlns:a16="http://schemas.microsoft.com/office/drawing/2014/main" id="{98BAA545-87EB-643B-68AB-F634FF2002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10590510" y="1594084"/>
            <a:ext cx="561796" cy="1064604"/>
          </a:xfrm>
          <a:prstGeom prst="rect">
            <a:avLst/>
          </a:prstGeom>
        </p:spPr>
      </p:pic>
      <p:pic>
        <p:nvPicPr>
          <p:cNvPr id="74" name="図 37">
            <a:extLst>
              <a:ext uri="{FF2B5EF4-FFF2-40B4-BE49-F238E27FC236}">
                <a16:creationId xmlns:a16="http://schemas.microsoft.com/office/drawing/2014/main" id="{0C8664F7-70D0-CE76-59B4-1DE2724765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11130995" y="1594084"/>
            <a:ext cx="571890" cy="1064604"/>
          </a:xfrm>
          <a:prstGeom prst="rect">
            <a:avLst/>
          </a:prstGeom>
        </p:spPr>
      </p:pic>
      <p:pic>
        <p:nvPicPr>
          <p:cNvPr id="75" name="図 38">
            <a:extLst>
              <a:ext uri="{FF2B5EF4-FFF2-40B4-BE49-F238E27FC236}">
                <a16:creationId xmlns:a16="http://schemas.microsoft.com/office/drawing/2014/main" id="{B9DECE24-B51A-6AEC-4C60-E55770438D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11696656" y="1594084"/>
            <a:ext cx="279019" cy="1064604"/>
          </a:xfrm>
          <a:prstGeom prst="rect">
            <a:avLst/>
          </a:prstGeom>
        </p:spPr>
      </p:pic>
      <p:pic>
        <p:nvPicPr>
          <p:cNvPr id="50" name="図 46">
            <a:extLst>
              <a:ext uri="{FF2B5EF4-FFF2-40B4-BE49-F238E27FC236}">
                <a16:creationId xmlns:a16="http://schemas.microsoft.com/office/drawing/2014/main" id="{892697B8-E622-5374-2F8E-8F2A189156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9311279" y="1124728"/>
            <a:ext cx="368191" cy="792480"/>
          </a:xfrm>
          <a:prstGeom prst="rect">
            <a:avLst/>
          </a:prstGeom>
        </p:spPr>
      </p:pic>
      <p:pic>
        <p:nvPicPr>
          <p:cNvPr id="51" name="図 47">
            <a:extLst>
              <a:ext uri="{FF2B5EF4-FFF2-40B4-BE49-F238E27FC236}">
                <a16:creationId xmlns:a16="http://schemas.microsoft.com/office/drawing/2014/main" id="{C2B3C16F-BFBF-189E-B0EA-ECAADC851F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9679470" y="1124728"/>
            <a:ext cx="368191" cy="792480"/>
          </a:xfrm>
          <a:prstGeom prst="rect">
            <a:avLst/>
          </a:prstGeom>
        </p:spPr>
      </p:pic>
      <p:pic>
        <p:nvPicPr>
          <p:cNvPr id="54" name="図 48">
            <a:extLst>
              <a:ext uri="{FF2B5EF4-FFF2-40B4-BE49-F238E27FC236}">
                <a16:creationId xmlns:a16="http://schemas.microsoft.com/office/drawing/2014/main" id="{D814A581-FDAE-358F-57C9-8F48845C84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10043927" y="1124728"/>
            <a:ext cx="591131" cy="792480"/>
          </a:xfrm>
          <a:prstGeom prst="rect">
            <a:avLst/>
          </a:prstGeom>
        </p:spPr>
      </p:pic>
      <p:pic>
        <p:nvPicPr>
          <p:cNvPr id="42" name="図 35">
            <a:extLst>
              <a:ext uri="{FF2B5EF4-FFF2-40B4-BE49-F238E27FC236}">
                <a16:creationId xmlns:a16="http://schemas.microsoft.com/office/drawing/2014/main" id="{8AEBFA27-6C6C-A7F3-A5CF-61B0039F47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8795475" y="1600525"/>
            <a:ext cx="571890" cy="1064604"/>
          </a:xfrm>
          <a:prstGeom prst="rect">
            <a:avLst/>
          </a:prstGeom>
        </p:spPr>
      </p:pic>
      <p:pic>
        <p:nvPicPr>
          <p:cNvPr id="43" name="図 36">
            <a:extLst>
              <a:ext uri="{FF2B5EF4-FFF2-40B4-BE49-F238E27FC236}">
                <a16:creationId xmlns:a16="http://schemas.microsoft.com/office/drawing/2014/main" id="{18E4E5BD-7E14-EBAD-89E3-A909055E2A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9361137" y="1600525"/>
            <a:ext cx="521834" cy="1064604"/>
          </a:xfrm>
          <a:prstGeom prst="rect">
            <a:avLst/>
          </a:prstGeom>
        </p:spPr>
      </p:pic>
      <p:pic>
        <p:nvPicPr>
          <p:cNvPr id="44" name="図 37">
            <a:extLst>
              <a:ext uri="{FF2B5EF4-FFF2-40B4-BE49-F238E27FC236}">
                <a16:creationId xmlns:a16="http://schemas.microsoft.com/office/drawing/2014/main" id="{935E00E2-8C85-C89F-90FE-5CDF503B0C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9861660" y="1600525"/>
            <a:ext cx="571890" cy="1064604"/>
          </a:xfrm>
          <a:prstGeom prst="rect">
            <a:avLst/>
          </a:prstGeom>
        </p:spPr>
      </p:pic>
      <p:pic>
        <p:nvPicPr>
          <p:cNvPr id="45" name="図 38">
            <a:extLst>
              <a:ext uri="{FF2B5EF4-FFF2-40B4-BE49-F238E27FC236}">
                <a16:creationId xmlns:a16="http://schemas.microsoft.com/office/drawing/2014/main" id="{3013B8FA-5A2D-7660-A05C-1F6EC83532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10427322" y="1600525"/>
            <a:ext cx="188418" cy="1064604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EF55F69-3344-2F39-67D1-BA697B12E6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>
            <a:off x="1469185" y="1932664"/>
            <a:ext cx="571890" cy="73846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F9B9D0E-CFF7-008B-864E-83E5B9F3D2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1804855" y="1606528"/>
            <a:ext cx="521834" cy="106460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8E8D62D-41CA-F893-014B-927827057F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2326689" y="1606528"/>
            <a:ext cx="571890" cy="106460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69296FB-C651-A9EB-9606-060195462B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2898579" y="1606528"/>
            <a:ext cx="521834" cy="106460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B515B8C-5813-3BBD-C66F-8201A889F5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3406071" y="1606528"/>
            <a:ext cx="571890" cy="106460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B33700F-5A3C-7BC8-D13C-264C90BFF3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3977961" y="1606528"/>
            <a:ext cx="521834" cy="106460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E1C7614-86E9-91A9-7E74-85DA615898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4499795" y="1606528"/>
            <a:ext cx="571890" cy="106460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16649A2-F879-06CA-ABDC-BC6A713227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5071685" y="1606528"/>
            <a:ext cx="521834" cy="106460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E4F1C77-937E-BC36-42B8-CF7E4AD4CC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1462535" y="1140184"/>
            <a:ext cx="368191" cy="79248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D6C5D0A-6764-CAA6-4FB0-7B0EFADD77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1786548" y="1140184"/>
            <a:ext cx="316485" cy="79248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D7038011-26A6-86D0-9F1E-CFA568D2AB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2103031" y="1140184"/>
            <a:ext cx="742951" cy="79248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403EF4DC-8A40-467F-AA91-BE59A4D078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3507029" y="1136120"/>
            <a:ext cx="742951" cy="79248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0121761-9EDE-60B7-53FB-E3460D1A2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2820923" y="1137660"/>
            <a:ext cx="368191" cy="79248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AF92AFEF-C14A-17D9-6DAE-A438F87A83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3176089" y="1137660"/>
            <a:ext cx="336809" cy="79248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EABC2DF4-70FE-6FBA-88B7-C27D1BDAC3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4244111" y="1134580"/>
            <a:ext cx="368191" cy="79248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762B8DA8-01EB-0339-935D-D4CC0FD31C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4244111" y="1134580"/>
            <a:ext cx="368191" cy="79248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A8DEE910-B7BD-67D0-C0F7-258E4A96A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4612302" y="1134580"/>
            <a:ext cx="368191" cy="79248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C1E23B90-8CA8-BD1D-38F8-C3A3F4C452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4981193" y="1134580"/>
            <a:ext cx="742951" cy="792480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87E503E8-0C29-7CBB-A611-BB20F6A79A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5589295" y="1606528"/>
            <a:ext cx="571890" cy="1064604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042C1789-756C-0D71-242C-7004F08489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6154957" y="1606528"/>
            <a:ext cx="521834" cy="1064604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F406A2E6-EDDA-BDFB-10C0-7617721F26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6654249" y="1606528"/>
            <a:ext cx="571890" cy="1064604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F444B118-C952-E891-5EE6-B020FAF289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7219911" y="1606528"/>
            <a:ext cx="521834" cy="1064604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56DCAA30-7E1E-C426-B305-609CF15B2C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7720434" y="1606528"/>
            <a:ext cx="571890" cy="1064604"/>
          </a:xfrm>
          <a:prstGeom prst="rect">
            <a:avLst/>
          </a:pr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239490D9-D211-C103-500F-CB84871C6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8286096" y="1606528"/>
            <a:ext cx="521834" cy="1064604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1DFAA5A9-A511-1EC5-8038-852F17D5DE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5717127" y="1134580"/>
            <a:ext cx="368191" cy="792480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A69527DB-599A-20E1-5B94-8DB8E35751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6085318" y="1134580"/>
            <a:ext cx="368191" cy="792480"/>
          </a:xfrm>
          <a:prstGeom prst="rect">
            <a:avLst/>
          </a:prstGeom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74B00F37-8184-404F-FA67-D02B717489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6434119" y="1130731"/>
            <a:ext cx="742951" cy="792480"/>
          </a:xfrm>
          <a:prstGeom prst="rect">
            <a:avLst/>
          </a:prstGeom>
        </p:spPr>
      </p:pic>
      <p:pic>
        <p:nvPicPr>
          <p:cNvPr id="47" name="図 46">
            <a:extLst>
              <a:ext uri="{FF2B5EF4-FFF2-40B4-BE49-F238E27FC236}">
                <a16:creationId xmlns:a16="http://schemas.microsoft.com/office/drawing/2014/main" id="{10AF454D-BA29-43C3-5F76-91CD461C7D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7170053" y="1130731"/>
            <a:ext cx="368191" cy="792480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C95C01BF-CEF0-442A-B80F-EA7EFD4991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7538244" y="1130731"/>
            <a:ext cx="368191" cy="792480"/>
          </a:xfrm>
          <a:prstGeom prst="rect">
            <a:avLst/>
          </a:prstGeom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6DFC3A5B-394B-1C9D-1185-F57CC897A7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7902701" y="1130731"/>
            <a:ext cx="1420292" cy="792480"/>
          </a:xfrm>
          <a:prstGeom prst="rect">
            <a:avLst/>
          </a:prstGeom>
        </p:spPr>
      </p:pic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4828B8D-CCF6-2B32-FEEA-CBB0905234F9}"/>
              </a:ext>
            </a:extLst>
          </p:cNvPr>
          <p:cNvSpPr/>
          <p:nvPr/>
        </p:nvSpPr>
        <p:spPr>
          <a:xfrm>
            <a:off x="1457944" y="593599"/>
            <a:ext cx="10517728" cy="5143500"/>
          </a:xfrm>
          <a:prstGeom prst="rect">
            <a:avLst/>
          </a:prstGeom>
          <a:gradFill>
            <a:gsLst>
              <a:gs pos="0">
                <a:srgbClr val="8E857C"/>
              </a:gs>
              <a:gs pos="35000">
                <a:srgbClr val="C0BAB5">
                  <a:alpha val="10000"/>
                </a:srgbClr>
              </a:gs>
              <a:gs pos="16000">
                <a:srgbClr val="C4BEB8">
                  <a:alpha val="10000"/>
                </a:srgbClr>
              </a:gs>
              <a:gs pos="10000">
                <a:srgbClr val="C8C1BB"/>
              </a:gs>
              <a:gs pos="100000">
                <a:srgbClr val="8A857C"/>
              </a:gs>
              <a:gs pos="96000">
                <a:srgbClr val="A8A39B"/>
              </a:gs>
              <a:gs pos="42000">
                <a:srgbClr val="CDC6B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67063242-09B5-B8E7-F33C-1C6B6BD51946}"/>
              </a:ext>
            </a:extLst>
          </p:cNvPr>
          <p:cNvCxnSpPr>
            <a:cxnSpLocks/>
          </p:cNvCxnSpPr>
          <p:nvPr/>
        </p:nvCxnSpPr>
        <p:spPr>
          <a:xfrm>
            <a:off x="2177407" y="607278"/>
            <a:ext cx="0" cy="5125926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AC70C337-5AA6-8B49-97CD-BEC273507153}"/>
              </a:ext>
            </a:extLst>
          </p:cNvPr>
          <p:cNvCxnSpPr>
            <a:cxnSpLocks/>
          </p:cNvCxnSpPr>
          <p:nvPr/>
        </p:nvCxnSpPr>
        <p:spPr>
          <a:xfrm>
            <a:off x="5079188" y="590564"/>
            <a:ext cx="0" cy="5119413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FD597CCB-B03E-6F65-5E2E-499656BB0A34}"/>
              </a:ext>
            </a:extLst>
          </p:cNvPr>
          <p:cNvCxnSpPr>
            <a:cxnSpLocks/>
          </p:cNvCxnSpPr>
          <p:nvPr/>
        </p:nvCxnSpPr>
        <p:spPr>
          <a:xfrm>
            <a:off x="3631363" y="607278"/>
            <a:ext cx="0" cy="5102699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20318F76-A7FC-F386-802A-C9E2B3F1B300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1462535" y="1492228"/>
            <a:ext cx="10516065" cy="28740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B14E7F08-443B-8692-F120-4186F7690D86}"/>
              </a:ext>
            </a:extLst>
          </p:cNvPr>
          <p:cNvCxnSpPr>
            <a:cxnSpLocks/>
          </p:cNvCxnSpPr>
          <p:nvPr/>
        </p:nvCxnSpPr>
        <p:spPr>
          <a:xfrm>
            <a:off x="6511748" y="590564"/>
            <a:ext cx="0" cy="5121816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D7AF65FD-A9E3-F4BC-8D76-B5ED6D6CC731}"/>
              </a:ext>
            </a:extLst>
          </p:cNvPr>
          <p:cNvCxnSpPr>
            <a:cxnSpLocks/>
          </p:cNvCxnSpPr>
          <p:nvPr/>
        </p:nvCxnSpPr>
        <p:spPr>
          <a:xfrm flipH="1">
            <a:off x="7944308" y="607278"/>
            <a:ext cx="7761" cy="5105102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E61CD44-8E6C-7F1D-A10F-42E737A07709}"/>
              </a:ext>
            </a:extLst>
          </p:cNvPr>
          <p:cNvSpPr/>
          <p:nvPr/>
        </p:nvSpPr>
        <p:spPr>
          <a:xfrm>
            <a:off x="1468941" y="2870870"/>
            <a:ext cx="10506734" cy="301518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 w="1524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E7A1B6E3-D6BF-1532-0EE6-91567204131E}"/>
              </a:ext>
            </a:extLst>
          </p:cNvPr>
          <p:cNvSpPr/>
          <p:nvPr/>
        </p:nvSpPr>
        <p:spPr>
          <a:xfrm flipV="1">
            <a:off x="1452446" y="5393130"/>
            <a:ext cx="9193609" cy="340074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85000"/>
                  <a:lumOff val="15000"/>
                  <a:alpha val="20000"/>
                </a:schemeClr>
              </a:gs>
            </a:gsLst>
            <a:lin ang="5400000" scaled="1"/>
            <a:tileRect/>
          </a:gradFill>
          <a:ln w="1524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D70DABC-E2F7-C64A-7FB3-0ABECA571F5D}"/>
              </a:ext>
            </a:extLst>
          </p:cNvPr>
          <p:cNvSpPr/>
          <p:nvPr/>
        </p:nvSpPr>
        <p:spPr>
          <a:xfrm>
            <a:off x="1468940" y="5664784"/>
            <a:ext cx="10507124" cy="684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9D39C1D4-B997-9AD0-427E-63675D39C297}"/>
              </a:ext>
            </a:extLst>
          </p:cNvPr>
          <p:cNvSpPr/>
          <p:nvPr/>
        </p:nvSpPr>
        <p:spPr>
          <a:xfrm rot="16200000">
            <a:off x="2502109" y="-5553010"/>
            <a:ext cx="3841102" cy="6167094"/>
          </a:xfrm>
          <a:prstGeom prst="rect">
            <a:avLst/>
          </a:prstGeom>
          <a:gradFill>
            <a:gsLst>
              <a:gs pos="100000">
                <a:srgbClr val="908C80"/>
              </a:gs>
              <a:gs pos="51000">
                <a:srgbClr val="777265"/>
              </a:gs>
              <a:gs pos="16000">
                <a:srgbClr val="8D8673"/>
              </a:gs>
              <a:gs pos="0">
                <a:srgbClr val="82776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7FECF16-7C52-64E5-30DB-0FD4689DC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83" t="12905" b="23369"/>
          <a:stretch/>
        </p:blipFill>
        <p:spPr>
          <a:xfrm>
            <a:off x="-998384" y="1478549"/>
            <a:ext cx="2075784" cy="4334614"/>
          </a:xfrm>
          <a:prstGeom prst="rect">
            <a:avLst/>
          </a:prstGeom>
        </p:spPr>
      </p:pic>
      <p:sp>
        <p:nvSpPr>
          <p:cNvPr id="61" name="正方形/長方形 29">
            <a:extLst>
              <a:ext uri="{FF2B5EF4-FFF2-40B4-BE49-F238E27FC236}">
                <a16:creationId xmlns:a16="http://schemas.microsoft.com/office/drawing/2014/main" id="{B3F8705C-F277-7A24-74DD-F71C815C37F3}"/>
              </a:ext>
            </a:extLst>
          </p:cNvPr>
          <p:cNvSpPr/>
          <p:nvPr/>
        </p:nvSpPr>
        <p:spPr>
          <a:xfrm flipV="1">
            <a:off x="1468940" y="2524239"/>
            <a:ext cx="10506734" cy="331174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 w="1524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sp>
        <p:nvSpPr>
          <p:cNvPr id="62" name="正方形/長方形 30">
            <a:extLst>
              <a:ext uri="{FF2B5EF4-FFF2-40B4-BE49-F238E27FC236}">
                <a16:creationId xmlns:a16="http://schemas.microsoft.com/office/drawing/2014/main" id="{4F915EFA-58AE-EB06-6FCD-FA1B7C48AA39}"/>
              </a:ext>
            </a:extLst>
          </p:cNvPr>
          <p:cNvSpPr/>
          <p:nvPr/>
        </p:nvSpPr>
        <p:spPr>
          <a:xfrm>
            <a:off x="615216" y="593599"/>
            <a:ext cx="690012" cy="388276"/>
          </a:xfrm>
          <a:prstGeom prst="rect">
            <a:avLst/>
          </a:prstGeom>
          <a:solidFill>
            <a:srgbClr val="8E8E96"/>
          </a:solidFill>
          <a:ln w="1524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cxnSp>
        <p:nvCxnSpPr>
          <p:cNvPr id="24" name="直線コネクタ 52">
            <a:extLst>
              <a:ext uri="{FF2B5EF4-FFF2-40B4-BE49-F238E27FC236}">
                <a16:creationId xmlns:a16="http://schemas.microsoft.com/office/drawing/2014/main" id="{F5DEB45D-BD81-A88C-4B53-BFDB7262F38C}"/>
              </a:ext>
            </a:extLst>
          </p:cNvPr>
          <p:cNvCxnSpPr>
            <a:cxnSpLocks/>
          </p:cNvCxnSpPr>
          <p:nvPr/>
        </p:nvCxnSpPr>
        <p:spPr>
          <a:xfrm>
            <a:off x="9311279" y="590564"/>
            <a:ext cx="0" cy="5121816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52">
            <a:extLst>
              <a:ext uri="{FF2B5EF4-FFF2-40B4-BE49-F238E27FC236}">
                <a16:creationId xmlns:a16="http://schemas.microsoft.com/office/drawing/2014/main" id="{304A33A6-6E70-591B-137A-6EAC8A223D2F}"/>
              </a:ext>
            </a:extLst>
          </p:cNvPr>
          <p:cNvCxnSpPr>
            <a:cxnSpLocks/>
          </p:cNvCxnSpPr>
          <p:nvPr/>
        </p:nvCxnSpPr>
        <p:spPr>
          <a:xfrm>
            <a:off x="10635058" y="588161"/>
            <a:ext cx="0" cy="5121816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F1D773F-7424-DEC0-AF21-14DAD7D97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313" y="3049349"/>
            <a:ext cx="2690751" cy="2690751"/>
          </a:xfrm>
          <a:prstGeom prst="rect">
            <a:avLst/>
          </a:prstGeom>
        </p:spPr>
      </p:pic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49C3ACB-B4BA-C95D-969B-34BC6E6DF95C}"/>
              </a:ext>
            </a:extLst>
          </p:cNvPr>
          <p:cNvSpPr/>
          <p:nvPr/>
        </p:nvSpPr>
        <p:spPr>
          <a:xfrm>
            <a:off x="1457943" y="2654176"/>
            <a:ext cx="10517731" cy="388276"/>
          </a:xfrm>
          <a:prstGeom prst="rect">
            <a:avLst/>
          </a:prstGeom>
          <a:gradFill>
            <a:gsLst>
              <a:gs pos="89000">
                <a:srgbClr val="8E8E96"/>
              </a:gs>
              <a:gs pos="100000">
                <a:srgbClr val="57575D"/>
              </a:gs>
              <a:gs pos="0">
                <a:srgbClr val="57575D"/>
              </a:gs>
              <a:gs pos="6000">
                <a:srgbClr val="8E8E96"/>
              </a:gs>
            </a:gsLst>
            <a:lin ang="5400000" scaled="1"/>
          </a:gradFill>
          <a:ln w="1524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DF206035-6D4C-0C43-24E7-6AE79EC194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203" y="2705992"/>
            <a:ext cx="1925137" cy="281977"/>
          </a:xfrm>
          <a:prstGeom prst="rect">
            <a:avLst/>
          </a:prstGeom>
        </p:spPr>
      </p:pic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94E8C1D-CBA8-203C-BD87-B7D42BE0B369}"/>
              </a:ext>
            </a:extLst>
          </p:cNvPr>
          <p:cNvCxnSpPr>
            <a:cxnSpLocks/>
          </p:cNvCxnSpPr>
          <p:nvPr/>
        </p:nvCxnSpPr>
        <p:spPr>
          <a:xfrm>
            <a:off x="1452446" y="4341175"/>
            <a:ext cx="7855905" cy="1591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135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51897-F274-D79F-14C3-68DCDF3C1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図 46">
            <a:extLst>
              <a:ext uri="{FF2B5EF4-FFF2-40B4-BE49-F238E27FC236}">
                <a16:creationId xmlns:a16="http://schemas.microsoft.com/office/drawing/2014/main" id="{4CDF0646-8E40-C167-F476-EA1FB12D13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10623243" y="1124728"/>
            <a:ext cx="399769" cy="792480"/>
          </a:xfrm>
          <a:prstGeom prst="rect">
            <a:avLst/>
          </a:prstGeom>
        </p:spPr>
      </p:pic>
      <p:pic>
        <p:nvPicPr>
          <p:cNvPr id="77" name="図 47">
            <a:extLst>
              <a:ext uri="{FF2B5EF4-FFF2-40B4-BE49-F238E27FC236}">
                <a16:creationId xmlns:a16="http://schemas.microsoft.com/office/drawing/2014/main" id="{63602DA7-FF64-83F4-88FF-A37B024E0A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11023012" y="1124728"/>
            <a:ext cx="368191" cy="792480"/>
          </a:xfrm>
          <a:prstGeom prst="rect">
            <a:avLst/>
          </a:prstGeom>
        </p:spPr>
      </p:pic>
      <p:pic>
        <p:nvPicPr>
          <p:cNvPr id="78" name="図 48">
            <a:extLst>
              <a:ext uri="{FF2B5EF4-FFF2-40B4-BE49-F238E27FC236}">
                <a16:creationId xmlns:a16="http://schemas.microsoft.com/office/drawing/2014/main" id="{08ACC2EB-8DB7-5FFF-77AB-597CA3A40C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11387469" y="1124728"/>
            <a:ext cx="591131" cy="792480"/>
          </a:xfrm>
          <a:prstGeom prst="rect">
            <a:avLst/>
          </a:prstGeom>
        </p:spPr>
      </p:pic>
      <p:pic>
        <p:nvPicPr>
          <p:cNvPr id="73" name="図 36">
            <a:extLst>
              <a:ext uri="{FF2B5EF4-FFF2-40B4-BE49-F238E27FC236}">
                <a16:creationId xmlns:a16="http://schemas.microsoft.com/office/drawing/2014/main" id="{BF173159-1DA6-6C65-8CE3-4528996E50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10590510" y="1594084"/>
            <a:ext cx="561796" cy="1064604"/>
          </a:xfrm>
          <a:prstGeom prst="rect">
            <a:avLst/>
          </a:prstGeom>
        </p:spPr>
      </p:pic>
      <p:pic>
        <p:nvPicPr>
          <p:cNvPr id="74" name="図 37">
            <a:extLst>
              <a:ext uri="{FF2B5EF4-FFF2-40B4-BE49-F238E27FC236}">
                <a16:creationId xmlns:a16="http://schemas.microsoft.com/office/drawing/2014/main" id="{2ED312EC-8B13-D10D-9FBC-22B540FF89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11130995" y="1594084"/>
            <a:ext cx="571890" cy="1064604"/>
          </a:xfrm>
          <a:prstGeom prst="rect">
            <a:avLst/>
          </a:prstGeom>
        </p:spPr>
      </p:pic>
      <p:pic>
        <p:nvPicPr>
          <p:cNvPr id="75" name="図 38">
            <a:extLst>
              <a:ext uri="{FF2B5EF4-FFF2-40B4-BE49-F238E27FC236}">
                <a16:creationId xmlns:a16="http://schemas.microsoft.com/office/drawing/2014/main" id="{E5F3FEDC-4B84-A393-0368-EE758EBDA4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11696656" y="1594084"/>
            <a:ext cx="279019" cy="1064604"/>
          </a:xfrm>
          <a:prstGeom prst="rect">
            <a:avLst/>
          </a:prstGeom>
        </p:spPr>
      </p:pic>
      <p:pic>
        <p:nvPicPr>
          <p:cNvPr id="50" name="図 46">
            <a:extLst>
              <a:ext uri="{FF2B5EF4-FFF2-40B4-BE49-F238E27FC236}">
                <a16:creationId xmlns:a16="http://schemas.microsoft.com/office/drawing/2014/main" id="{13CC2B69-7F6F-7D25-7152-035C16B4BC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9311279" y="1124728"/>
            <a:ext cx="368191" cy="792480"/>
          </a:xfrm>
          <a:prstGeom prst="rect">
            <a:avLst/>
          </a:prstGeom>
        </p:spPr>
      </p:pic>
      <p:pic>
        <p:nvPicPr>
          <p:cNvPr id="51" name="図 47">
            <a:extLst>
              <a:ext uri="{FF2B5EF4-FFF2-40B4-BE49-F238E27FC236}">
                <a16:creationId xmlns:a16="http://schemas.microsoft.com/office/drawing/2014/main" id="{DB6A5728-DE69-F3B9-3584-A8304724C4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9679470" y="1124728"/>
            <a:ext cx="368191" cy="792480"/>
          </a:xfrm>
          <a:prstGeom prst="rect">
            <a:avLst/>
          </a:prstGeom>
        </p:spPr>
      </p:pic>
      <p:pic>
        <p:nvPicPr>
          <p:cNvPr id="54" name="図 48">
            <a:extLst>
              <a:ext uri="{FF2B5EF4-FFF2-40B4-BE49-F238E27FC236}">
                <a16:creationId xmlns:a16="http://schemas.microsoft.com/office/drawing/2014/main" id="{A2C9C153-CB99-75E3-F766-59A7D8D79A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10043927" y="1124728"/>
            <a:ext cx="591131" cy="792480"/>
          </a:xfrm>
          <a:prstGeom prst="rect">
            <a:avLst/>
          </a:prstGeom>
        </p:spPr>
      </p:pic>
      <p:pic>
        <p:nvPicPr>
          <p:cNvPr id="42" name="図 35">
            <a:extLst>
              <a:ext uri="{FF2B5EF4-FFF2-40B4-BE49-F238E27FC236}">
                <a16:creationId xmlns:a16="http://schemas.microsoft.com/office/drawing/2014/main" id="{82CBF1B7-92D2-7878-29EC-406B57069D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8795475" y="1600525"/>
            <a:ext cx="571890" cy="1064604"/>
          </a:xfrm>
          <a:prstGeom prst="rect">
            <a:avLst/>
          </a:prstGeom>
        </p:spPr>
      </p:pic>
      <p:pic>
        <p:nvPicPr>
          <p:cNvPr id="43" name="図 36">
            <a:extLst>
              <a:ext uri="{FF2B5EF4-FFF2-40B4-BE49-F238E27FC236}">
                <a16:creationId xmlns:a16="http://schemas.microsoft.com/office/drawing/2014/main" id="{CC702F6A-0058-4978-0BB3-83BA9A96BC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9361137" y="1600525"/>
            <a:ext cx="521834" cy="1064604"/>
          </a:xfrm>
          <a:prstGeom prst="rect">
            <a:avLst/>
          </a:prstGeom>
        </p:spPr>
      </p:pic>
      <p:pic>
        <p:nvPicPr>
          <p:cNvPr id="44" name="図 37">
            <a:extLst>
              <a:ext uri="{FF2B5EF4-FFF2-40B4-BE49-F238E27FC236}">
                <a16:creationId xmlns:a16="http://schemas.microsoft.com/office/drawing/2014/main" id="{8482B53B-9F2D-6508-16C4-6D670A9443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9861660" y="1600525"/>
            <a:ext cx="571890" cy="1064604"/>
          </a:xfrm>
          <a:prstGeom prst="rect">
            <a:avLst/>
          </a:prstGeom>
        </p:spPr>
      </p:pic>
      <p:pic>
        <p:nvPicPr>
          <p:cNvPr id="45" name="図 38">
            <a:extLst>
              <a:ext uri="{FF2B5EF4-FFF2-40B4-BE49-F238E27FC236}">
                <a16:creationId xmlns:a16="http://schemas.microsoft.com/office/drawing/2014/main" id="{7116462B-DFD1-3582-D19A-E02BC018B3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10427322" y="1600525"/>
            <a:ext cx="188418" cy="1064604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91F637E6-1D68-2106-D17E-F4089EBB33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>
            <a:off x="1469185" y="1932664"/>
            <a:ext cx="571890" cy="73846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1301696-65A3-7642-B7E7-24456B8BB6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1804855" y="1606528"/>
            <a:ext cx="521834" cy="106460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ADB06D3-10E0-E7A8-6BCB-2CC89A35C1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2326689" y="1606528"/>
            <a:ext cx="571890" cy="106460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4D539E9-066D-BBC4-BCD3-9FC989A70B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2898579" y="1606528"/>
            <a:ext cx="521834" cy="106460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2F15CFF-A9FA-492F-357F-47A3DC8A3E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3406071" y="1606528"/>
            <a:ext cx="571890" cy="106460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3408673-2A03-E02F-17AE-4BE2833B9C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3977961" y="1606528"/>
            <a:ext cx="521834" cy="106460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700022E-33A0-07EC-99AE-267162C135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4499795" y="1606528"/>
            <a:ext cx="571890" cy="106460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92C25DD-B96B-5531-166E-8E4A19FEB4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5071685" y="1606528"/>
            <a:ext cx="521834" cy="106460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E728A23-13E5-27E3-A0BB-0FD67B41A5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1462535" y="1140184"/>
            <a:ext cx="368191" cy="79248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4DC6123-DAFD-1535-8250-84E55C1710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1786548" y="1140184"/>
            <a:ext cx="316485" cy="79248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842F250-1513-FE52-C551-880F31D211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2103031" y="1140184"/>
            <a:ext cx="742951" cy="79248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6DCF7DC-A36E-85D4-AA02-7F9D8981C9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3507029" y="1136120"/>
            <a:ext cx="742951" cy="79248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A37827CB-6DE1-6A44-507F-18AB3FEECC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2820923" y="1137660"/>
            <a:ext cx="368191" cy="79248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E0720BB0-F7C6-587E-F0F7-A6B5764132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3176089" y="1137660"/>
            <a:ext cx="336809" cy="79248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E9FAAE98-712A-0146-6FDB-312C59ED9E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4244111" y="1134580"/>
            <a:ext cx="368191" cy="79248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7CD8AA83-0997-C1D8-BF6E-B593F15DBD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4244111" y="1134580"/>
            <a:ext cx="368191" cy="79248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5CC540D5-053B-B295-C030-423F308EB6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4612302" y="1134580"/>
            <a:ext cx="368191" cy="79248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47705C75-3486-D3EC-B509-FD34A8A566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4981193" y="1134580"/>
            <a:ext cx="742951" cy="792480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47922E52-78E5-6029-6120-2C2B82259F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5589295" y="1606528"/>
            <a:ext cx="571890" cy="1064604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2D5C81BA-17F3-24F5-3799-BBF1CBBEE7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6154957" y="1606528"/>
            <a:ext cx="521834" cy="1064604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A0E19F3C-DDC2-D447-2163-58C51235B2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6654249" y="1606528"/>
            <a:ext cx="571890" cy="1064604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E5A6261C-9C9D-DB83-8644-9CE15278DC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7219911" y="1606528"/>
            <a:ext cx="521834" cy="1064604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613AA170-434E-D29E-D95E-FAA251C57A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>
            <a:off x="7720434" y="1606528"/>
            <a:ext cx="571890" cy="1064604"/>
          </a:xfrm>
          <a:prstGeom prst="rect">
            <a:avLst/>
          </a:pr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D2CBBC2D-EB3B-835B-47E3-8BA34CC062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38"/>
          <a:stretch/>
        </p:blipFill>
        <p:spPr>
          <a:xfrm flipH="1">
            <a:off x="8286096" y="1606528"/>
            <a:ext cx="521834" cy="1064604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8673D50B-6BA1-06C6-612E-FE14C46751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5717127" y="1134580"/>
            <a:ext cx="368191" cy="792480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C181E3C0-A755-7CE5-75C5-41244DB5F2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6085318" y="1134580"/>
            <a:ext cx="368191" cy="792480"/>
          </a:xfrm>
          <a:prstGeom prst="rect">
            <a:avLst/>
          </a:prstGeom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C8798D26-E14A-B268-34D9-C48D350D84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6434119" y="1130731"/>
            <a:ext cx="742951" cy="792480"/>
          </a:xfrm>
          <a:prstGeom prst="rect">
            <a:avLst/>
          </a:prstGeom>
        </p:spPr>
      </p:pic>
      <p:pic>
        <p:nvPicPr>
          <p:cNvPr id="47" name="図 46">
            <a:extLst>
              <a:ext uri="{FF2B5EF4-FFF2-40B4-BE49-F238E27FC236}">
                <a16:creationId xmlns:a16="http://schemas.microsoft.com/office/drawing/2014/main" id="{0A668E4C-C64F-AF70-7B15-F9F0169DF1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V="1">
            <a:off x="7170053" y="1130731"/>
            <a:ext cx="368191" cy="792480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8AD6F402-A044-0D27-C61A-F0FA056168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80238"/>
          <a:stretch/>
        </p:blipFill>
        <p:spPr>
          <a:xfrm flipH="1" flipV="1">
            <a:off x="7538244" y="1130731"/>
            <a:ext cx="368191" cy="792480"/>
          </a:xfrm>
          <a:prstGeom prst="rect">
            <a:avLst/>
          </a:prstGeom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4A040FF3-2A06-BF4A-262B-00826F7888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5" r="99347"/>
          <a:stretch/>
        </p:blipFill>
        <p:spPr>
          <a:xfrm flipH="1" flipV="1">
            <a:off x="7902701" y="1130731"/>
            <a:ext cx="1420292" cy="792480"/>
          </a:xfrm>
          <a:prstGeom prst="rect">
            <a:avLst/>
          </a:prstGeom>
        </p:spPr>
      </p:pic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291AB8F-759A-A67D-28E0-61A7715E0CDF}"/>
              </a:ext>
            </a:extLst>
          </p:cNvPr>
          <p:cNvSpPr/>
          <p:nvPr/>
        </p:nvSpPr>
        <p:spPr>
          <a:xfrm>
            <a:off x="1457944" y="1117900"/>
            <a:ext cx="10517728" cy="4619199"/>
          </a:xfrm>
          <a:prstGeom prst="rect">
            <a:avLst/>
          </a:prstGeom>
          <a:gradFill>
            <a:gsLst>
              <a:gs pos="0">
                <a:srgbClr val="8E857C"/>
              </a:gs>
              <a:gs pos="35000">
                <a:srgbClr val="C0BAB5">
                  <a:alpha val="10000"/>
                </a:srgbClr>
              </a:gs>
              <a:gs pos="16000">
                <a:srgbClr val="C4BEB8">
                  <a:alpha val="10000"/>
                </a:srgbClr>
              </a:gs>
              <a:gs pos="10000">
                <a:srgbClr val="C8C1BB"/>
              </a:gs>
              <a:gs pos="100000">
                <a:srgbClr val="8A857C"/>
              </a:gs>
              <a:gs pos="96000">
                <a:srgbClr val="A8A39B"/>
              </a:gs>
              <a:gs pos="42000">
                <a:srgbClr val="CDC6B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CFD300A-35C3-C3F1-8C5B-259974DDAC88}"/>
              </a:ext>
            </a:extLst>
          </p:cNvPr>
          <p:cNvCxnSpPr>
            <a:cxnSpLocks/>
          </p:cNvCxnSpPr>
          <p:nvPr/>
        </p:nvCxnSpPr>
        <p:spPr>
          <a:xfrm>
            <a:off x="2177407" y="1124728"/>
            <a:ext cx="0" cy="4608476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C5FB451-5C23-0DA7-AAF8-E3BAE79A6188}"/>
              </a:ext>
            </a:extLst>
          </p:cNvPr>
          <p:cNvCxnSpPr>
            <a:cxnSpLocks/>
          </p:cNvCxnSpPr>
          <p:nvPr/>
        </p:nvCxnSpPr>
        <p:spPr>
          <a:xfrm>
            <a:off x="5079188" y="1134580"/>
            <a:ext cx="0" cy="4575397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F368CA7E-ADE7-D6EE-9E57-98055F6DE910}"/>
              </a:ext>
            </a:extLst>
          </p:cNvPr>
          <p:cNvCxnSpPr>
            <a:cxnSpLocks/>
          </p:cNvCxnSpPr>
          <p:nvPr/>
        </p:nvCxnSpPr>
        <p:spPr>
          <a:xfrm>
            <a:off x="3631363" y="1124728"/>
            <a:ext cx="0" cy="4585249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7DA481DB-AD53-976E-AB7D-73953E3C386B}"/>
              </a:ext>
            </a:extLst>
          </p:cNvPr>
          <p:cNvCxnSpPr>
            <a:cxnSpLocks/>
          </p:cNvCxnSpPr>
          <p:nvPr/>
        </p:nvCxnSpPr>
        <p:spPr>
          <a:xfrm>
            <a:off x="6511748" y="1124728"/>
            <a:ext cx="0" cy="4587652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90EC4A75-A879-5D90-5340-0B074D6CF68F}"/>
              </a:ext>
            </a:extLst>
          </p:cNvPr>
          <p:cNvCxnSpPr>
            <a:cxnSpLocks/>
          </p:cNvCxnSpPr>
          <p:nvPr/>
        </p:nvCxnSpPr>
        <p:spPr>
          <a:xfrm>
            <a:off x="7944308" y="1117900"/>
            <a:ext cx="0" cy="4594480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E6687E5-8A25-E022-B363-BDBC65461D51}"/>
              </a:ext>
            </a:extLst>
          </p:cNvPr>
          <p:cNvSpPr/>
          <p:nvPr/>
        </p:nvSpPr>
        <p:spPr>
          <a:xfrm>
            <a:off x="1468941" y="2870870"/>
            <a:ext cx="10506734" cy="301518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 w="1524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467B5920-3C13-4FD8-5E81-BD5F48DEB243}"/>
              </a:ext>
            </a:extLst>
          </p:cNvPr>
          <p:cNvSpPr/>
          <p:nvPr/>
        </p:nvSpPr>
        <p:spPr>
          <a:xfrm flipV="1">
            <a:off x="1452446" y="5393130"/>
            <a:ext cx="10526154" cy="340074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85000"/>
                  <a:lumOff val="15000"/>
                  <a:alpha val="20000"/>
                </a:schemeClr>
              </a:gs>
            </a:gsLst>
            <a:lin ang="5400000" scaled="1"/>
            <a:tileRect/>
          </a:gradFill>
          <a:ln w="1524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92A271E-8FAB-0B34-7FED-2CB7A9FEBCC2}"/>
              </a:ext>
            </a:extLst>
          </p:cNvPr>
          <p:cNvSpPr/>
          <p:nvPr/>
        </p:nvSpPr>
        <p:spPr>
          <a:xfrm>
            <a:off x="1468940" y="5664784"/>
            <a:ext cx="10507124" cy="684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C2586527-76C1-65D2-BFB0-F5462CE18016}"/>
              </a:ext>
            </a:extLst>
          </p:cNvPr>
          <p:cNvSpPr/>
          <p:nvPr/>
        </p:nvSpPr>
        <p:spPr>
          <a:xfrm rot="16200000">
            <a:off x="2502109" y="-5553010"/>
            <a:ext cx="3841102" cy="6167094"/>
          </a:xfrm>
          <a:prstGeom prst="rect">
            <a:avLst/>
          </a:prstGeom>
          <a:gradFill>
            <a:gsLst>
              <a:gs pos="100000">
                <a:srgbClr val="908C80"/>
              </a:gs>
              <a:gs pos="51000">
                <a:srgbClr val="777265"/>
              </a:gs>
              <a:gs pos="16000">
                <a:srgbClr val="8D8673"/>
              </a:gs>
              <a:gs pos="0">
                <a:srgbClr val="82776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3E91F9D-2E22-B901-C71E-C54700634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83" t="12905" b="23369"/>
          <a:stretch/>
        </p:blipFill>
        <p:spPr>
          <a:xfrm>
            <a:off x="-998384" y="1478549"/>
            <a:ext cx="2075784" cy="4334614"/>
          </a:xfrm>
          <a:prstGeom prst="rect">
            <a:avLst/>
          </a:prstGeom>
        </p:spPr>
      </p:pic>
      <p:sp>
        <p:nvSpPr>
          <p:cNvPr id="61" name="正方形/長方形 29">
            <a:extLst>
              <a:ext uri="{FF2B5EF4-FFF2-40B4-BE49-F238E27FC236}">
                <a16:creationId xmlns:a16="http://schemas.microsoft.com/office/drawing/2014/main" id="{ABAE2055-3DCA-1EBD-1B35-AF3E71DAD9DF}"/>
              </a:ext>
            </a:extLst>
          </p:cNvPr>
          <p:cNvSpPr/>
          <p:nvPr/>
        </p:nvSpPr>
        <p:spPr>
          <a:xfrm flipV="1">
            <a:off x="1468940" y="2524239"/>
            <a:ext cx="10506734" cy="331174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 w="1524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sp>
        <p:nvSpPr>
          <p:cNvPr id="62" name="正方形/長方形 30">
            <a:extLst>
              <a:ext uri="{FF2B5EF4-FFF2-40B4-BE49-F238E27FC236}">
                <a16:creationId xmlns:a16="http://schemas.microsoft.com/office/drawing/2014/main" id="{7EBE35A7-5961-A503-70DF-0BB50B5E9325}"/>
              </a:ext>
            </a:extLst>
          </p:cNvPr>
          <p:cNvSpPr/>
          <p:nvPr/>
        </p:nvSpPr>
        <p:spPr>
          <a:xfrm>
            <a:off x="615216" y="593599"/>
            <a:ext cx="690012" cy="388276"/>
          </a:xfrm>
          <a:prstGeom prst="rect">
            <a:avLst/>
          </a:prstGeom>
          <a:solidFill>
            <a:srgbClr val="8E8E96"/>
          </a:solidFill>
          <a:ln w="1524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cxnSp>
        <p:nvCxnSpPr>
          <p:cNvPr id="24" name="直線コネクタ 52">
            <a:extLst>
              <a:ext uri="{FF2B5EF4-FFF2-40B4-BE49-F238E27FC236}">
                <a16:creationId xmlns:a16="http://schemas.microsoft.com/office/drawing/2014/main" id="{A926EF51-B1A7-5D81-79E6-9E41F5138E52}"/>
              </a:ext>
            </a:extLst>
          </p:cNvPr>
          <p:cNvCxnSpPr>
            <a:cxnSpLocks/>
          </p:cNvCxnSpPr>
          <p:nvPr/>
        </p:nvCxnSpPr>
        <p:spPr>
          <a:xfrm>
            <a:off x="9311279" y="1117900"/>
            <a:ext cx="0" cy="4594480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52">
            <a:extLst>
              <a:ext uri="{FF2B5EF4-FFF2-40B4-BE49-F238E27FC236}">
                <a16:creationId xmlns:a16="http://schemas.microsoft.com/office/drawing/2014/main" id="{7A2B32B8-95A0-B3A5-1965-4CD1FA5B15A4}"/>
              </a:ext>
            </a:extLst>
          </p:cNvPr>
          <p:cNvCxnSpPr>
            <a:cxnSpLocks/>
          </p:cNvCxnSpPr>
          <p:nvPr/>
        </p:nvCxnSpPr>
        <p:spPr>
          <a:xfrm>
            <a:off x="10615740" y="1124728"/>
            <a:ext cx="19318" cy="4585249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9ADA8BE-63FE-C56F-CDC2-3409A2F6CA5F}"/>
              </a:ext>
            </a:extLst>
          </p:cNvPr>
          <p:cNvSpPr/>
          <p:nvPr/>
        </p:nvSpPr>
        <p:spPr>
          <a:xfrm>
            <a:off x="1457943" y="2654176"/>
            <a:ext cx="10517731" cy="388276"/>
          </a:xfrm>
          <a:prstGeom prst="rect">
            <a:avLst/>
          </a:prstGeom>
          <a:gradFill>
            <a:gsLst>
              <a:gs pos="89000">
                <a:srgbClr val="8E8E96"/>
              </a:gs>
              <a:gs pos="100000">
                <a:srgbClr val="57575D"/>
              </a:gs>
              <a:gs pos="0">
                <a:srgbClr val="57575D"/>
              </a:gs>
              <a:gs pos="6000">
                <a:srgbClr val="8E8E96"/>
              </a:gs>
            </a:gsLst>
            <a:lin ang="5400000" scaled="1"/>
          </a:gradFill>
          <a:ln w="1524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51"/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B7D35BCC-31E6-D08A-41CC-77A2028D68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203" y="2705992"/>
            <a:ext cx="1925137" cy="281977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34C585AB-326F-9B3B-82EC-2E0F3170086D}"/>
              </a:ext>
            </a:extLst>
          </p:cNvPr>
          <p:cNvSpPr/>
          <p:nvPr/>
        </p:nvSpPr>
        <p:spPr>
          <a:xfrm>
            <a:off x="1468940" y="-1553038"/>
            <a:ext cx="10739554" cy="19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615341F5-7BC4-86F4-42CA-DDD3EB0FF56F}"/>
              </a:ext>
            </a:extLst>
          </p:cNvPr>
          <p:cNvCxnSpPr>
            <a:cxnSpLocks/>
          </p:cNvCxnSpPr>
          <p:nvPr/>
        </p:nvCxnSpPr>
        <p:spPr>
          <a:xfrm flipV="1">
            <a:off x="1452446" y="4338651"/>
            <a:ext cx="10523226" cy="2524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EF3FFF9-BF43-1FFA-3A58-7599E49881BC}"/>
              </a:ext>
            </a:extLst>
          </p:cNvPr>
          <p:cNvCxnSpPr>
            <a:cxnSpLocks/>
          </p:cNvCxnSpPr>
          <p:nvPr/>
        </p:nvCxnSpPr>
        <p:spPr>
          <a:xfrm>
            <a:off x="1462535" y="1492228"/>
            <a:ext cx="10519542" cy="0"/>
          </a:xfrm>
          <a:prstGeom prst="line">
            <a:avLst/>
          </a:prstGeom>
          <a:ln w="17780" cmpd="sng">
            <a:solidFill>
              <a:schemeClr val="tx1">
                <a:lumMod val="75000"/>
                <a:lumOff val="2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73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FEB6333-901D-8312-6DE9-899659DB2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023" y="3510280"/>
            <a:ext cx="4066625" cy="308516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60E3E17-E580-9D72-F4DC-B11507B15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025" y="425111"/>
            <a:ext cx="4066626" cy="3085169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02B582C-9340-138F-BA77-EC0F0A6AB203}"/>
              </a:ext>
            </a:extLst>
          </p:cNvPr>
          <p:cNvSpPr/>
          <p:nvPr/>
        </p:nvSpPr>
        <p:spPr>
          <a:xfrm>
            <a:off x="2423661" y="669190"/>
            <a:ext cx="737997" cy="22956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  <a:gs pos="75000">
                <a:schemeClr val="bg1">
                  <a:lumMod val="95000"/>
                </a:schemeClr>
              </a:gs>
              <a:gs pos="27000">
                <a:schemeClr val="bg1">
                  <a:lumMod val="9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74FB99C-BD36-7AF1-B1BE-D6BD0DA473F5}"/>
              </a:ext>
            </a:extLst>
          </p:cNvPr>
          <p:cNvSpPr/>
          <p:nvPr/>
        </p:nvSpPr>
        <p:spPr>
          <a:xfrm>
            <a:off x="3792334" y="2414084"/>
            <a:ext cx="950397" cy="10961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C8526-E4E0-46B2-B4C1-4FE2421AA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648" y="2209800"/>
            <a:ext cx="4876800" cy="2438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60A77C-E03D-9FEF-3C5E-BC1AC3E58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702448" y="2209800"/>
            <a:ext cx="48768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75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6B7495A-99A8-667E-AC1F-E1BBC008E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23" y="-227623"/>
            <a:ext cx="5854122" cy="65405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05F7A06-824C-B81B-06AA-B70C4CDB86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659" b="59184"/>
          <a:stretch/>
        </p:blipFill>
        <p:spPr bwMode="auto">
          <a:xfrm>
            <a:off x="1819469" y="2784373"/>
            <a:ext cx="3200401" cy="352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52DC9F-7A8F-21A7-3F30-61F94D5B128E}"/>
              </a:ext>
            </a:extLst>
          </p:cNvPr>
          <p:cNvSpPr/>
          <p:nvPr/>
        </p:nvSpPr>
        <p:spPr>
          <a:xfrm>
            <a:off x="6832566" y="424680"/>
            <a:ext cx="4140234" cy="6173114"/>
          </a:xfrm>
          <a:prstGeom prst="rect">
            <a:avLst/>
          </a:prstGeom>
          <a:gradFill>
            <a:gsLst>
              <a:gs pos="100000">
                <a:srgbClr val="848074"/>
              </a:gs>
              <a:gs pos="51000">
                <a:srgbClr val="777265"/>
              </a:gs>
              <a:gs pos="16000">
                <a:srgbClr val="8D8673"/>
              </a:gs>
              <a:gs pos="0">
                <a:srgbClr val="82776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6662A11-5BBB-6930-F765-E2971E1DA102}"/>
              </a:ext>
            </a:extLst>
          </p:cNvPr>
          <p:cNvCxnSpPr>
            <a:cxnSpLocks/>
          </p:cNvCxnSpPr>
          <p:nvPr/>
        </p:nvCxnSpPr>
        <p:spPr>
          <a:xfrm>
            <a:off x="6410960" y="700376"/>
            <a:ext cx="509221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17D9911-7204-11A5-05AE-976710FAD439}"/>
              </a:ext>
            </a:extLst>
          </p:cNvPr>
          <p:cNvCxnSpPr>
            <a:cxnSpLocks/>
          </p:cNvCxnSpPr>
          <p:nvPr/>
        </p:nvCxnSpPr>
        <p:spPr>
          <a:xfrm>
            <a:off x="4514565" y="8730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B351E37-9AF6-9354-CF36-803FF5A5BE33}"/>
              </a:ext>
            </a:extLst>
          </p:cNvPr>
          <p:cNvCxnSpPr>
            <a:cxnSpLocks/>
          </p:cNvCxnSpPr>
          <p:nvPr/>
        </p:nvCxnSpPr>
        <p:spPr>
          <a:xfrm>
            <a:off x="4666965" y="10254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4A829D0-4E31-EB26-E17C-3D7BC49DE366}"/>
              </a:ext>
            </a:extLst>
          </p:cNvPr>
          <p:cNvCxnSpPr>
            <a:cxnSpLocks/>
          </p:cNvCxnSpPr>
          <p:nvPr/>
        </p:nvCxnSpPr>
        <p:spPr>
          <a:xfrm>
            <a:off x="4819365" y="11778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0E4F4C6B-64AE-AB05-38AA-E49C26F57175}"/>
              </a:ext>
            </a:extLst>
          </p:cNvPr>
          <p:cNvCxnSpPr>
            <a:cxnSpLocks/>
          </p:cNvCxnSpPr>
          <p:nvPr/>
        </p:nvCxnSpPr>
        <p:spPr>
          <a:xfrm>
            <a:off x="4971765" y="13302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0794C60-5521-643C-C150-10A1A7D7343D}"/>
              </a:ext>
            </a:extLst>
          </p:cNvPr>
          <p:cNvCxnSpPr>
            <a:cxnSpLocks/>
          </p:cNvCxnSpPr>
          <p:nvPr/>
        </p:nvCxnSpPr>
        <p:spPr>
          <a:xfrm>
            <a:off x="5124165" y="14826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3B14219-E4EE-1D27-6D39-58E68AF2E4E5}"/>
              </a:ext>
            </a:extLst>
          </p:cNvPr>
          <p:cNvCxnSpPr>
            <a:cxnSpLocks/>
          </p:cNvCxnSpPr>
          <p:nvPr/>
        </p:nvCxnSpPr>
        <p:spPr>
          <a:xfrm>
            <a:off x="5276565" y="16350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FB4E184-0ACC-BADE-D90E-6DFE836B7C50}"/>
              </a:ext>
            </a:extLst>
          </p:cNvPr>
          <p:cNvCxnSpPr>
            <a:cxnSpLocks/>
          </p:cNvCxnSpPr>
          <p:nvPr/>
        </p:nvCxnSpPr>
        <p:spPr>
          <a:xfrm>
            <a:off x="5428965" y="17874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88C5715-99D9-E9E1-4F0E-A0D68F57E25E}"/>
              </a:ext>
            </a:extLst>
          </p:cNvPr>
          <p:cNvCxnSpPr>
            <a:cxnSpLocks/>
          </p:cNvCxnSpPr>
          <p:nvPr/>
        </p:nvCxnSpPr>
        <p:spPr>
          <a:xfrm>
            <a:off x="5581365" y="19398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DE0CF93-60D8-26D6-55D8-C35F625B4708}"/>
              </a:ext>
            </a:extLst>
          </p:cNvPr>
          <p:cNvCxnSpPr>
            <a:cxnSpLocks/>
          </p:cNvCxnSpPr>
          <p:nvPr/>
        </p:nvCxnSpPr>
        <p:spPr>
          <a:xfrm>
            <a:off x="5733765" y="20922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5322705-744C-AE3F-CBC4-B0C3D6BBC243}"/>
              </a:ext>
            </a:extLst>
          </p:cNvPr>
          <p:cNvCxnSpPr>
            <a:cxnSpLocks/>
          </p:cNvCxnSpPr>
          <p:nvPr/>
        </p:nvCxnSpPr>
        <p:spPr>
          <a:xfrm>
            <a:off x="5886165" y="22446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0892A6A-E8C9-5F85-20CC-B43C58121C16}"/>
              </a:ext>
            </a:extLst>
          </p:cNvPr>
          <p:cNvCxnSpPr>
            <a:cxnSpLocks/>
          </p:cNvCxnSpPr>
          <p:nvPr/>
        </p:nvCxnSpPr>
        <p:spPr>
          <a:xfrm>
            <a:off x="6038565" y="23970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07F3C818-44D7-107F-276E-B2D8681DA31C}"/>
              </a:ext>
            </a:extLst>
          </p:cNvPr>
          <p:cNvCxnSpPr>
            <a:cxnSpLocks/>
          </p:cNvCxnSpPr>
          <p:nvPr/>
        </p:nvCxnSpPr>
        <p:spPr>
          <a:xfrm>
            <a:off x="6190965" y="25494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6E0F22F9-F5FE-B3F0-AF49-26DFE204670B}"/>
              </a:ext>
            </a:extLst>
          </p:cNvPr>
          <p:cNvCxnSpPr>
            <a:cxnSpLocks/>
          </p:cNvCxnSpPr>
          <p:nvPr/>
        </p:nvCxnSpPr>
        <p:spPr>
          <a:xfrm>
            <a:off x="6343365" y="27018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0D50C0D3-8FE1-7F21-265B-62608044B3BE}"/>
              </a:ext>
            </a:extLst>
          </p:cNvPr>
          <p:cNvCxnSpPr>
            <a:cxnSpLocks/>
          </p:cNvCxnSpPr>
          <p:nvPr/>
        </p:nvCxnSpPr>
        <p:spPr>
          <a:xfrm>
            <a:off x="4443445" y="28542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898C861-B0BA-6674-2E6F-F026EE2D89B3}"/>
              </a:ext>
            </a:extLst>
          </p:cNvPr>
          <p:cNvCxnSpPr>
            <a:cxnSpLocks/>
          </p:cNvCxnSpPr>
          <p:nvPr/>
        </p:nvCxnSpPr>
        <p:spPr>
          <a:xfrm>
            <a:off x="4595845" y="30066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476C3A6C-41E7-A7A9-A8C1-549F034286E8}"/>
              </a:ext>
            </a:extLst>
          </p:cNvPr>
          <p:cNvCxnSpPr>
            <a:cxnSpLocks/>
          </p:cNvCxnSpPr>
          <p:nvPr/>
        </p:nvCxnSpPr>
        <p:spPr>
          <a:xfrm>
            <a:off x="4748245" y="31590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F63C78F-7DA5-542C-66CD-6747A175F3D1}"/>
              </a:ext>
            </a:extLst>
          </p:cNvPr>
          <p:cNvCxnSpPr>
            <a:cxnSpLocks/>
          </p:cNvCxnSpPr>
          <p:nvPr/>
        </p:nvCxnSpPr>
        <p:spPr>
          <a:xfrm>
            <a:off x="4900645" y="33114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C70F69D-B206-8DE2-4406-FA559AEAA05E}"/>
              </a:ext>
            </a:extLst>
          </p:cNvPr>
          <p:cNvCxnSpPr>
            <a:cxnSpLocks/>
          </p:cNvCxnSpPr>
          <p:nvPr/>
        </p:nvCxnSpPr>
        <p:spPr>
          <a:xfrm>
            <a:off x="5053045" y="34638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499F630-C4C5-B85F-B155-C2F8944CDF32}"/>
              </a:ext>
            </a:extLst>
          </p:cNvPr>
          <p:cNvCxnSpPr>
            <a:cxnSpLocks/>
          </p:cNvCxnSpPr>
          <p:nvPr/>
        </p:nvCxnSpPr>
        <p:spPr>
          <a:xfrm>
            <a:off x="5205445" y="36162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879AB288-C01E-3E4B-5B81-72D009A84854}"/>
              </a:ext>
            </a:extLst>
          </p:cNvPr>
          <p:cNvCxnSpPr>
            <a:cxnSpLocks/>
          </p:cNvCxnSpPr>
          <p:nvPr/>
        </p:nvCxnSpPr>
        <p:spPr>
          <a:xfrm>
            <a:off x="5357845" y="37686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直線コネクタ 1023">
            <a:extLst>
              <a:ext uri="{FF2B5EF4-FFF2-40B4-BE49-F238E27FC236}">
                <a16:creationId xmlns:a16="http://schemas.microsoft.com/office/drawing/2014/main" id="{301BF246-5145-1EE6-F5BA-3BC56AE37741}"/>
              </a:ext>
            </a:extLst>
          </p:cNvPr>
          <p:cNvCxnSpPr>
            <a:cxnSpLocks/>
          </p:cNvCxnSpPr>
          <p:nvPr/>
        </p:nvCxnSpPr>
        <p:spPr>
          <a:xfrm>
            <a:off x="5510245" y="39210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直線コネクタ 1024">
            <a:extLst>
              <a:ext uri="{FF2B5EF4-FFF2-40B4-BE49-F238E27FC236}">
                <a16:creationId xmlns:a16="http://schemas.microsoft.com/office/drawing/2014/main" id="{167EFC4B-84EB-E84E-C741-3FCF5AA402E8}"/>
              </a:ext>
            </a:extLst>
          </p:cNvPr>
          <p:cNvCxnSpPr>
            <a:cxnSpLocks/>
          </p:cNvCxnSpPr>
          <p:nvPr/>
        </p:nvCxnSpPr>
        <p:spPr>
          <a:xfrm>
            <a:off x="5662645" y="40734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直線コネクタ 1026">
            <a:extLst>
              <a:ext uri="{FF2B5EF4-FFF2-40B4-BE49-F238E27FC236}">
                <a16:creationId xmlns:a16="http://schemas.microsoft.com/office/drawing/2014/main" id="{8A323686-A9FD-E90E-2572-503E37BC38A3}"/>
              </a:ext>
            </a:extLst>
          </p:cNvPr>
          <p:cNvCxnSpPr>
            <a:cxnSpLocks/>
          </p:cNvCxnSpPr>
          <p:nvPr/>
        </p:nvCxnSpPr>
        <p:spPr>
          <a:xfrm>
            <a:off x="5815045" y="42258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直線コネクタ 1027">
            <a:extLst>
              <a:ext uri="{FF2B5EF4-FFF2-40B4-BE49-F238E27FC236}">
                <a16:creationId xmlns:a16="http://schemas.microsoft.com/office/drawing/2014/main" id="{F917956F-2503-E8F7-2CB7-94138BABB3B0}"/>
              </a:ext>
            </a:extLst>
          </p:cNvPr>
          <p:cNvCxnSpPr>
            <a:cxnSpLocks/>
          </p:cNvCxnSpPr>
          <p:nvPr/>
        </p:nvCxnSpPr>
        <p:spPr>
          <a:xfrm>
            <a:off x="5967445" y="43782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直線コネクタ 1028">
            <a:extLst>
              <a:ext uri="{FF2B5EF4-FFF2-40B4-BE49-F238E27FC236}">
                <a16:creationId xmlns:a16="http://schemas.microsoft.com/office/drawing/2014/main" id="{5AF74812-8BD6-046C-A3E3-6DA8CAFEB968}"/>
              </a:ext>
            </a:extLst>
          </p:cNvPr>
          <p:cNvCxnSpPr>
            <a:cxnSpLocks/>
          </p:cNvCxnSpPr>
          <p:nvPr/>
        </p:nvCxnSpPr>
        <p:spPr>
          <a:xfrm>
            <a:off x="6119845" y="45306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直線コネクタ 1029">
            <a:extLst>
              <a:ext uri="{FF2B5EF4-FFF2-40B4-BE49-F238E27FC236}">
                <a16:creationId xmlns:a16="http://schemas.microsoft.com/office/drawing/2014/main" id="{C640E361-F41A-773B-47AD-925A041A52E1}"/>
              </a:ext>
            </a:extLst>
          </p:cNvPr>
          <p:cNvCxnSpPr>
            <a:cxnSpLocks/>
          </p:cNvCxnSpPr>
          <p:nvPr/>
        </p:nvCxnSpPr>
        <p:spPr>
          <a:xfrm>
            <a:off x="6272245" y="46830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直線コネクタ 1030">
            <a:extLst>
              <a:ext uri="{FF2B5EF4-FFF2-40B4-BE49-F238E27FC236}">
                <a16:creationId xmlns:a16="http://schemas.microsoft.com/office/drawing/2014/main" id="{000B19EC-8694-C548-9608-3923C74F81AA}"/>
              </a:ext>
            </a:extLst>
          </p:cNvPr>
          <p:cNvCxnSpPr>
            <a:cxnSpLocks/>
          </p:cNvCxnSpPr>
          <p:nvPr/>
        </p:nvCxnSpPr>
        <p:spPr>
          <a:xfrm>
            <a:off x="6424645" y="48354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直線コネクタ 1031">
            <a:extLst>
              <a:ext uri="{FF2B5EF4-FFF2-40B4-BE49-F238E27FC236}">
                <a16:creationId xmlns:a16="http://schemas.microsoft.com/office/drawing/2014/main" id="{72E91832-2A89-9440-C6D8-6BEF15CA06DA}"/>
              </a:ext>
            </a:extLst>
          </p:cNvPr>
          <p:cNvCxnSpPr>
            <a:cxnSpLocks/>
          </p:cNvCxnSpPr>
          <p:nvPr/>
        </p:nvCxnSpPr>
        <p:spPr>
          <a:xfrm>
            <a:off x="6577045" y="49878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線コネクタ 1032">
            <a:extLst>
              <a:ext uri="{FF2B5EF4-FFF2-40B4-BE49-F238E27FC236}">
                <a16:creationId xmlns:a16="http://schemas.microsoft.com/office/drawing/2014/main" id="{044E374D-CEE6-9D8F-8221-1122E4CEDB47}"/>
              </a:ext>
            </a:extLst>
          </p:cNvPr>
          <p:cNvCxnSpPr>
            <a:cxnSpLocks/>
          </p:cNvCxnSpPr>
          <p:nvPr/>
        </p:nvCxnSpPr>
        <p:spPr>
          <a:xfrm>
            <a:off x="4331685" y="51402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直線コネクタ 1033">
            <a:extLst>
              <a:ext uri="{FF2B5EF4-FFF2-40B4-BE49-F238E27FC236}">
                <a16:creationId xmlns:a16="http://schemas.microsoft.com/office/drawing/2014/main" id="{D82540A9-6BCD-AF89-3FAD-8C0B841FB51A}"/>
              </a:ext>
            </a:extLst>
          </p:cNvPr>
          <p:cNvCxnSpPr>
            <a:cxnSpLocks/>
          </p:cNvCxnSpPr>
          <p:nvPr/>
        </p:nvCxnSpPr>
        <p:spPr>
          <a:xfrm>
            <a:off x="4484085" y="52926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直線コネクタ 1034">
            <a:extLst>
              <a:ext uri="{FF2B5EF4-FFF2-40B4-BE49-F238E27FC236}">
                <a16:creationId xmlns:a16="http://schemas.microsoft.com/office/drawing/2014/main" id="{40F2E854-D34F-BBE8-4D2F-86BC767DF8E1}"/>
              </a:ext>
            </a:extLst>
          </p:cNvPr>
          <p:cNvCxnSpPr>
            <a:cxnSpLocks/>
          </p:cNvCxnSpPr>
          <p:nvPr/>
        </p:nvCxnSpPr>
        <p:spPr>
          <a:xfrm>
            <a:off x="4636485" y="54450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直線コネクタ 1035">
            <a:extLst>
              <a:ext uri="{FF2B5EF4-FFF2-40B4-BE49-F238E27FC236}">
                <a16:creationId xmlns:a16="http://schemas.microsoft.com/office/drawing/2014/main" id="{22F3760D-1E40-0F1D-110D-CE9CBEB9799A}"/>
              </a:ext>
            </a:extLst>
          </p:cNvPr>
          <p:cNvCxnSpPr>
            <a:cxnSpLocks/>
          </p:cNvCxnSpPr>
          <p:nvPr/>
        </p:nvCxnSpPr>
        <p:spPr>
          <a:xfrm>
            <a:off x="4788885" y="55974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直線コネクタ 1036">
            <a:extLst>
              <a:ext uri="{FF2B5EF4-FFF2-40B4-BE49-F238E27FC236}">
                <a16:creationId xmlns:a16="http://schemas.microsoft.com/office/drawing/2014/main" id="{6CD7CE88-88AD-26F9-D9A8-8527C984249F}"/>
              </a:ext>
            </a:extLst>
          </p:cNvPr>
          <p:cNvCxnSpPr>
            <a:cxnSpLocks/>
          </p:cNvCxnSpPr>
          <p:nvPr/>
        </p:nvCxnSpPr>
        <p:spPr>
          <a:xfrm>
            <a:off x="4941285" y="57498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直線コネクタ 1037">
            <a:extLst>
              <a:ext uri="{FF2B5EF4-FFF2-40B4-BE49-F238E27FC236}">
                <a16:creationId xmlns:a16="http://schemas.microsoft.com/office/drawing/2014/main" id="{1966B743-9CFA-D6A0-5986-E9BD80FA96E9}"/>
              </a:ext>
            </a:extLst>
          </p:cNvPr>
          <p:cNvCxnSpPr>
            <a:cxnSpLocks/>
          </p:cNvCxnSpPr>
          <p:nvPr/>
        </p:nvCxnSpPr>
        <p:spPr>
          <a:xfrm>
            <a:off x="5093685" y="59022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直線コネクタ 1038">
            <a:extLst>
              <a:ext uri="{FF2B5EF4-FFF2-40B4-BE49-F238E27FC236}">
                <a16:creationId xmlns:a16="http://schemas.microsoft.com/office/drawing/2014/main" id="{61962540-7E76-4704-B2FB-BC0BBD2D58C4}"/>
              </a:ext>
            </a:extLst>
          </p:cNvPr>
          <p:cNvCxnSpPr>
            <a:cxnSpLocks/>
          </p:cNvCxnSpPr>
          <p:nvPr/>
        </p:nvCxnSpPr>
        <p:spPr>
          <a:xfrm>
            <a:off x="5246085" y="60546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線コネクタ 1039">
            <a:extLst>
              <a:ext uri="{FF2B5EF4-FFF2-40B4-BE49-F238E27FC236}">
                <a16:creationId xmlns:a16="http://schemas.microsoft.com/office/drawing/2014/main" id="{CD678DAC-9FF7-5EB6-C2BC-F87C4AD35CD8}"/>
              </a:ext>
            </a:extLst>
          </p:cNvPr>
          <p:cNvCxnSpPr>
            <a:cxnSpLocks/>
          </p:cNvCxnSpPr>
          <p:nvPr/>
        </p:nvCxnSpPr>
        <p:spPr>
          <a:xfrm>
            <a:off x="5398485" y="62070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直線コネクタ 1040">
            <a:extLst>
              <a:ext uri="{FF2B5EF4-FFF2-40B4-BE49-F238E27FC236}">
                <a16:creationId xmlns:a16="http://schemas.microsoft.com/office/drawing/2014/main" id="{AC490D33-9FC0-54D3-7130-6937AF66B834}"/>
              </a:ext>
            </a:extLst>
          </p:cNvPr>
          <p:cNvCxnSpPr>
            <a:cxnSpLocks/>
          </p:cNvCxnSpPr>
          <p:nvPr/>
        </p:nvCxnSpPr>
        <p:spPr>
          <a:xfrm>
            <a:off x="5550885" y="63594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直線コネクタ 1041">
            <a:extLst>
              <a:ext uri="{FF2B5EF4-FFF2-40B4-BE49-F238E27FC236}">
                <a16:creationId xmlns:a16="http://schemas.microsoft.com/office/drawing/2014/main" id="{04CB262D-F253-FB2A-C270-A34D33605D71}"/>
              </a:ext>
            </a:extLst>
          </p:cNvPr>
          <p:cNvCxnSpPr>
            <a:cxnSpLocks/>
          </p:cNvCxnSpPr>
          <p:nvPr/>
        </p:nvCxnSpPr>
        <p:spPr>
          <a:xfrm>
            <a:off x="5703285" y="65118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直線コネクタ 1042">
            <a:extLst>
              <a:ext uri="{FF2B5EF4-FFF2-40B4-BE49-F238E27FC236}">
                <a16:creationId xmlns:a16="http://schemas.microsoft.com/office/drawing/2014/main" id="{85625287-3C95-0492-7B2A-D956639D6006}"/>
              </a:ext>
            </a:extLst>
          </p:cNvPr>
          <p:cNvCxnSpPr>
            <a:cxnSpLocks/>
          </p:cNvCxnSpPr>
          <p:nvPr/>
        </p:nvCxnSpPr>
        <p:spPr>
          <a:xfrm>
            <a:off x="5855685" y="6664296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直線コネクタ 1043">
            <a:extLst>
              <a:ext uri="{FF2B5EF4-FFF2-40B4-BE49-F238E27FC236}">
                <a16:creationId xmlns:a16="http://schemas.microsoft.com/office/drawing/2014/main" id="{C14F36D3-FEA7-6574-0A3C-4C1EE08A3562}"/>
              </a:ext>
            </a:extLst>
          </p:cNvPr>
          <p:cNvCxnSpPr>
            <a:cxnSpLocks/>
          </p:cNvCxnSpPr>
          <p:nvPr/>
        </p:nvCxnSpPr>
        <p:spPr>
          <a:xfrm>
            <a:off x="6434805" y="558136"/>
            <a:ext cx="509221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172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6B7495A-99A8-667E-AC1F-E1BBC008E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45" y="-277058"/>
            <a:ext cx="5854122" cy="65405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05F7A06-824C-B81B-06AA-B70C4CDB86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659" b="59184"/>
          <a:stretch/>
        </p:blipFill>
        <p:spPr bwMode="auto">
          <a:xfrm>
            <a:off x="1819469" y="2784373"/>
            <a:ext cx="3200401" cy="352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52DC9F-7A8F-21A7-3F30-61F94D5B128E}"/>
              </a:ext>
            </a:extLst>
          </p:cNvPr>
          <p:cNvSpPr/>
          <p:nvPr/>
        </p:nvSpPr>
        <p:spPr>
          <a:xfrm>
            <a:off x="6832566" y="1554483"/>
            <a:ext cx="4140234" cy="2919923"/>
          </a:xfrm>
          <a:prstGeom prst="rect">
            <a:avLst/>
          </a:prstGeom>
          <a:gradFill>
            <a:gsLst>
              <a:gs pos="100000">
                <a:srgbClr val="848074"/>
              </a:gs>
              <a:gs pos="51000">
                <a:srgbClr val="777265"/>
              </a:gs>
              <a:gs pos="16000">
                <a:srgbClr val="948E7C"/>
              </a:gs>
              <a:gs pos="0">
                <a:srgbClr val="8F846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6662A11-5BBB-6930-F765-E2971E1DA102}"/>
              </a:ext>
            </a:extLst>
          </p:cNvPr>
          <p:cNvCxnSpPr>
            <a:cxnSpLocks/>
          </p:cNvCxnSpPr>
          <p:nvPr/>
        </p:nvCxnSpPr>
        <p:spPr>
          <a:xfrm>
            <a:off x="6410960" y="1753672"/>
            <a:ext cx="509221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17D9911-7204-11A5-05AE-976710FAD439}"/>
              </a:ext>
            </a:extLst>
          </p:cNvPr>
          <p:cNvCxnSpPr>
            <a:cxnSpLocks/>
          </p:cNvCxnSpPr>
          <p:nvPr/>
        </p:nvCxnSpPr>
        <p:spPr>
          <a:xfrm>
            <a:off x="4514565" y="19263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B351E37-9AF6-9354-CF36-803FF5A5BE33}"/>
              </a:ext>
            </a:extLst>
          </p:cNvPr>
          <p:cNvCxnSpPr>
            <a:cxnSpLocks/>
          </p:cNvCxnSpPr>
          <p:nvPr/>
        </p:nvCxnSpPr>
        <p:spPr>
          <a:xfrm>
            <a:off x="4666965" y="20787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4A829D0-4E31-EB26-E17C-3D7BC49DE366}"/>
              </a:ext>
            </a:extLst>
          </p:cNvPr>
          <p:cNvCxnSpPr>
            <a:cxnSpLocks/>
          </p:cNvCxnSpPr>
          <p:nvPr/>
        </p:nvCxnSpPr>
        <p:spPr>
          <a:xfrm>
            <a:off x="4819365" y="22311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0E4F4C6B-64AE-AB05-38AA-E49C26F57175}"/>
              </a:ext>
            </a:extLst>
          </p:cNvPr>
          <p:cNvCxnSpPr>
            <a:cxnSpLocks/>
          </p:cNvCxnSpPr>
          <p:nvPr/>
        </p:nvCxnSpPr>
        <p:spPr>
          <a:xfrm>
            <a:off x="4971765" y="23835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0794C60-5521-643C-C150-10A1A7D7343D}"/>
              </a:ext>
            </a:extLst>
          </p:cNvPr>
          <p:cNvCxnSpPr>
            <a:cxnSpLocks/>
          </p:cNvCxnSpPr>
          <p:nvPr/>
        </p:nvCxnSpPr>
        <p:spPr>
          <a:xfrm>
            <a:off x="5124165" y="25359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3B14219-E4EE-1D27-6D39-58E68AF2E4E5}"/>
              </a:ext>
            </a:extLst>
          </p:cNvPr>
          <p:cNvCxnSpPr>
            <a:cxnSpLocks/>
          </p:cNvCxnSpPr>
          <p:nvPr/>
        </p:nvCxnSpPr>
        <p:spPr>
          <a:xfrm>
            <a:off x="5276565" y="26883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FB4E184-0ACC-BADE-D90E-6DFE836B7C50}"/>
              </a:ext>
            </a:extLst>
          </p:cNvPr>
          <p:cNvCxnSpPr>
            <a:cxnSpLocks/>
          </p:cNvCxnSpPr>
          <p:nvPr/>
        </p:nvCxnSpPr>
        <p:spPr>
          <a:xfrm>
            <a:off x="5428965" y="28407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88C5715-99D9-E9E1-4F0E-A0D68F57E25E}"/>
              </a:ext>
            </a:extLst>
          </p:cNvPr>
          <p:cNvCxnSpPr>
            <a:cxnSpLocks/>
          </p:cNvCxnSpPr>
          <p:nvPr/>
        </p:nvCxnSpPr>
        <p:spPr>
          <a:xfrm>
            <a:off x="5581365" y="29931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DE0CF93-60D8-26D6-55D8-C35F625B4708}"/>
              </a:ext>
            </a:extLst>
          </p:cNvPr>
          <p:cNvCxnSpPr>
            <a:cxnSpLocks/>
          </p:cNvCxnSpPr>
          <p:nvPr/>
        </p:nvCxnSpPr>
        <p:spPr>
          <a:xfrm>
            <a:off x="5733765" y="31455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5322705-744C-AE3F-CBC4-B0C3D6BBC243}"/>
              </a:ext>
            </a:extLst>
          </p:cNvPr>
          <p:cNvCxnSpPr>
            <a:cxnSpLocks/>
          </p:cNvCxnSpPr>
          <p:nvPr/>
        </p:nvCxnSpPr>
        <p:spPr>
          <a:xfrm>
            <a:off x="5886165" y="32979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0892A6A-E8C9-5F85-20CC-B43C58121C16}"/>
              </a:ext>
            </a:extLst>
          </p:cNvPr>
          <p:cNvCxnSpPr>
            <a:cxnSpLocks/>
          </p:cNvCxnSpPr>
          <p:nvPr/>
        </p:nvCxnSpPr>
        <p:spPr>
          <a:xfrm>
            <a:off x="6038565" y="34503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07F3C818-44D7-107F-276E-B2D8681DA31C}"/>
              </a:ext>
            </a:extLst>
          </p:cNvPr>
          <p:cNvCxnSpPr>
            <a:cxnSpLocks/>
          </p:cNvCxnSpPr>
          <p:nvPr/>
        </p:nvCxnSpPr>
        <p:spPr>
          <a:xfrm>
            <a:off x="6190965" y="36027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6E0F22F9-F5FE-B3F0-AF49-26DFE204670B}"/>
              </a:ext>
            </a:extLst>
          </p:cNvPr>
          <p:cNvCxnSpPr>
            <a:cxnSpLocks/>
          </p:cNvCxnSpPr>
          <p:nvPr/>
        </p:nvCxnSpPr>
        <p:spPr>
          <a:xfrm>
            <a:off x="6343365" y="37551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0D50C0D3-8FE1-7F21-265B-62608044B3BE}"/>
              </a:ext>
            </a:extLst>
          </p:cNvPr>
          <p:cNvCxnSpPr>
            <a:cxnSpLocks/>
          </p:cNvCxnSpPr>
          <p:nvPr/>
        </p:nvCxnSpPr>
        <p:spPr>
          <a:xfrm>
            <a:off x="4443445" y="39075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898C861-B0BA-6674-2E6F-F026EE2D89B3}"/>
              </a:ext>
            </a:extLst>
          </p:cNvPr>
          <p:cNvCxnSpPr>
            <a:cxnSpLocks/>
          </p:cNvCxnSpPr>
          <p:nvPr/>
        </p:nvCxnSpPr>
        <p:spPr>
          <a:xfrm>
            <a:off x="4595845" y="40599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476C3A6C-41E7-A7A9-A8C1-549F034286E8}"/>
              </a:ext>
            </a:extLst>
          </p:cNvPr>
          <p:cNvCxnSpPr>
            <a:cxnSpLocks/>
          </p:cNvCxnSpPr>
          <p:nvPr/>
        </p:nvCxnSpPr>
        <p:spPr>
          <a:xfrm>
            <a:off x="4748245" y="42123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F63C78F-7DA5-542C-66CD-6747A175F3D1}"/>
              </a:ext>
            </a:extLst>
          </p:cNvPr>
          <p:cNvCxnSpPr>
            <a:cxnSpLocks/>
          </p:cNvCxnSpPr>
          <p:nvPr/>
        </p:nvCxnSpPr>
        <p:spPr>
          <a:xfrm>
            <a:off x="4900645" y="4364792"/>
            <a:ext cx="670765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直線コネクタ 1043">
            <a:extLst>
              <a:ext uri="{FF2B5EF4-FFF2-40B4-BE49-F238E27FC236}">
                <a16:creationId xmlns:a16="http://schemas.microsoft.com/office/drawing/2014/main" id="{C14F36D3-FEA7-6574-0A3C-4C1EE08A3562}"/>
              </a:ext>
            </a:extLst>
          </p:cNvPr>
          <p:cNvCxnSpPr>
            <a:cxnSpLocks/>
          </p:cNvCxnSpPr>
          <p:nvPr/>
        </p:nvCxnSpPr>
        <p:spPr>
          <a:xfrm>
            <a:off x="6434805" y="1611432"/>
            <a:ext cx="5092218" cy="0"/>
          </a:xfrm>
          <a:prstGeom prst="line">
            <a:avLst/>
          </a:prstGeom>
          <a:ln w="17780" cmpd="sng">
            <a:solidFill>
              <a:schemeClr val="tx1">
                <a:lumMod val="65000"/>
                <a:lumOff val="35000"/>
              </a:schemeClr>
            </a:solidFill>
          </a:ln>
          <a:effectLst>
            <a:glow>
              <a:schemeClr val="tx1">
                <a:alpha val="5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6" name="正方形/長方形 1075">
            <a:extLst>
              <a:ext uri="{FF2B5EF4-FFF2-40B4-BE49-F238E27FC236}">
                <a16:creationId xmlns:a16="http://schemas.microsoft.com/office/drawing/2014/main" id="{F57905B4-253F-8335-A210-4C1A4DB7A9D4}"/>
              </a:ext>
            </a:extLst>
          </p:cNvPr>
          <p:cNvSpPr/>
          <p:nvPr/>
        </p:nvSpPr>
        <p:spPr>
          <a:xfrm>
            <a:off x="8816340" y="2448229"/>
            <a:ext cx="216268" cy="757005"/>
          </a:xfrm>
          <a:prstGeom prst="rect">
            <a:avLst/>
          </a:prstGeom>
          <a:gradFill>
            <a:gsLst>
              <a:gs pos="100000">
                <a:srgbClr val="D0CECA"/>
              </a:gs>
              <a:gs pos="65000">
                <a:srgbClr val="FFFAEB"/>
              </a:gs>
              <a:gs pos="32000">
                <a:srgbClr val="FFFAEB"/>
              </a:gs>
              <a:gs pos="0">
                <a:srgbClr val="D0CEC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7" name="正方形/長方形 1076">
            <a:extLst>
              <a:ext uri="{FF2B5EF4-FFF2-40B4-BE49-F238E27FC236}">
                <a16:creationId xmlns:a16="http://schemas.microsoft.com/office/drawing/2014/main" id="{A036349F-386F-98B3-D0AA-7AC6FD034351}"/>
              </a:ext>
            </a:extLst>
          </p:cNvPr>
          <p:cNvSpPr/>
          <p:nvPr/>
        </p:nvSpPr>
        <p:spPr>
          <a:xfrm>
            <a:off x="1766767" y="1047823"/>
            <a:ext cx="1279176" cy="1030970"/>
          </a:xfrm>
          <a:prstGeom prst="rect">
            <a:avLst/>
          </a:prstGeom>
          <a:gradFill>
            <a:gsLst>
              <a:gs pos="100000">
                <a:srgbClr val="848074"/>
              </a:gs>
              <a:gs pos="51000">
                <a:srgbClr val="777265"/>
              </a:gs>
              <a:gs pos="16000">
                <a:srgbClr val="948E7C"/>
              </a:gs>
              <a:gs pos="0">
                <a:srgbClr val="8F846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30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4952C83-807F-082C-95DF-F726155A60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0"/>
          <a:stretch/>
        </p:blipFill>
        <p:spPr>
          <a:xfrm>
            <a:off x="752255" y="240002"/>
            <a:ext cx="1439605" cy="6046341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8DD9629-D329-C4F3-DCAD-4CDA76B6053D}"/>
              </a:ext>
            </a:extLst>
          </p:cNvPr>
          <p:cNvSpPr/>
          <p:nvPr/>
        </p:nvSpPr>
        <p:spPr>
          <a:xfrm>
            <a:off x="752255" y="240002"/>
            <a:ext cx="1439605" cy="5781785"/>
          </a:xfrm>
          <a:prstGeom prst="rect">
            <a:avLst/>
          </a:prstGeom>
          <a:gradFill>
            <a:gsLst>
              <a:gs pos="100000">
                <a:srgbClr val="AEA28A">
                  <a:alpha val="70000"/>
                </a:srgbClr>
              </a:gs>
              <a:gs pos="39000">
                <a:srgbClr val="DBCFB7">
                  <a:alpha val="70000"/>
                </a:srgbClr>
              </a:gs>
              <a:gs pos="75000">
                <a:srgbClr val="BEB191">
                  <a:alpha val="70000"/>
                </a:srgbClr>
              </a:gs>
              <a:gs pos="0">
                <a:srgbClr val="FFFAE6">
                  <a:alpha val="5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C0699E4-E403-E358-553D-C4DF3BABBA1C}"/>
              </a:ext>
            </a:extLst>
          </p:cNvPr>
          <p:cNvSpPr/>
          <p:nvPr/>
        </p:nvSpPr>
        <p:spPr>
          <a:xfrm>
            <a:off x="752255" y="5814061"/>
            <a:ext cx="1439605" cy="472282"/>
          </a:xfrm>
          <a:prstGeom prst="rect">
            <a:avLst/>
          </a:prstGeom>
          <a:solidFill>
            <a:srgbClr val="4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BA4DE68-F9E8-34C3-32DD-98C77F045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679" y="1188663"/>
            <a:ext cx="6934801" cy="1310754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F80A08D-F1DF-57B8-F8D4-1583E78D913D}"/>
              </a:ext>
            </a:extLst>
          </p:cNvPr>
          <p:cNvSpPr/>
          <p:nvPr/>
        </p:nvSpPr>
        <p:spPr>
          <a:xfrm>
            <a:off x="4166140" y="3009505"/>
            <a:ext cx="5391846" cy="948718"/>
          </a:xfrm>
          <a:prstGeom prst="rect">
            <a:avLst/>
          </a:prstGeom>
          <a:gradFill>
            <a:gsLst>
              <a:gs pos="100000">
                <a:srgbClr val="9CA1A2"/>
              </a:gs>
              <a:gs pos="26000">
                <a:srgbClr val="EFF2F4"/>
              </a:gs>
              <a:gs pos="80000">
                <a:srgbClr val="C3C5C9"/>
              </a:gs>
              <a:gs pos="0">
                <a:srgbClr val="98999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608CE2B-DDF6-3566-6E9B-A10225C0D48D}"/>
              </a:ext>
            </a:extLst>
          </p:cNvPr>
          <p:cNvSpPr/>
          <p:nvPr/>
        </p:nvSpPr>
        <p:spPr>
          <a:xfrm>
            <a:off x="9409682" y="3009505"/>
            <a:ext cx="148304" cy="948718"/>
          </a:xfrm>
          <a:prstGeom prst="rect">
            <a:avLst/>
          </a:prstGeom>
          <a:gradFill>
            <a:gsLst>
              <a:gs pos="100000">
                <a:schemeClr val="bg2">
                  <a:lumMod val="50000"/>
                </a:schemeClr>
              </a:gs>
              <a:gs pos="38000">
                <a:schemeClr val="bg2">
                  <a:lumMod val="75000"/>
                </a:schemeClr>
              </a:gs>
              <a:gs pos="65000">
                <a:srgbClr val="C3C5C9"/>
              </a:gs>
              <a:gs pos="0">
                <a:schemeClr val="bg2">
                  <a:lumMod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5D3EE52-9D16-A58A-17AE-FE86DCBD041A}"/>
              </a:ext>
            </a:extLst>
          </p:cNvPr>
          <p:cNvSpPr/>
          <p:nvPr/>
        </p:nvSpPr>
        <p:spPr>
          <a:xfrm>
            <a:off x="4166140" y="3009505"/>
            <a:ext cx="148304" cy="948718"/>
          </a:xfrm>
          <a:prstGeom prst="rect">
            <a:avLst/>
          </a:prstGeom>
          <a:gradFill>
            <a:gsLst>
              <a:gs pos="100000">
                <a:schemeClr val="bg2">
                  <a:lumMod val="50000"/>
                </a:schemeClr>
              </a:gs>
              <a:gs pos="38000">
                <a:schemeClr val="bg2">
                  <a:lumMod val="75000"/>
                </a:schemeClr>
              </a:gs>
              <a:gs pos="65000">
                <a:srgbClr val="C3C5C9"/>
              </a:gs>
              <a:gs pos="0">
                <a:schemeClr val="bg2">
                  <a:lumMod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624CA9-3AEB-125A-AF47-F7B15D5347AD}"/>
              </a:ext>
            </a:extLst>
          </p:cNvPr>
          <p:cNvSpPr/>
          <p:nvPr/>
        </p:nvSpPr>
        <p:spPr>
          <a:xfrm>
            <a:off x="752254" y="6139180"/>
            <a:ext cx="1439605" cy="147164"/>
          </a:xfrm>
          <a:prstGeom prst="rect">
            <a:avLst/>
          </a:prstGeom>
          <a:gradFill>
            <a:gsLst>
              <a:gs pos="3000">
                <a:srgbClr val="999A9C">
                  <a:alpha val="0"/>
                </a:srgbClr>
              </a:gs>
              <a:gs pos="35000">
                <a:srgbClr val="999A9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1575D2-19B0-CD6D-DE68-8EF63467A3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759" y="4721307"/>
            <a:ext cx="1300480" cy="13004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DEEE55-F0F7-51D5-CA69-8A53DFE9801B}"/>
              </a:ext>
            </a:extLst>
          </p:cNvPr>
          <p:cNvSpPr/>
          <p:nvPr/>
        </p:nvSpPr>
        <p:spPr>
          <a:xfrm flipV="1">
            <a:off x="752254" y="240001"/>
            <a:ext cx="1439605" cy="596212"/>
          </a:xfrm>
          <a:prstGeom prst="rect">
            <a:avLst/>
          </a:prstGeom>
          <a:gradFill>
            <a:gsLst>
              <a:gs pos="4400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0517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29CDD53-CE7D-3770-8C46-600ADF991675}"/>
              </a:ext>
            </a:extLst>
          </p:cNvPr>
          <p:cNvSpPr/>
          <p:nvPr/>
        </p:nvSpPr>
        <p:spPr>
          <a:xfrm>
            <a:off x="7685487" y="0"/>
            <a:ext cx="4307840" cy="4334256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Tポイントのロゴ変更について｜ニュース｜CCC カルチュア・コンビニエンス・クラブ株式会社">
            <a:extLst>
              <a:ext uri="{FF2B5EF4-FFF2-40B4-BE49-F238E27FC236}">
                <a16:creationId xmlns:a16="http://schemas.microsoft.com/office/drawing/2014/main" id="{BFCA6ECD-3875-0002-ACF9-4ED77A002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107" y="-1261872"/>
            <a:ext cx="5397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2792B13-625C-22F9-C088-7F73018A8F1C}"/>
              </a:ext>
            </a:extLst>
          </p:cNvPr>
          <p:cNvSpPr/>
          <p:nvPr/>
        </p:nvSpPr>
        <p:spPr>
          <a:xfrm>
            <a:off x="7685487" y="0"/>
            <a:ext cx="1150112" cy="4334256"/>
          </a:xfrm>
          <a:prstGeom prst="rect">
            <a:avLst/>
          </a:prstGeom>
          <a:solidFill>
            <a:srgbClr val="FFF2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0EFE84-0DE0-FCF6-1CA0-3806FD68F893}"/>
              </a:ext>
            </a:extLst>
          </p:cNvPr>
          <p:cNvSpPr/>
          <p:nvPr/>
        </p:nvSpPr>
        <p:spPr>
          <a:xfrm>
            <a:off x="10843215" y="0"/>
            <a:ext cx="1150112" cy="4334256"/>
          </a:xfrm>
          <a:prstGeom prst="rect">
            <a:avLst/>
          </a:prstGeom>
          <a:solidFill>
            <a:srgbClr val="FFF2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CC0E388-2CF3-E204-E095-C08D2CA69B2D}"/>
              </a:ext>
            </a:extLst>
          </p:cNvPr>
          <p:cNvSpPr/>
          <p:nvPr/>
        </p:nvSpPr>
        <p:spPr>
          <a:xfrm rot="5400000">
            <a:off x="9264351" y="256032"/>
            <a:ext cx="1150112" cy="3822192"/>
          </a:xfrm>
          <a:prstGeom prst="rect">
            <a:avLst/>
          </a:prstGeom>
          <a:solidFill>
            <a:srgbClr val="FFF2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0149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13548</TotalTime>
  <Words>1</Words>
  <Application>Microsoft Office PowerPoint</Application>
  <PresentationFormat>Widescreen</PresentationFormat>
  <Paragraphs>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wattz</dc:creator>
  <cp:lastModifiedBy>麻呂 wattz</cp:lastModifiedBy>
  <cp:revision>23</cp:revision>
  <dcterms:created xsi:type="dcterms:W3CDTF">2024-03-21T12:32:48Z</dcterms:created>
  <dcterms:modified xsi:type="dcterms:W3CDTF">2025-12-12T13:19:40Z</dcterms:modified>
</cp:coreProperties>
</file>