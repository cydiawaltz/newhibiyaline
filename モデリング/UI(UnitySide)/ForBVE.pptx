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2720"/>
    <a:srgbClr val="318335"/>
    <a:srgbClr val="7D3682"/>
    <a:srgbClr val="77E0E5"/>
    <a:srgbClr val="E99B9B"/>
    <a:srgbClr val="2DEBFF"/>
    <a:srgbClr val="FF2D2D"/>
    <a:srgbClr val="96ECEE"/>
    <a:srgbClr val="2E2E2E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81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D694-9622-1952-B911-2DC5E16D9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AB8CD-A67A-1836-13BF-C34AD4629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F43C9-CFB4-30EA-106E-F29A7CAEA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907E8-E3B4-D059-3063-E2FE26E9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2B1B7-CDA1-CD7E-D7BF-5CD538DB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788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32FC-9E9E-D970-33CF-58370E40C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C0BFD-C176-B99C-3617-65A749384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8C5E4-167F-AEFB-0CE7-8384C20E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40320-872B-250C-3AD0-F8D1D3B6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D5029-58A1-F501-C9B8-265C0B08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76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A03B-E8B8-C51A-0A4B-15D879FE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F313C-0539-8A03-BB45-8A9504286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F074D-CEA9-DF18-A176-B4876BFA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5269A-7FB6-2E61-5A1B-710AFF84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B6587-A125-DBFE-52D0-155286AC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18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74D9-B3ED-6FAD-B07E-9D6696EE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12E8-D2F4-8944-1679-C1B24E3DC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7873C-9AA3-9E73-C926-DB63D1AF8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85B0F-E2AB-D0A4-2748-F3FAB4A9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14D12-F0FA-EAC0-8666-E4A4C6273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E27AD-838D-40F7-A393-97DE69A6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3071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EC0B-4732-9B25-CAB8-22FBBAE4A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93988-7257-D5C9-55AE-81B5910BD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4458E-34E9-077A-A590-713FA167D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42B6F-DADE-1109-345B-D057CDA1A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2AFBB-81CE-ABF1-BEDD-A8AC5D640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E7B9D8-33D4-9DD1-E230-95E56A26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B3BCD1-8AD4-C7C9-6A5C-B45865DF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6E50F9-5EDC-3A2A-76E3-44B4E174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94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4D1C-3AEE-A28D-59C6-17E4F7AF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C9F15-C875-852C-3CBF-953847B2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F422F5-DE10-2755-6F1D-55882355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6C118-4FBB-029C-F377-69F3AD35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551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DFAA0-3413-F79E-A66E-FAE43E55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79B8D-2DF4-0532-62A0-A2F9A821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87579-DDE5-1F6B-1DDA-A606DDAB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47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EB96-ACB0-7D00-D657-04310F99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94363-48CC-980A-6D84-E595449F2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1762F-7CCF-BF80-7817-A98EE6076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0BD14-52FD-E348-90F4-FFB06C5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40829-24E8-94F9-A5C0-3B016A58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3610F-7EF2-D6E8-3031-81B2B85A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074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4F2E-29B7-22F9-2CC5-54DFD9EE2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58AA9-28D5-FCD1-72F1-CD0C53CA1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D42DE-E337-5234-44C1-FCAA6D4DB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8A36B-44EE-C6A9-C02F-3DCC741C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BB17B-9CCF-BA4F-E884-4FD82F38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AD7CF-130D-A586-6166-1468D969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98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9C7E-A038-9419-09A0-10F70DB3A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EDFFA-1B9B-D165-B96F-2F2B7CEC2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E121A-4513-610D-ED5D-6AC8666E1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60BE1-1EDA-0019-F5C1-FA971619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8DE34-6F8A-0DD1-3457-E4350D4B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298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32A11-C3C9-43D5-BCFE-2105DCB6C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9814F-FEB2-492E-B950-A7ABEBFCD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97E7-06AD-1CF7-7F38-47FC03A0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84BC9-078D-2ED4-1A06-09242752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D36FF-499C-CE17-1E8F-D03E3F2E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7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9A93D-8B5C-A8E1-2D18-68F2A1754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623DE-9B3C-4D14-A76F-33AE6B554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4693-6C75-BAD0-744E-55515FA12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CE0C3-8D5E-492D-9B6B-A4E8A8AFC800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40F85-3033-7AA7-9211-FE701B528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DA04C-9B31-756E-F16E-3A34B30C6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BE359-4D5D-4596-9E9F-AEEC817D0B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76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7222D3-AD5E-423A-0F1E-5F4BC20B4C0A}"/>
              </a:ext>
            </a:extLst>
          </p:cNvPr>
          <p:cNvSpPr/>
          <p:nvPr/>
        </p:nvSpPr>
        <p:spPr>
          <a:xfrm>
            <a:off x="3689445" y="34980"/>
            <a:ext cx="2880000" cy="2880000"/>
          </a:xfrm>
          <a:prstGeom prst="rect">
            <a:avLst/>
          </a:prstGeom>
          <a:gradFill>
            <a:gsLst>
              <a:gs pos="56000">
                <a:srgbClr val="AFB3B5"/>
              </a:gs>
              <a:gs pos="10000">
                <a:srgbClr val="E4E4E1"/>
              </a:gs>
              <a:gs pos="16000">
                <a:srgbClr val="D1D3D0"/>
              </a:gs>
              <a:gs pos="0">
                <a:srgbClr val="93969A"/>
              </a:gs>
              <a:gs pos="100000">
                <a:srgbClr val="BABB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1D5B0-21D8-A525-65C5-0ACAABDEE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040" y="956236"/>
            <a:ext cx="4632960" cy="9529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A9C8E65-3CEA-E49C-D6D3-9F585A76756B}"/>
              </a:ext>
            </a:extLst>
          </p:cNvPr>
          <p:cNvSpPr/>
          <p:nvPr/>
        </p:nvSpPr>
        <p:spPr>
          <a:xfrm>
            <a:off x="7223040" y="1970100"/>
            <a:ext cx="666750" cy="944880"/>
          </a:xfrm>
          <a:custGeom>
            <a:avLst/>
            <a:gdLst>
              <a:gd name="connsiteX0" fmla="*/ 0 w 544830"/>
              <a:gd name="connsiteY0" fmla="*/ 0 h 419100"/>
              <a:gd name="connsiteX1" fmla="*/ 544830 w 544830"/>
              <a:gd name="connsiteY1" fmla="*/ 0 h 419100"/>
              <a:gd name="connsiteX2" fmla="*/ 544830 w 544830"/>
              <a:gd name="connsiteY2" fmla="*/ 419100 h 419100"/>
              <a:gd name="connsiteX3" fmla="*/ 0 w 544830"/>
              <a:gd name="connsiteY3" fmla="*/ 419100 h 419100"/>
              <a:gd name="connsiteX4" fmla="*/ 0 w 544830"/>
              <a:gd name="connsiteY4" fmla="*/ 0 h 41910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544830 w 662940"/>
              <a:gd name="connsiteY2" fmla="*/ 105918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647700 w 662940"/>
              <a:gd name="connsiteY2" fmla="*/ 94107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407670 w 662940"/>
              <a:gd name="connsiteY3" fmla="*/ 781050 h 941070"/>
              <a:gd name="connsiteX4" fmla="*/ 0 w 662940"/>
              <a:gd name="connsiteY4" fmla="*/ 640080 h 94107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297180 w 662940"/>
              <a:gd name="connsiteY3" fmla="*/ 941070 h 941070"/>
              <a:gd name="connsiteX4" fmla="*/ 0 w 662940"/>
              <a:gd name="connsiteY4" fmla="*/ 640080 h 941070"/>
              <a:gd name="connsiteX0" fmla="*/ 0 w 662940"/>
              <a:gd name="connsiteY0" fmla="*/ 640080 h 944880"/>
              <a:gd name="connsiteX1" fmla="*/ 662940 w 662940"/>
              <a:gd name="connsiteY1" fmla="*/ 0 h 944880"/>
              <a:gd name="connsiteX2" fmla="*/ 647700 w 662940"/>
              <a:gd name="connsiteY2" fmla="*/ 941070 h 944880"/>
              <a:gd name="connsiteX3" fmla="*/ 293370 w 662940"/>
              <a:gd name="connsiteY3" fmla="*/ 944880 h 944880"/>
              <a:gd name="connsiteX4" fmla="*/ 0 w 66294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107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488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750" h="944880">
                <a:moveTo>
                  <a:pt x="0" y="640080"/>
                </a:moveTo>
                <a:lnTo>
                  <a:pt x="662940" y="0"/>
                </a:lnTo>
                <a:lnTo>
                  <a:pt x="666750" y="944880"/>
                </a:lnTo>
                <a:lnTo>
                  <a:pt x="293370" y="944880"/>
                </a:lnTo>
                <a:lnTo>
                  <a:pt x="0" y="64008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89B101-D0C4-FDB7-8A99-CCF58D7A2093}"/>
              </a:ext>
            </a:extLst>
          </p:cNvPr>
          <p:cNvSpPr/>
          <p:nvPr/>
        </p:nvSpPr>
        <p:spPr>
          <a:xfrm>
            <a:off x="7882805" y="1970100"/>
            <a:ext cx="2324820" cy="9448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5ADFA-ED8B-C23B-EDC6-CC46B7A5CE9C}"/>
              </a:ext>
            </a:extLst>
          </p:cNvPr>
          <p:cNvSpPr/>
          <p:nvPr/>
        </p:nvSpPr>
        <p:spPr>
          <a:xfrm>
            <a:off x="7307580" y="2022487"/>
            <a:ext cx="606975" cy="840105"/>
          </a:xfrm>
          <a:custGeom>
            <a:avLst/>
            <a:gdLst>
              <a:gd name="connsiteX0" fmla="*/ 0 w 589830"/>
              <a:gd name="connsiteY0" fmla="*/ 0 h 251460"/>
              <a:gd name="connsiteX1" fmla="*/ 589830 w 589830"/>
              <a:gd name="connsiteY1" fmla="*/ 0 h 251460"/>
              <a:gd name="connsiteX2" fmla="*/ 589830 w 589830"/>
              <a:gd name="connsiteY2" fmla="*/ 251460 h 251460"/>
              <a:gd name="connsiteX3" fmla="*/ 0 w 589830"/>
              <a:gd name="connsiteY3" fmla="*/ 251460 h 251460"/>
              <a:gd name="connsiteX4" fmla="*/ 0 w 589830"/>
              <a:gd name="connsiteY4" fmla="*/ 0 h 251460"/>
              <a:gd name="connsiteX0" fmla="*/ 0 w 603165"/>
              <a:gd name="connsiteY0" fmla="*/ 607695 h 859155"/>
              <a:gd name="connsiteX1" fmla="*/ 603165 w 603165"/>
              <a:gd name="connsiteY1" fmla="*/ 0 h 859155"/>
              <a:gd name="connsiteX2" fmla="*/ 589830 w 603165"/>
              <a:gd name="connsiteY2" fmla="*/ 859155 h 859155"/>
              <a:gd name="connsiteX3" fmla="*/ 0 w 603165"/>
              <a:gd name="connsiteY3" fmla="*/ 859155 h 859155"/>
              <a:gd name="connsiteX4" fmla="*/ 0 w 603165"/>
              <a:gd name="connsiteY4" fmla="*/ 607695 h 859155"/>
              <a:gd name="connsiteX0" fmla="*/ 0 w 597450"/>
              <a:gd name="connsiteY0" fmla="*/ 582930 h 834390"/>
              <a:gd name="connsiteX1" fmla="*/ 597450 w 597450"/>
              <a:gd name="connsiteY1" fmla="*/ 0 h 834390"/>
              <a:gd name="connsiteX2" fmla="*/ 589830 w 597450"/>
              <a:gd name="connsiteY2" fmla="*/ 834390 h 834390"/>
              <a:gd name="connsiteX3" fmla="*/ 0 w 597450"/>
              <a:gd name="connsiteY3" fmla="*/ 834390 h 834390"/>
              <a:gd name="connsiteX4" fmla="*/ 0 w 597450"/>
              <a:gd name="connsiteY4" fmla="*/ 582930 h 834390"/>
              <a:gd name="connsiteX0" fmla="*/ 0 w 589830"/>
              <a:gd name="connsiteY0" fmla="*/ 537210 h 788670"/>
              <a:gd name="connsiteX1" fmla="*/ 582210 w 589830"/>
              <a:gd name="connsiteY1" fmla="*/ 0 h 788670"/>
              <a:gd name="connsiteX2" fmla="*/ 589830 w 589830"/>
              <a:gd name="connsiteY2" fmla="*/ 788670 h 788670"/>
              <a:gd name="connsiteX3" fmla="*/ 0 w 589830"/>
              <a:gd name="connsiteY3" fmla="*/ 788670 h 788670"/>
              <a:gd name="connsiteX4" fmla="*/ 0 w 589830"/>
              <a:gd name="connsiteY4" fmla="*/ 537210 h 788670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0 w 605070"/>
              <a:gd name="connsiteY3" fmla="*/ 840105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0980 w 605070"/>
              <a:gd name="connsiteY3" fmla="*/ 830580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6695 w 605070"/>
              <a:gd name="connsiteY3" fmla="*/ 834390 h 840105"/>
              <a:gd name="connsiteX4" fmla="*/ 0 w 605070"/>
              <a:gd name="connsiteY4" fmla="*/ 588645 h 840105"/>
              <a:gd name="connsiteX0" fmla="*/ 0 w 606975"/>
              <a:gd name="connsiteY0" fmla="*/ 588645 h 840105"/>
              <a:gd name="connsiteX1" fmla="*/ 605070 w 606975"/>
              <a:gd name="connsiteY1" fmla="*/ 0 h 840105"/>
              <a:gd name="connsiteX2" fmla="*/ 606975 w 606975"/>
              <a:gd name="connsiteY2" fmla="*/ 840105 h 840105"/>
              <a:gd name="connsiteX3" fmla="*/ 226695 w 606975"/>
              <a:gd name="connsiteY3" fmla="*/ 834390 h 840105"/>
              <a:gd name="connsiteX4" fmla="*/ 0 w 606975"/>
              <a:gd name="connsiteY4" fmla="*/ 588645 h 8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75" h="840105">
                <a:moveTo>
                  <a:pt x="0" y="588645"/>
                </a:moveTo>
                <a:lnTo>
                  <a:pt x="605070" y="0"/>
                </a:lnTo>
                <a:lnTo>
                  <a:pt x="606975" y="840105"/>
                </a:lnTo>
                <a:lnTo>
                  <a:pt x="226695" y="834390"/>
                </a:lnTo>
                <a:lnTo>
                  <a:pt x="0" y="588645"/>
                </a:lnTo>
                <a:close/>
              </a:path>
            </a:pathLst>
          </a:cu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699894-AB07-BEA3-8D09-8E6E53FF854F}"/>
              </a:ext>
            </a:extLst>
          </p:cNvPr>
          <p:cNvSpPr/>
          <p:nvPr/>
        </p:nvSpPr>
        <p:spPr>
          <a:xfrm>
            <a:off x="7909475" y="2022487"/>
            <a:ext cx="2293070" cy="840105"/>
          </a:xfrm>
          <a:prstGeom prst="rect">
            <a:avLst/>
          </a:pr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D528DF-9FD9-3987-1E9B-4E9FEFD506BA}"/>
              </a:ext>
            </a:extLst>
          </p:cNvPr>
          <p:cNvSpPr/>
          <p:nvPr/>
        </p:nvSpPr>
        <p:spPr>
          <a:xfrm>
            <a:off x="7417435" y="2117736"/>
            <a:ext cx="497120" cy="649606"/>
          </a:xfrm>
          <a:custGeom>
            <a:avLst/>
            <a:gdLst>
              <a:gd name="connsiteX0" fmla="*/ 0 w 340910"/>
              <a:gd name="connsiteY0" fmla="*/ 0 h 649606"/>
              <a:gd name="connsiteX1" fmla="*/ 340910 w 340910"/>
              <a:gd name="connsiteY1" fmla="*/ 0 h 649606"/>
              <a:gd name="connsiteX2" fmla="*/ 340910 w 340910"/>
              <a:gd name="connsiteY2" fmla="*/ 649606 h 649606"/>
              <a:gd name="connsiteX3" fmla="*/ 0 w 340910"/>
              <a:gd name="connsiteY3" fmla="*/ 649606 h 649606"/>
              <a:gd name="connsiteX4" fmla="*/ 0 w 340910"/>
              <a:gd name="connsiteY4" fmla="*/ 0 h 649606"/>
              <a:gd name="connsiteX0" fmla="*/ 0 w 497120"/>
              <a:gd name="connsiteY0" fmla="*/ 483870 h 649606"/>
              <a:gd name="connsiteX1" fmla="*/ 497120 w 497120"/>
              <a:gd name="connsiteY1" fmla="*/ 0 h 649606"/>
              <a:gd name="connsiteX2" fmla="*/ 497120 w 497120"/>
              <a:gd name="connsiteY2" fmla="*/ 649606 h 649606"/>
              <a:gd name="connsiteX3" fmla="*/ 156210 w 497120"/>
              <a:gd name="connsiteY3" fmla="*/ 649606 h 649606"/>
              <a:gd name="connsiteX4" fmla="*/ 0 w 497120"/>
              <a:gd name="connsiteY4" fmla="*/ 483870 h 64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120" h="649606">
                <a:moveTo>
                  <a:pt x="0" y="483870"/>
                </a:moveTo>
                <a:lnTo>
                  <a:pt x="497120" y="0"/>
                </a:lnTo>
                <a:lnTo>
                  <a:pt x="497120" y="649606"/>
                </a:lnTo>
                <a:lnTo>
                  <a:pt x="156210" y="649606"/>
                </a:lnTo>
                <a:lnTo>
                  <a:pt x="0" y="483870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934B9D-63F5-8CF3-3049-8A1B260EB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991" y="3490820"/>
            <a:ext cx="2314898" cy="132416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D254FD3-F9E8-6266-5F12-AFC448BCF17C}"/>
              </a:ext>
            </a:extLst>
          </p:cNvPr>
          <p:cNvSpPr/>
          <p:nvPr/>
        </p:nvSpPr>
        <p:spPr>
          <a:xfrm>
            <a:off x="7914555" y="2117736"/>
            <a:ext cx="2287990" cy="649605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05620091-18F4-5D6A-B6D4-35CCEF67BA5B}"/>
              </a:ext>
            </a:extLst>
          </p:cNvPr>
          <p:cNvSpPr/>
          <p:nvPr/>
        </p:nvSpPr>
        <p:spPr>
          <a:xfrm>
            <a:off x="4708170" y="841898"/>
            <a:ext cx="666750" cy="944880"/>
          </a:xfrm>
          <a:custGeom>
            <a:avLst/>
            <a:gdLst>
              <a:gd name="connsiteX0" fmla="*/ 0 w 544830"/>
              <a:gd name="connsiteY0" fmla="*/ 0 h 419100"/>
              <a:gd name="connsiteX1" fmla="*/ 544830 w 544830"/>
              <a:gd name="connsiteY1" fmla="*/ 0 h 419100"/>
              <a:gd name="connsiteX2" fmla="*/ 544830 w 544830"/>
              <a:gd name="connsiteY2" fmla="*/ 419100 h 419100"/>
              <a:gd name="connsiteX3" fmla="*/ 0 w 544830"/>
              <a:gd name="connsiteY3" fmla="*/ 419100 h 419100"/>
              <a:gd name="connsiteX4" fmla="*/ 0 w 544830"/>
              <a:gd name="connsiteY4" fmla="*/ 0 h 41910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544830 w 662940"/>
              <a:gd name="connsiteY2" fmla="*/ 105918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647700 w 662940"/>
              <a:gd name="connsiteY2" fmla="*/ 94107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407670 w 662940"/>
              <a:gd name="connsiteY3" fmla="*/ 781050 h 941070"/>
              <a:gd name="connsiteX4" fmla="*/ 0 w 662940"/>
              <a:gd name="connsiteY4" fmla="*/ 640080 h 94107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297180 w 662940"/>
              <a:gd name="connsiteY3" fmla="*/ 941070 h 941070"/>
              <a:gd name="connsiteX4" fmla="*/ 0 w 662940"/>
              <a:gd name="connsiteY4" fmla="*/ 640080 h 941070"/>
              <a:gd name="connsiteX0" fmla="*/ 0 w 662940"/>
              <a:gd name="connsiteY0" fmla="*/ 640080 h 944880"/>
              <a:gd name="connsiteX1" fmla="*/ 662940 w 662940"/>
              <a:gd name="connsiteY1" fmla="*/ 0 h 944880"/>
              <a:gd name="connsiteX2" fmla="*/ 647700 w 662940"/>
              <a:gd name="connsiteY2" fmla="*/ 941070 h 944880"/>
              <a:gd name="connsiteX3" fmla="*/ 293370 w 662940"/>
              <a:gd name="connsiteY3" fmla="*/ 944880 h 944880"/>
              <a:gd name="connsiteX4" fmla="*/ 0 w 66294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107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488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750" h="944880">
                <a:moveTo>
                  <a:pt x="0" y="640080"/>
                </a:moveTo>
                <a:lnTo>
                  <a:pt x="662940" y="0"/>
                </a:lnTo>
                <a:lnTo>
                  <a:pt x="666750" y="944880"/>
                </a:lnTo>
                <a:lnTo>
                  <a:pt x="293370" y="944880"/>
                </a:lnTo>
                <a:lnTo>
                  <a:pt x="0" y="64008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13FF3C-2141-8930-8199-259F81941718}"/>
              </a:ext>
            </a:extLst>
          </p:cNvPr>
          <p:cNvSpPr/>
          <p:nvPr/>
        </p:nvSpPr>
        <p:spPr>
          <a:xfrm>
            <a:off x="5367935" y="841898"/>
            <a:ext cx="1197245" cy="9448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743EC362-95C2-2EC0-A985-71772856A0EB}"/>
              </a:ext>
            </a:extLst>
          </p:cNvPr>
          <p:cNvSpPr/>
          <p:nvPr/>
        </p:nvSpPr>
        <p:spPr>
          <a:xfrm>
            <a:off x="4792710" y="894285"/>
            <a:ext cx="606975" cy="840105"/>
          </a:xfrm>
          <a:custGeom>
            <a:avLst/>
            <a:gdLst>
              <a:gd name="connsiteX0" fmla="*/ 0 w 589830"/>
              <a:gd name="connsiteY0" fmla="*/ 0 h 251460"/>
              <a:gd name="connsiteX1" fmla="*/ 589830 w 589830"/>
              <a:gd name="connsiteY1" fmla="*/ 0 h 251460"/>
              <a:gd name="connsiteX2" fmla="*/ 589830 w 589830"/>
              <a:gd name="connsiteY2" fmla="*/ 251460 h 251460"/>
              <a:gd name="connsiteX3" fmla="*/ 0 w 589830"/>
              <a:gd name="connsiteY3" fmla="*/ 251460 h 251460"/>
              <a:gd name="connsiteX4" fmla="*/ 0 w 589830"/>
              <a:gd name="connsiteY4" fmla="*/ 0 h 251460"/>
              <a:gd name="connsiteX0" fmla="*/ 0 w 603165"/>
              <a:gd name="connsiteY0" fmla="*/ 607695 h 859155"/>
              <a:gd name="connsiteX1" fmla="*/ 603165 w 603165"/>
              <a:gd name="connsiteY1" fmla="*/ 0 h 859155"/>
              <a:gd name="connsiteX2" fmla="*/ 589830 w 603165"/>
              <a:gd name="connsiteY2" fmla="*/ 859155 h 859155"/>
              <a:gd name="connsiteX3" fmla="*/ 0 w 603165"/>
              <a:gd name="connsiteY3" fmla="*/ 859155 h 859155"/>
              <a:gd name="connsiteX4" fmla="*/ 0 w 603165"/>
              <a:gd name="connsiteY4" fmla="*/ 607695 h 859155"/>
              <a:gd name="connsiteX0" fmla="*/ 0 w 597450"/>
              <a:gd name="connsiteY0" fmla="*/ 582930 h 834390"/>
              <a:gd name="connsiteX1" fmla="*/ 597450 w 597450"/>
              <a:gd name="connsiteY1" fmla="*/ 0 h 834390"/>
              <a:gd name="connsiteX2" fmla="*/ 589830 w 597450"/>
              <a:gd name="connsiteY2" fmla="*/ 834390 h 834390"/>
              <a:gd name="connsiteX3" fmla="*/ 0 w 597450"/>
              <a:gd name="connsiteY3" fmla="*/ 834390 h 834390"/>
              <a:gd name="connsiteX4" fmla="*/ 0 w 597450"/>
              <a:gd name="connsiteY4" fmla="*/ 582930 h 834390"/>
              <a:gd name="connsiteX0" fmla="*/ 0 w 589830"/>
              <a:gd name="connsiteY0" fmla="*/ 537210 h 788670"/>
              <a:gd name="connsiteX1" fmla="*/ 582210 w 589830"/>
              <a:gd name="connsiteY1" fmla="*/ 0 h 788670"/>
              <a:gd name="connsiteX2" fmla="*/ 589830 w 589830"/>
              <a:gd name="connsiteY2" fmla="*/ 788670 h 788670"/>
              <a:gd name="connsiteX3" fmla="*/ 0 w 589830"/>
              <a:gd name="connsiteY3" fmla="*/ 788670 h 788670"/>
              <a:gd name="connsiteX4" fmla="*/ 0 w 589830"/>
              <a:gd name="connsiteY4" fmla="*/ 537210 h 788670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0 w 605070"/>
              <a:gd name="connsiteY3" fmla="*/ 840105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0980 w 605070"/>
              <a:gd name="connsiteY3" fmla="*/ 830580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6695 w 605070"/>
              <a:gd name="connsiteY3" fmla="*/ 834390 h 840105"/>
              <a:gd name="connsiteX4" fmla="*/ 0 w 605070"/>
              <a:gd name="connsiteY4" fmla="*/ 588645 h 840105"/>
              <a:gd name="connsiteX0" fmla="*/ 0 w 606975"/>
              <a:gd name="connsiteY0" fmla="*/ 588645 h 840105"/>
              <a:gd name="connsiteX1" fmla="*/ 605070 w 606975"/>
              <a:gd name="connsiteY1" fmla="*/ 0 h 840105"/>
              <a:gd name="connsiteX2" fmla="*/ 606975 w 606975"/>
              <a:gd name="connsiteY2" fmla="*/ 840105 h 840105"/>
              <a:gd name="connsiteX3" fmla="*/ 226695 w 606975"/>
              <a:gd name="connsiteY3" fmla="*/ 834390 h 840105"/>
              <a:gd name="connsiteX4" fmla="*/ 0 w 606975"/>
              <a:gd name="connsiteY4" fmla="*/ 588645 h 8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75" h="840105">
                <a:moveTo>
                  <a:pt x="0" y="588645"/>
                </a:moveTo>
                <a:lnTo>
                  <a:pt x="605070" y="0"/>
                </a:lnTo>
                <a:lnTo>
                  <a:pt x="606975" y="840105"/>
                </a:lnTo>
                <a:lnTo>
                  <a:pt x="226695" y="834390"/>
                </a:lnTo>
                <a:lnTo>
                  <a:pt x="0" y="588645"/>
                </a:lnTo>
                <a:close/>
              </a:path>
            </a:pathLst>
          </a:cu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632F35-DC80-BD65-6A2D-DBF3B392438D}"/>
              </a:ext>
            </a:extLst>
          </p:cNvPr>
          <p:cNvSpPr/>
          <p:nvPr/>
        </p:nvSpPr>
        <p:spPr>
          <a:xfrm>
            <a:off x="5394605" y="894285"/>
            <a:ext cx="1170575" cy="840105"/>
          </a:xfrm>
          <a:prstGeom prst="rect">
            <a:avLst/>
          </a:pr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55D8F0E0-3BD6-8467-C5B9-DA82C0DF47DB}"/>
              </a:ext>
            </a:extLst>
          </p:cNvPr>
          <p:cNvSpPr/>
          <p:nvPr/>
        </p:nvSpPr>
        <p:spPr>
          <a:xfrm>
            <a:off x="4902565" y="989534"/>
            <a:ext cx="497120" cy="649606"/>
          </a:xfrm>
          <a:custGeom>
            <a:avLst/>
            <a:gdLst>
              <a:gd name="connsiteX0" fmla="*/ 0 w 340910"/>
              <a:gd name="connsiteY0" fmla="*/ 0 h 649606"/>
              <a:gd name="connsiteX1" fmla="*/ 340910 w 340910"/>
              <a:gd name="connsiteY1" fmla="*/ 0 h 649606"/>
              <a:gd name="connsiteX2" fmla="*/ 340910 w 340910"/>
              <a:gd name="connsiteY2" fmla="*/ 649606 h 649606"/>
              <a:gd name="connsiteX3" fmla="*/ 0 w 340910"/>
              <a:gd name="connsiteY3" fmla="*/ 649606 h 649606"/>
              <a:gd name="connsiteX4" fmla="*/ 0 w 340910"/>
              <a:gd name="connsiteY4" fmla="*/ 0 h 649606"/>
              <a:gd name="connsiteX0" fmla="*/ 0 w 497120"/>
              <a:gd name="connsiteY0" fmla="*/ 483870 h 649606"/>
              <a:gd name="connsiteX1" fmla="*/ 497120 w 497120"/>
              <a:gd name="connsiteY1" fmla="*/ 0 h 649606"/>
              <a:gd name="connsiteX2" fmla="*/ 497120 w 497120"/>
              <a:gd name="connsiteY2" fmla="*/ 649606 h 649606"/>
              <a:gd name="connsiteX3" fmla="*/ 156210 w 497120"/>
              <a:gd name="connsiteY3" fmla="*/ 649606 h 649606"/>
              <a:gd name="connsiteX4" fmla="*/ 0 w 497120"/>
              <a:gd name="connsiteY4" fmla="*/ 483870 h 64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120" h="649606">
                <a:moveTo>
                  <a:pt x="0" y="483870"/>
                </a:moveTo>
                <a:lnTo>
                  <a:pt x="497120" y="0"/>
                </a:lnTo>
                <a:lnTo>
                  <a:pt x="497120" y="649606"/>
                </a:lnTo>
                <a:lnTo>
                  <a:pt x="156210" y="649606"/>
                </a:lnTo>
                <a:lnTo>
                  <a:pt x="0" y="483870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94131B-EE96-0898-5336-F2F15D5E4F08}"/>
              </a:ext>
            </a:extLst>
          </p:cNvPr>
          <p:cNvSpPr/>
          <p:nvPr/>
        </p:nvSpPr>
        <p:spPr>
          <a:xfrm>
            <a:off x="5399685" y="989534"/>
            <a:ext cx="1165495" cy="649605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B2B6D7A-9F93-208B-AEA1-AC2913C01F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685"/>
          <a:stretch/>
        </p:blipFill>
        <p:spPr>
          <a:xfrm rot="10800000">
            <a:off x="3684364" y="1179086"/>
            <a:ext cx="1022989" cy="944962"/>
          </a:xfrm>
          <a:prstGeom prst="rect">
            <a:avLst/>
          </a:prstGeom>
        </p:spPr>
      </p:pic>
      <p:sp>
        <p:nvSpPr>
          <p:cNvPr id="37" name="正方形/長方形 9">
            <a:extLst>
              <a:ext uri="{FF2B5EF4-FFF2-40B4-BE49-F238E27FC236}">
                <a16:creationId xmlns:a16="http://schemas.microsoft.com/office/drawing/2014/main" id="{6B9D040E-D28A-0FC2-8DC7-CFA965B7BC75}"/>
              </a:ext>
            </a:extLst>
          </p:cNvPr>
          <p:cNvSpPr/>
          <p:nvPr/>
        </p:nvSpPr>
        <p:spPr>
          <a:xfrm>
            <a:off x="1897333" y="208711"/>
            <a:ext cx="473671" cy="2233827"/>
          </a:xfrm>
          <a:prstGeom prst="rect">
            <a:avLst/>
          </a:prstGeom>
          <a:gradFill>
            <a:gsLst>
              <a:gs pos="50000">
                <a:srgbClr val="AFB3B5"/>
              </a:gs>
              <a:gs pos="4000">
                <a:srgbClr val="E4E4E1"/>
              </a:gs>
              <a:gs pos="0">
                <a:srgbClr val="93969A"/>
              </a:gs>
              <a:gs pos="95000">
                <a:srgbClr val="868480"/>
              </a:gs>
              <a:gs pos="92000">
                <a:srgbClr val="B0ACA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067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89EA3EB-138F-D280-8B51-D043F8866293}"/>
              </a:ext>
            </a:extLst>
          </p:cNvPr>
          <p:cNvSpPr/>
          <p:nvPr/>
        </p:nvSpPr>
        <p:spPr>
          <a:xfrm>
            <a:off x="3685180" y="3144880"/>
            <a:ext cx="2880000" cy="2880000"/>
          </a:xfrm>
          <a:prstGeom prst="rect">
            <a:avLst/>
          </a:prstGeom>
          <a:gradFill>
            <a:gsLst>
              <a:gs pos="56000">
                <a:srgbClr val="AFB3B5"/>
              </a:gs>
              <a:gs pos="10000">
                <a:srgbClr val="E4E4E1"/>
              </a:gs>
              <a:gs pos="16000">
                <a:srgbClr val="D1D3D0"/>
              </a:gs>
              <a:gs pos="0">
                <a:srgbClr val="93969A"/>
              </a:gs>
              <a:gs pos="100000">
                <a:srgbClr val="BABB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C26664A3-9101-2483-BEB0-98E84B7E7FBF}"/>
              </a:ext>
            </a:extLst>
          </p:cNvPr>
          <p:cNvSpPr/>
          <p:nvPr/>
        </p:nvSpPr>
        <p:spPr>
          <a:xfrm>
            <a:off x="4703905" y="3951798"/>
            <a:ext cx="666750" cy="944880"/>
          </a:xfrm>
          <a:custGeom>
            <a:avLst/>
            <a:gdLst>
              <a:gd name="connsiteX0" fmla="*/ 0 w 544830"/>
              <a:gd name="connsiteY0" fmla="*/ 0 h 419100"/>
              <a:gd name="connsiteX1" fmla="*/ 544830 w 544830"/>
              <a:gd name="connsiteY1" fmla="*/ 0 h 419100"/>
              <a:gd name="connsiteX2" fmla="*/ 544830 w 544830"/>
              <a:gd name="connsiteY2" fmla="*/ 419100 h 419100"/>
              <a:gd name="connsiteX3" fmla="*/ 0 w 544830"/>
              <a:gd name="connsiteY3" fmla="*/ 419100 h 419100"/>
              <a:gd name="connsiteX4" fmla="*/ 0 w 544830"/>
              <a:gd name="connsiteY4" fmla="*/ 0 h 41910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544830 w 662940"/>
              <a:gd name="connsiteY2" fmla="*/ 105918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647700 w 662940"/>
              <a:gd name="connsiteY2" fmla="*/ 94107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407670 w 662940"/>
              <a:gd name="connsiteY3" fmla="*/ 781050 h 941070"/>
              <a:gd name="connsiteX4" fmla="*/ 0 w 662940"/>
              <a:gd name="connsiteY4" fmla="*/ 640080 h 94107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297180 w 662940"/>
              <a:gd name="connsiteY3" fmla="*/ 941070 h 941070"/>
              <a:gd name="connsiteX4" fmla="*/ 0 w 662940"/>
              <a:gd name="connsiteY4" fmla="*/ 640080 h 941070"/>
              <a:gd name="connsiteX0" fmla="*/ 0 w 662940"/>
              <a:gd name="connsiteY0" fmla="*/ 640080 h 944880"/>
              <a:gd name="connsiteX1" fmla="*/ 662940 w 662940"/>
              <a:gd name="connsiteY1" fmla="*/ 0 h 944880"/>
              <a:gd name="connsiteX2" fmla="*/ 647700 w 662940"/>
              <a:gd name="connsiteY2" fmla="*/ 941070 h 944880"/>
              <a:gd name="connsiteX3" fmla="*/ 293370 w 662940"/>
              <a:gd name="connsiteY3" fmla="*/ 944880 h 944880"/>
              <a:gd name="connsiteX4" fmla="*/ 0 w 66294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107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488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750" h="944880">
                <a:moveTo>
                  <a:pt x="0" y="640080"/>
                </a:moveTo>
                <a:lnTo>
                  <a:pt x="662940" y="0"/>
                </a:lnTo>
                <a:lnTo>
                  <a:pt x="666750" y="944880"/>
                </a:lnTo>
                <a:lnTo>
                  <a:pt x="293370" y="944880"/>
                </a:lnTo>
                <a:lnTo>
                  <a:pt x="0" y="64008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B23C23-1D8E-54A2-35AA-3C0A4A136984}"/>
              </a:ext>
            </a:extLst>
          </p:cNvPr>
          <p:cNvSpPr/>
          <p:nvPr/>
        </p:nvSpPr>
        <p:spPr>
          <a:xfrm>
            <a:off x="5363670" y="3951798"/>
            <a:ext cx="1197245" cy="9448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42BF8F9C-4475-5F6A-3612-37743AD0B6B1}"/>
              </a:ext>
            </a:extLst>
          </p:cNvPr>
          <p:cNvSpPr/>
          <p:nvPr/>
        </p:nvSpPr>
        <p:spPr>
          <a:xfrm>
            <a:off x="4788445" y="4004185"/>
            <a:ext cx="606975" cy="840105"/>
          </a:xfrm>
          <a:custGeom>
            <a:avLst/>
            <a:gdLst>
              <a:gd name="connsiteX0" fmla="*/ 0 w 589830"/>
              <a:gd name="connsiteY0" fmla="*/ 0 h 251460"/>
              <a:gd name="connsiteX1" fmla="*/ 589830 w 589830"/>
              <a:gd name="connsiteY1" fmla="*/ 0 h 251460"/>
              <a:gd name="connsiteX2" fmla="*/ 589830 w 589830"/>
              <a:gd name="connsiteY2" fmla="*/ 251460 h 251460"/>
              <a:gd name="connsiteX3" fmla="*/ 0 w 589830"/>
              <a:gd name="connsiteY3" fmla="*/ 251460 h 251460"/>
              <a:gd name="connsiteX4" fmla="*/ 0 w 589830"/>
              <a:gd name="connsiteY4" fmla="*/ 0 h 251460"/>
              <a:gd name="connsiteX0" fmla="*/ 0 w 603165"/>
              <a:gd name="connsiteY0" fmla="*/ 607695 h 859155"/>
              <a:gd name="connsiteX1" fmla="*/ 603165 w 603165"/>
              <a:gd name="connsiteY1" fmla="*/ 0 h 859155"/>
              <a:gd name="connsiteX2" fmla="*/ 589830 w 603165"/>
              <a:gd name="connsiteY2" fmla="*/ 859155 h 859155"/>
              <a:gd name="connsiteX3" fmla="*/ 0 w 603165"/>
              <a:gd name="connsiteY3" fmla="*/ 859155 h 859155"/>
              <a:gd name="connsiteX4" fmla="*/ 0 w 603165"/>
              <a:gd name="connsiteY4" fmla="*/ 607695 h 859155"/>
              <a:gd name="connsiteX0" fmla="*/ 0 w 597450"/>
              <a:gd name="connsiteY0" fmla="*/ 582930 h 834390"/>
              <a:gd name="connsiteX1" fmla="*/ 597450 w 597450"/>
              <a:gd name="connsiteY1" fmla="*/ 0 h 834390"/>
              <a:gd name="connsiteX2" fmla="*/ 589830 w 597450"/>
              <a:gd name="connsiteY2" fmla="*/ 834390 h 834390"/>
              <a:gd name="connsiteX3" fmla="*/ 0 w 597450"/>
              <a:gd name="connsiteY3" fmla="*/ 834390 h 834390"/>
              <a:gd name="connsiteX4" fmla="*/ 0 w 597450"/>
              <a:gd name="connsiteY4" fmla="*/ 582930 h 834390"/>
              <a:gd name="connsiteX0" fmla="*/ 0 w 589830"/>
              <a:gd name="connsiteY0" fmla="*/ 537210 h 788670"/>
              <a:gd name="connsiteX1" fmla="*/ 582210 w 589830"/>
              <a:gd name="connsiteY1" fmla="*/ 0 h 788670"/>
              <a:gd name="connsiteX2" fmla="*/ 589830 w 589830"/>
              <a:gd name="connsiteY2" fmla="*/ 788670 h 788670"/>
              <a:gd name="connsiteX3" fmla="*/ 0 w 589830"/>
              <a:gd name="connsiteY3" fmla="*/ 788670 h 788670"/>
              <a:gd name="connsiteX4" fmla="*/ 0 w 589830"/>
              <a:gd name="connsiteY4" fmla="*/ 537210 h 788670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0 w 605070"/>
              <a:gd name="connsiteY3" fmla="*/ 840105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0980 w 605070"/>
              <a:gd name="connsiteY3" fmla="*/ 830580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6695 w 605070"/>
              <a:gd name="connsiteY3" fmla="*/ 834390 h 840105"/>
              <a:gd name="connsiteX4" fmla="*/ 0 w 605070"/>
              <a:gd name="connsiteY4" fmla="*/ 588645 h 840105"/>
              <a:gd name="connsiteX0" fmla="*/ 0 w 606975"/>
              <a:gd name="connsiteY0" fmla="*/ 588645 h 840105"/>
              <a:gd name="connsiteX1" fmla="*/ 605070 w 606975"/>
              <a:gd name="connsiteY1" fmla="*/ 0 h 840105"/>
              <a:gd name="connsiteX2" fmla="*/ 606975 w 606975"/>
              <a:gd name="connsiteY2" fmla="*/ 840105 h 840105"/>
              <a:gd name="connsiteX3" fmla="*/ 226695 w 606975"/>
              <a:gd name="connsiteY3" fmla="*/ 834390 h 840105"/>
              <a:gd name="connsiteX4" fmla="*/ 0 w 606975"/>
              <a:gd name="connsiteY4" fmla="*/ 588645 h 8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75" h="840105">
                <a:moveTo>
                  <a:pt x="0" y="588645"/>
                </a:moveTo>
                <a:lnTo>
                  <a:pt x="605070" y="0"/>
                </a:lnTo>
                <a:lnTo>
                  <a:pt x="606975" y="840105"/>
                </a:lnTo>
                <a:lnTo>
                  <a:pt x="226695" y="834390"/>
                </a:lnTo>
                <a:lnTo>
                  <a:pt x="0" y="588645"/>
                </a:lnTo>
                <a:close/>
              </a:path>
            </a:pathLst>
          </a:cu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96192C-A692-6B9A-7DE6-AAE067954AA9}"/>
              </a:ext>
            </a:extLst>
          </p:cNvPr>
          <p:cNvSpPr/>
          <p:nvPr/>
        </p:nvSpPr>
        <p:spPr>
          <a:xfrm>
            <a:off x="5390340" y="4004185"/>
            <a:ext cx="1170575" cy="840105"/>
          </a:xfrm>
          <a:prstGeom prst="rect">
            <a:avLst/>
          </a:pr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Rectangle 11">
            <a:extLst>
              <a:ext uri="{FF2B5EF4-FFF2-40B4-BE49-F238E27FC236}">
                <a16:creationId xmlns:a16="http://schemas.microsoft.com/office/drawing/2014/main" id="{CA40E469-DD53-DE17-B8C5-F67C9C6CDF78}"/>
              </a:ext>
            </a:extLst>
          </p:cNvPr>
          <p:cNvSpPr/>
          <p:nvPr/>
        </p:nvSpPr>
        <p:spPr>
          <a:xfrm>
            <a:off x="4898300" y="4099434"/>
            <a:ext cx="497120" cy="649606"/>
          </a:xfrm>
          <a:custGeom>
            <a:avLst/>
            <a:gdLst>
              <a:gd name="connsiteX0" fmla="*/ 0 w 340910"/>
              <a:gd name="connsiteY0" fmla="*/ 0 h 649606"/>
              <a:gd name="connsiteX1" fmla="*/ 340910 w 340910"/>
              <a:gd name="connsiteY1" fmla="*/ 0 h 649606"/>
              <a:gd name="connsiteX2" fmla="*/ 340910 w 340910"/>
              <a:gd name="connsiteY2" fmla="*/ 649606 h 649606"/>
              <a:gd name="connsiteX3" fmla="*/ 0 w 340910"/>
              <a:gd name="connsiteY3" fmla="*/ 649606 h 649606"/>
              <a:gd name="connsiteX4" fmla="*/ 0 w 340910"/>
              <a:gd name="connsiteY4" fmla="*/ 0 h 649606"/>
              <a:gd name="connsiteX0" fmla="*/ 0 w 497120"/>
              <a:gd name="connsiteY0" fmla="*/ 483870 h 649606"/>
              <a:gd name="connsiteX1" fmla="*/ 497120 w 497120"/>
              <a:gd name="connsiteY1" fmla="*/ 0 h 649606"/>
              <a:gd name="connsiteX2" fmla="*/ 497120 w 497120"/>
              <a:gd name="connsiteY2" fmla="*/ 649606 h 649606"/>
              <a:gd name="connsiteX3" fmla="*/ 156210 w 497120"/>
              <a:gd name="connsiteY3" fmla="*/ 649606 h 649606"/>
              <a:gd name="connsiteX4" fmla="*/ 0 w 497120"/>
              <a:gd name="connsiteY4" fmla="*/ 483870 h 64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120" h="649606">
                <a:moveTo>
                  <a:pt x="0" y="483870"/>
                </a:moveTo>
                <a:lnTo>
                  <a:pt x="497120" y="0"/>
                </a:lnTo>
                <a:lnTo>
                  <a:pt x="497120" y="649606"/>
                </a:lnTo>
                <a:lnTo>
                  <a:pt x="156210" y="649606"/>
                </a:lnTo>
                <a:lnTo>
                  <a:pt x="0" y="483870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085EEA-0CC5-6431-2D92-F9B1BB1D01AC}"/>
              </a:ext>
            </a:extLst>
          </p:cNvPr>
          <p:cNvSpPr/>
          <p:nvPr/>
        </p:nvSpPr>
        <p:spPr>
          <a:xfrm>
            <a:off x="5395420" y="4099434"/>
            <a:ext cx="1165495" cy="649605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1751081-5624-D806-0679-3BBC5CAEFF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685"/>
          <a:stretch/>
        </p:blipFill>
        <p:spPr>
          <a:xfrm rot="10800000">
            <a:off x="3680099" y="4288986"/>
            <a:ext cx="1022989" cy="944962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AF5D292-0154-F152-31FA-5678FC7F6634}"/>
              </a:ext>
            </a:extLst>
          </p:cNvPr>
          <p:cNvSpPr/>
          <p:nvPr/>
        </p:nvSpPr>
        <p:spPr>
          <a:xfrm>
            <a:off x="573219" y="3144880"/>
            <a:ext cx="2880000" cy="2880000"/>
          </a:xfrm>
          <a:prstGeom prst="rect">
            <a:avLst/>
          </a:prstGeom>
          <a:gradFill>
            <a:gsLst>
              <a:gs pos="56000">
                <a:srgbClr val="AFB3B5"/>
              </a:gs>
              <a:gs pos="10000">
                <a:srgbClr val="E4E4E1"/>
              </a:gs>
              <a:gs pos="16000">
                <a:srgbClr val="D1D3D0"/>
              </a:gs>
              <a:gs pos="0">
                <a:srgbClr val="93969A"/>
              </a:gs>
              <a:gs pos="100000">
                <a:srgbClr val="BABB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Rectangle 6">
            <a:extLst>
              <a:ext uri="{FF2B5EF4-FFF2-40B4-BE49-F238E27FC236}">
                <a16:creationId xmlns:a16="http://schemas.microsoft.com/office/drawing/2014/main" id="{5CD24AF3-84D1-1CB9-D585-DB72EA3F4534}"/>
              </a:ext>
            </a:extLst>
          </p:cNvPr>
          <p:cNvSpPr/>
          <p:nvPr/>
        </p:nvSpPr>
        <p:spPr>
          <a:xfrm>
            <a:off x="1591944" y="3951798"/>
            <a:ext cx="666750" cy="944880"/>
          </a:xfrm>
          <a:custGeom>
            <a:avLst/>
            <a:gdLst>
              <a:gd name="connsiteX0" fmla="*/ 0 w 544830"/>
              <a:gd name="connsiteY0" fmla="*/ 0 h 419100"/>
              <a:gd name="connsiteX1" fmla="*/ 544830 w 544830"/>
              <a:gd name="connsiteY1" fmla="*/ 0 h 419100"/>
              <a:gd name="connsiteX2" fmla="*/ 544830 w 544830"/>
              <a:gd name="connsiteY2" fmla="*/ 419100 h 419100"/>
              <a:gd name="connsiteX3" fmla="*/ 0 w 544830"/>
              <a:gd name="connsiteY3" fmla="*/ 419100 h 419100"/>
              <a:gd name="connsiteX4" fmla="*/ 0 w 544830"/>
              <a:gd name="connsiteY4" fmla="*/ 0 h 41910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544830 w 662940"/>
              <a:gd name="connsiteY2" fmla="*/ 105918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647700 w 662940"/>
              <a:gd name="connsiteY2" fmla="*/ 94107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407670 w 662940"/>
              <a:gd name="connsiteY3" fmla="*/ 781050 h 941070"/>
              <a:gd name="connsiteX4" fmla="*/ 0 w 662940"/>
              <a:gd name="connsiteY4" fmla="*/ 640080 h 94107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297180 w 662940"/>
              <a:gd name="connsiteY3" fmla="*/ 941070 h 941070"/>
              <a:gd name="connsiteX4" fmla="*/ 0 w 662940"/>
              <a:gd name="connsiteY4" fmla="*/ 640080 h 941070"/>
              <a:gd name="connsiteX0" fmla="*/ 0 w 662940"/>
              <a:gd name="connsiteY0" fmla="*/ 640080 h 944880"/>
              <a:gd name="connsiteX1" fmla="*/ 662940 w 662940"/>
              <a:gd name="connsiteY1" fmla="*/ 0 h 944880"/>
              <a:gd name="connsiteX2" fmla="*/ 647700 w 662940"/>
              <a:gd name="connsiteY2" fmla="*/ 941070 h 944880"/>
              <a:gd name="connsiteX3" fmla="*/ 293370 w 662940"/>
              <a:gd name="connsiteY3" fmla="*/ 944880 h 944880"/>
              <a:gd name="connsiteX4" fmla="*/ 0 w 66294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107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488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750" h="944880">
                <a:moveTo>
                  <a:pt x="0" y="640080"/>
                </a:moveTo>
                <a:lnTo>
                  <a:pt x="662940" y="0"/>
                </a:lnTo>
                <a:lnTo>
                  <a:pt x="666750" y="944880"/>
                </a:lnTo>
                <a:lnTo>
                  <a:pt x="293370" y="944880"/>
                </a:lnTo>
                <a:lnTo>
                  <a:pt x="0" y="64008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88C90F9-7958-CB91-1294-7663BD331EAD}"/>
              </a:ext>
            </a:extLst>
          </p:cNvPr>
          <p:cNvSpPr/>
          <p:nvPr/>
        </p:nvSpPr>
        <p:spPr>
          <a:xfrm>
            <a:off x="2251709" y="3951798"/>
            <a:ext cx="1197245" cy="9448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 8">
            <a:extLst>
              <a:ext uri="{FF2B5EF4-FFF2-40B4-BE49-F238E27FC236}">
                <a16:creationId xmlns:a16="http://schemas.microsoft.com/office/drawing/2014/main" id="{ECCB7B8E-8D31-7FDA-85B4-3CDCB58B9A60}"/>
              </a:ext>
            </a:extLst>
          </p:cNvPr>
          <p:cNvSpPr/>
          <p:nvPr/>
        </p:nvSpPr>
        <p:spPr>
          <a:xfrm>
            <a:off x="1676484" y="4004185"/>
            <a:ext cx="606975" cy="840105"/>
          </a:xfrm>
          <a:custGeom>
            <a:avLst/>
            <a:gdLst>
              <a:gd name="connsiteX0" fmla="*/ 0 w 589830"/>
              <a:gd name="connsiteY0" fmla="*/ 0 h 251460"/>
              <a:gd name="connsiteX1" fmla="*/ 589830 w 589830"/>
              <a:gd name="connsiteY1" fmla="*/ 0 h 251460"/>
              <a:gd name="connsiteX2" fmla="*/ 589830 w 589830"/>
              <a:gd name="connsiteY2" fmla="*/ 251460 h 251460"/>
              <a:gd name="connsiteX3" fmla="*/ 0 w 589830"/>
              <a:gd name="connsiteY3" fmla="*/ 251460 h 251460"/>
              <a:gd name="connsiteX4" fmla="*/ 0 w 589830"/>
              <a:gd name="connsiteY4" fmla="*/ 0 h 251460"/>
              <a:gd name="connsiteX0" fmla="*/ 0 w 603165"/>
              <a:gd name="connsiteY0" fmla="*/ 607695 h 859155"/>
              <a:gd name="connsiteX1" fmla="*/ 603165 w 603165"/>
              <a:gd name="connsiteY1" fmla="*/ 0 h 859155"/>
              <a:gd name="connsiteX2" fmla="*/ 589830 w 603165"/>
              <a:gd name="connsiteY2" fmla="*/ 859155 h 859155"/>
              <a:gd name="connsiteX3" fmla="*/ 0 w 603165"/>
              <a:gd name="connsiteY3" fmla="*/ 859155 h 859155"/>
              <a:gd name="connsiteX4" fmla="*/ 0 w 603165"/>
              <a:gd name="connsiteY4" fmla="*/ 607695 h 859155"/>
              <a:gd name="connsiteX0" fmla="*/ 0 w 597450"/>
              <a:gd name="connsiteY0" fmla="*/ 582930 h 834390"/>
              <a:gd name="connsiteX1" fmla="*/ 597450 w 597450"/>
              <a:gd name="connsiteY1" fmla="*/ 0 h 834390"/>
              <a:gd name="connsiteX2" fmla="*/ 589830 w 597450"/>
              <a:gd name="connsiteY2" fmla="*/ 834390 h 834390"/>
              <a:gd name="connsiteX3" fmla="*/ 0 w 597450"/>
              <a:gd name="connsiteY3" fmla="*/ 834390 h 834390"/>
              <a:gd name="connsiteX4" fmla="*/ 0 w 597450"/>
              <a:gd name="connsiteY4" fmla="*/ 582930 h 834390"/>
              <a:gd name="connsiteX0" fmla="*/ 0 w 589830"/>
              <a:gd name="connsiteY0" fmla="*/ 537210 h 788670"/>
              <a:gd name="connsiteX1" fmla="*/ 582210 w 589830"/>
              <a:gd name="connsiteY1" fmla="*/ 0 h 788670"/>
              <a:gd name="connsiteX2" fmla="*/ 589830 w 589830"/>
              <a:gd name="connsiteY2" fmla="*/ 788670 h 788670"/>
              <a:gd name="connsiteX3" fmla="*/ 0 w 589830"/>
              <a:gd name="connsiteY3" fmla="*/ 788670 h 788670"/>
              <a:gd name="connsiteX4" fmla="*/ 0 w 589830"/>
              <a:gd name="connsiteY4" fmla="*/ 537210 h 788670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0 w 605070"/>
              <a:gd name="connsiteY3" fmla="*/ 840105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0980 w 605070"/>
              <a:gd name="connsiteY3" fmla="*/ 830580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6695 w 605070"/>
              <a:gd name="connsiteY3" fmla="*/ 834390 h 840105"/>
              <a:gd name="connsiteX4" fmla="*/ 0 w 605070"/>
              <a:gd name="connsiteY4" fmla="*/ 588645 h 840105"/>
              <a:gd name="connsiteX0" fmla="*/ 0 w 606975"/>
              <a:gd name="connsiteY0" fmla="*/ 588645 h 840105"/>
              <a:gd name="connsiteX1" fmla="*/ 605070 w 606975"/>
              <a:gd name="connsiteY1" fmla="*/ 0 h 840105"/>
              <a:gd name="connsiteX2" fmla="*/ 606975 w 606975"/>
              <a:gd name="connsiteY2" fmla="*/ 840105 h 840105"/>
              <a:gd name="connsiteX3" fmla="*/ 226695 w 606975"/>
              <a:gd name="connsiteY3" fmla="*/ 834390 h 840105"/>
              <a:gd name="connsiteX4" fmla="*/ 0 w 606975"/>
              <a:gd name="connsiteY4" fmla="*/ 588645 h 8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75" h="840105">
                <a:moveTo>
                  <a:pt x="0" y="588645"/>
                </a:moveTo>
                <a:lnTo>
                  <a:pt x="605070" y="0"/>
                </a:lnTo>
                <a:lnTo>
                  <a:pt x="606975" y="840105"/>
                </a:lnTo>
                <a:lnTo>
                  <a:pt x="226695" y="834390"/>
                </a:lnTo>
                <a:lnTo>
                  <a:pt x="0" y="588645"/>
                </a:lnTo>
                <a:close/>
              </a:path>
            </a:pathLst>
          </a:cu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34BEE6D-F04C-6D6D-AA4A-52C628144062}"/>
              </a:ext>
            </a:extLst>
          </p:cNvPr>
          <p:cNvSpPr/>
          <p:nvPr/>
        </p:nvSpPr>
        <p:spPr>
          <a:xfrm>
            <a:off x="2278379" y="4004185"/>
            <a:ext cx="1170575" cy="840105"/>
          </a:xfrm>
          <a:prstGeom prst="rect">
            <a:avLst/>
          </a:pr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Rectangle 11">
            <a:extLst>
              <a:ext uri="{FF2B5EF4-FFF2-40B4-BE49-F238E27FC236}">
                <a16:creationId xmlns:a16="http://schemas.microsoft.com/office/drawing/2014/main" id="{9660779B-A257-2FFD-0B02-C7AAEA2AB721}"/>
              </a:ext>
            </a:extLst>
          </p:cNvPr>
          <p:cNvSpPr/>
          <p:nvPr/>
        </p:nvSpPr>
        <p:spPr>
          <a:xfrm>
            <a:off x="1786339" y="4099434"/>
            <a:ext cx="497120" cy="649606"/>
          </a:xfrm>
          <a:custGeom>
            <a:avLst/>
            <a:gdLst>
              <a:gd name="connsiteX0" fmla="*/ 0 w 340910"/>
              <a:gd name="connsiteY0" fmla="*/ 0 h 649606"/>
              <a:gd name="connsiteX1" fmla="*/ 340910 w 340910"/>
              <a:gd name="connsiteY1" fmla="*/ 0 h 649606"/>
              <a:gd name="connsiteX2" fmla="*/ 340910 w 340910"/>
              <a:gd name="connsiteY2" fmla="*/ 649606 h 649606"/>
              <a:gd name="connsiteX3" fmla="*/ 0 w 340910"/>
              <a:gd name="connsiteY3" fmla="*/ 649606 h 649606"/>
              <a:gd name="connsiteX4" fmla="*/ 0 w 340910"/>
              <a:gd name="connsiteY4" fmla="*/ 0 h 649606"/>
              <a:gd name="connsiteX0" fmla="*/ 0 w 497120"/>
              <a:gd name="connsiteY0" fmla="*/ 483870 h 649606"/>
              <a:gd name="connsiteX1" fmla="*/ 497120 w 497120"/>
              <a:gd name="connsiteY1" fmla="*/ 0 h 649606"/>
              <a:gd name="connsiteX2" fmla="*/ 497120 w 497120"/>
              <a:gd name="connsiteY2" fmla="*/ 649606 h 649606"/>
              <a:gd name="connsiteX3" fmla="*/ 156210 w 497120"/>
              <a:gd name="connsiteY3" fmla="*/ 649606 h 649606"/>
              <a:gd name="connsiteX4" fmla="*/ 0 w 497120"/>
              <a:gd name="connsiteY4" fmla="*/ 483870 h 64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120" h="649606">
                <a:moveTo>
                  <a:pt x="0" y="483870"/>
                </a:moveTo>
                <a:lnTo>
                  <a:pt x="497120" y="0"/>
                </a:lnTo>
                <a:lnTo>
                  <a:pt x="497120" y="649606"/>
                </a:lnTo>
                <a:lnTo>
                  <a:pt x="156210" y="649606"/>
                </a:lnTo>
                <a:lnTo>
                  <a:pt x="0" y="483870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26BDA6C-4F21-07E1-74A1-89DEBE309A47}"/>
              </a:ext>
            </a:extLst>
          </p:cNvPr>
          <p:cNvSpPr/>
          <p:nvPr/>
        </p:nvSpPr>
        <p:spPr>
          <a:xfrm>
            <a:off x="2283459" y="4099434"/>
            <a:ext cx="1165495" cy="649605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37618F4-E8D3-D267-26EC-BD9E4F8B6A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685"/>
          <a:stretch/>
        </p:blipFill>
        <p:spPr>
          <a:xfrm rot="10800000">
            <a:off x="568138" y="4288986"/>
            <a:ext cx="1022989" cy="94496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3527DA7-5B8A-EB9E-A01C-F64960E95F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550" y="1314336"/>
            <a:ext cx="2438424" cy="1548953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075641AC-891E-2D64-4502-AC0C7403C6F4}"/>
              </a:ext>
            </a:extLst>
          </p:cNvPr>
          <p:cNvSpPr/>
          <p:nvPr/>
        </p:nvSpPr>
        <p:spPr>
          <a:xfrm>
            <a:off x="342914" y="1980907"/>
            <a:ext cx="1601499" cy="746082"/>
          </a:xfrm>
          <a:prstGeom prst="ellipse">
            <a:avLst/>
          </a:prstGeom>
          <a:solidFill>
            <a:srgbClr val="A3C8D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0E9D585-966D-B3B6-CBB4-06A44BA9DC23}"/>
              </a:ext>
            </a:extLst>
          </p:cNvPr>
          <p:cNvSpPr/>
          <p:nvPr/>
        </p:nvSpPr>
        <p:spPr>
          <a:xfrm>
            <a:off x="7154653" y="5233948"/>
            <a:ext cx="1084675" cy="613589"/>
          </a:xfrm>
          <a:prstGeom prst="rect">
            <a:avLst/>
          </a:prstGeom>
          <a:gradFill>
            <a:gsLst>
              <a:gs pos="23000">
                <a:srgbClr val="44B7EA"/>
              </a:gs>
              <a:gs pos="23000">
                <a:srgbClr val="C1D9D7"/>
              </a:gs>
            </a:gsLst>
            <a:lin ang="0" scaled="0"/>
          </a:gradFill>
          <a:ln>
            <a:noFill/>
          </a:ln>
          <a:effectLst>
            <a:outerShdw blurRad="50800" dist="38100" dir="129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57CE242-ABB0-8C40-21D3-C81A46AA69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414" y="5251982"/>
            <a:ext cx="508000" cy="547016"/>
          </a:xfrm>
          <a:prstGeom prst="rect">
            <a:avLst/>
          </a:prstGeom>
          <a:effectLst>
            <a:glow>
              <a:srgbClr val="C1D9D7"/>
            </a:glo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585095C-6BCA-9BF8-E22B-8342CE12E33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0000"/>
          </a:blip>
          <a:srcRect l="5961" t="1649" r="12309" b="38948"/>
          <a:stretch/>
        </p:blipFill>
        <p:spPr>
          <a:xfrm>
            <a:off x="8468541" y="3408678"/>
            <a:ext cx="2879999" cy="2871223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D2193174-1830-A86A-36B4-01900130DA2A}"/>
              </a:ext>
            </a:extLst>
          </p:cNvPr>
          <p:cNvSpPr/>
          <p:nvPr/>
        </p:nvSpPr>
        <p:spPr>
          <a:xfrm>
            <a:off x="2057400" y="6244411"/>
            <a:ext cx="1391554" cy="613589"/>
          </a:xfrm>
          <a:prstGeom prst="rect">
            <a:avLst/>
          </a:prstGeom>
          <a:gradFill>
            <a:gsLst>
              <a:gs pos="23000">
                <a:srgbClr val="44B7EA"/>
              </a:gs>
              <a:gs pos="23000">
                <a:srgbClr val="C1D9D7"/>
              </a:gs>
            </a:gsLst>
            <a:lin ang="0" scaled="0"/>
          </a:gradFill>
          <a:ln>
            <a:noFill/>
          </a:ln>
          <a:effectLst>
            <a:outerShdw blurRad="50800" dist="38100" dir="129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985D80FE-77E8-8F91-8936-04D8CA91CA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2480" y1="58462" x2="42383" y2="64308"/>
                        <a14:foregroundMark x1="52539" y1="60615" x2="52051" y2="66154"/>
                        <a14:foregroundMark x1="62207" y1="61231" x2="61523" y2="65385"/>
                        <a14:foregroundMark x1="70703" y1="60923" x2="70508" y2="65077"/>
                        <a14:foregroundMark x1="80371" y1="61077" x2="81152" y2="6369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1709" y="6240191"/>
            <a:ext cx="1175366" cy="60855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0F5AA4BD-7B03-4955-3015-F66ED8F580A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152" t="40949" r="8844" b="43201"/>
          <a:stretch/>
        </p:blipFill>
        <p:spPr>
          <a:xfrm rot="18928359">
            <a:off x="426508" y="658872"/>
            <a:ext cx="1423633" cy="300226"/>
          </a:xfrm>
          <a:custGeom>
            <a:avLst/>
            <a:gdLst>
              <a:gd name="connsiteX0" fmla="*/ 1306441 w 1662976"/>
              <a:gd name="connsiteY0" fmla="*/ 0 h 350700"/>
              <a:gd name="connsiteX1" fmla="*/ 1662976 w 1662976"/>
              <a:gd name="connsiteY1" fmla="*/ 350700 h 350700"/>
              <a:gd name="connsiteX2" fmla="*/ 0 w 1662976"/>
              <a:gd name="connsiteY2" fmla="*/ 307522 h 350700"/>
              <a:gd name="connsiteX3" fmla="*/ 293328 w 1662976"/>
              <a:gd name="connsiteY3" fmla="*/ 9313 h 350700"/>
              <a:gd name="connsiteX4" fmla="*/ 1306441 w 1662976"/>
              <a:gd name="connsiteY4" fmla="*/ 0 h 35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2976" h="350700">
                <a:moveTo>
                  <a:pt x="1306441" y="0"/>
                </a:moveTo>
                <a:lnTo>
                  <a:pt x="1662976" y="350700"/>
                </a:lnTo>
                <a:lnTo>
                  <a:pt x="0" y="307522"/>
                </a:lnTo>
                <a:lnTo>
                  <a:pt x="293328" y="9313"/>
                </a:lnTo>
                <a:lnTo>
                  <a:pt x="1306441" y="0"/>
                </a:lnTo>
                <a:close/>
              </a:path>
            </a:pathLst>
          </a:custGeom>
          <a:effectLst>
            <a:outerShdw blurRad="76200" dist="38100" dir="2700000" algn="tl" rotWithShape="0">
              <a:prstClr val="black">
                <a:alpha val="67000"/>
              </a:prstClr>
            </a:outerShdw>
          </a:effectLst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FF81610-ED22-51F2-C60A-F89B6BA8238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689" t="39763" r="6448" b="40813"/>
          <a:stretch/>
        </p:blipFill>
        <p:spPr>
          <a:xfrm rot="18928359">
            <a:off x="1486082" y="1691113"/>
            <a:ext cx="1739377" cy="429775"/>
          </a:xfrm>
          <a:custGeom>
            <a:avLst/>
            <a:gdLst>
              <a:gd name="connsiteX0" fmla="*/ 1739377 w 1739377"/>
              <a:gd name="connsiteY0" fmla="*/ 0 h 429775"/>
              <a:gd name="connsiteX1" fmla="*/ 1739377 w 1739377"/>
              <a:gd name="connsiteY1" fmla="*/ 429775 h 429775"/>
              <a:gd name="connsiteX2" fmla="*/ 0 w 1739377"/>
              <a:gd name="connsiteY2" fmla="*/ 429775 h 429775"/>
              <a:gd name="connsiteX3" fmla="*/ 0 w 1739377"/>
              <a:gd name="connsiteY3" fmla="*/ 0 h 429775"/>
              <a:gd name="connsiteX4" fmla="*/ 1739377 w 1739377"/>
              <a:gd name="connsiteY4" fmla="*/ 0 h 429775"/>
              <a:gd name="connsiteX5" fmla="*/ 1335404 w 1739377"/>
              <a:gd name="connsiteY5" fmla="*/ 26248 h 429775"/>
              <a:gd name="connsiteX6" fmla="*/ 322291 w 1739377"/>
              <a:gd name="connsiteY6" fmla="*/ 35561 h 429775"/>
              <a:gd name="connsiteX7" fmla="*/ 28963 w 1739377"/>
              <a:gd name="connsiteY7" fmla="*/ 333770 h 429775"/>
              <a:gd name="connsiteX8" fmla="*/ 1691939 w 1739377"/>
              <a:gd name="connsiteY8" fmla="*/ 376948 h 429775"/>
              <a:gd name="connsiteX9" fmla="*/ 1335404 w 1739377"/>
              <a:gd name="connsiteY9" fmla="*/ 26248 h 429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39377" h="429775">
                <a:moveTo>
                  <a:pt x="1739377" y="0"/>
                </a:moveTo>
                <a:lnTo>
                  <a:pt x="1739377" y="429775"/>
                </a:lnTo>
                <a:lnTo>
                  <a:pt x="0" y="429775"/>
                </a:lnTo>
                <a:lnTo>
                  <a:pt x="0" y="0"/>
                </a:lnTo>
                <a:lnTo>
                  <a:pt x="1739377" y="0"/>
                </a:lnTo>
                <a:close/>
                <a:moveTo>
                  <a:pt x="1335404" y="26248"/>
                </a:moveTo>
                <a:lnTo>
                  <a:pt x="322291" y="35561"/>
                </a:lnTo>
                <a:lnTo>
                  <a:pt x="28963" y="333770"/>
                </a:lnTo>
                <a:lnTo>
                  <a:pt x="1691939" y="376948"/>
                </a:lnTo>
                <a:lnTo>
                  <a:pt x="1335404" y="26248"/>
                </a:lnTo>
                <a:close/>
              </a:path>
            </a:pathLst>
          </a:custGeom>
        </p:spPr>
      </p:pic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ABAB2D8-36FC-73C3-7970-967D2E83556F}"/>
              </a:ext>
            </a:extLst>
          </p:cNvPr>
          <p:cNvSpPr/>
          <p:nvPr/>
        </p:nvSpPr>
        <p:spPr>
          <a:xfrm>
            <a:off x="2311266" y="763368"/>
            <a:ext cx="990783" cy="944880"/>
          </a:xfrm>
          <a:custGeom>
            <a:avLst/>
            <a:gdLst>
              <a:gd name="connsiteX0" fmla="*/ 715733 w 1215841"/>
              <a:gd name="connsiteY0" fmla="*/ 0 h 1135379"/>
              <a:gd name="connsiteX1" fmla="*/ 1215841 w 1215841"/>
              <a:gd name="connsiteY1" fmla="*/ 0 h 1135379"/>
              <a:gd name="connsiteX2" fmla="*/ 0 w 1215841"/>
              <a:gd name="connsiteY2" fmla="*/ 1135379 h 1135379"/>
              <a:gd name="connsiteX3" fmla="*/ 0 w 1215841"/>
              <a:gd name="connsiteY3" fmla="*/ 717085 h 1135379"/>
              <a:gd name="connsiteX4" fmla="*/ 715733 w 1215841"/>
              <a:gd name="connsiteY4" fmla="*/ 0 h 113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5841" h="1135379">
                <a:moveTo>
                  <a:pt x="715733" y="0"/>
                </a:moveTo>
                <a:lnTo>
                  <a:pt x="1215841" y="0"/>
                </a:lnTo>
                <a:lnTo>
                  <a:pt x="0" y="1135379"/>
                </a:lnTo>
                <a:lnTo>
                  <a:pt x="0" y="717085"/>
                </a:lnTo>
                <a:lnTo>
                  <a:pt x="715733" y="0"/>
                </a:lnTo>
                <a:close/>
              </a:path>
            </a:pathLst>
          </a:cu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17B5D1-AB94-A99D-0CA6-5B71B9306173}"/>
              </a:ext>
            </a:extLst>
          </p:cNvPr>
          <p:cNvSpPr txBox="1"/>
          <p:nvPr/>
        </p:nvSpPr>
        <p:spPr>
          <a:xfrm rot="18900000">
            <a:off x="598742" y="624319"/>
            <a:ext cx="1073551" cy="369332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49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ja-JP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 dir="12900000">
                    <a:prstClr val="black">
                      <a:alpha val="68000"/>
                    </a:prstClr>
                  </a:innerShdw>
                </a:effectLst>
                <a:latin typeface="Helvetica" panose="020B0604020202020204" pitchFamily="2" charset="0"/>
                <a:ea typeface="Apple TP" panose="020B0500000000000000" pitchFamily="50" charset="-128"/>
              </a:rPr>
              <a:t>Preview</a:t>
            </a:r>
            <a:endParaRPr kumimoji="1" lang="ja-JP" altLang="en-US" b="1" dirty="0">
              <a:solidFill>
                <a:schemeClr val="bg1">
                  <a:lumMod val="95000"/>
                </a:schemeClr>
              </a:solidFill>
              <a:effectLst>
                <a:innerShdw blurRad="63500" dist="50800" dir="12900000">
                  <a:prstClr val="black">
                    <a:alpha val="68000"/>
                  </a:prstClr>
                </a:innerShdw>
              </a:effectLst>
              <a:latin typeface="Helvetica" panose="020B0604020202020204" pitchFamily="2" charset="0"/>
              <a:ea typeface="Apple TP" panose="020B0500000000000000" pitchFamily="50" charset="-128"/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DB862E62-41B6-9ED8-C41B-1F804C3979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0712" t="14238" b="-1"/>
          <a:stretch/>
        </p:blipFill>
        <p:spPr>
          <a:xfrm>
            <a:off x="3690258" y="37520"/>
            <a:ext cx="1148562" cy="1077088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266C75B0-22C2-AF6D-6454-91F4E28AC50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0712" t="14238" b="-1"/>
          <a:stretch/>
        </p:blipFill>
        <p:spPr>
          <a:xfrm>
            <a:off x="3684248" y="3144880"/>
            <a:ext cx="1148562" cy="107708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54E1379C-9EDF-F030-CF6D-3C472DF3A67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0712" t="14238" b="-1"/>
          <a:stretch/>
        </p:blipFill>
        <p:spPr>
          <a:xfrm>
            <a:off x="577367" y="3144880"/>
            <a:ext cx="1148562" cy="107708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E8876102-FA83-1196-D30C-66C4DEE9AF6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2850"/>
          <a:stretch/>
        </p:blipFill>
        <p:spPr>
          <a:xfrm>
            <a:off x="7030636" y="5865750"/>
            <a:ext cx="1160862" cy="713294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29DF3C9D-95BB-9BE3-7281-63F64072DC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64579" y="5131730"/>
            <a:ext cx="1197246" cy="733392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7ACE190-2BF9-0BDB-B642-CB041288B4A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2805"/>
          <a:stretch/>
        </p:blipFill>
        <p:spPr>
          <a:xfrm>
            <a:off x="1990407" y="5130492"/>
            <a:ext cx="1457682" cy="73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7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03868-29B6-A3DA-3205-B6CC1265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0D4D3F1D-3B54-E87E-7C67-AFD0A88BE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" b="98"/>
          <a:stretch>
            <a:fillRect/>
          </a:stretch>
        </p:blipFill>
        <p:spPr>
          <a:xfrm>
            <a:off x="8309692" y="3558716"/>
            <a:ext cx="2855450" cy="2884483"/>
          </a:xfrm>
          <a:custGeom>
            <a:avLst/>
            <a:gdLst>
              <a:gd name="connsiteX0" fmla="*/ 203999 w 2855450"/>
              <a:gd name="connsiteY0" fmla="*/ 0 h 2884483"/>
              <a:gd name="connsiteX1" fmla="*/ 2651451 w 2855450"/>
              <a:gd name="connsiteY1" fmla="*/ 0 h 2884483"/>
              <a:gd name="connsiteX2" fmla="*/ 2670133 w 2855450"/>
              <a:gd name="connsiteY2" fmla="*/ 1883 h 2884483"/>
              <a:gd name="connsiteX3" fmla="*/ 2855450 w 2855450"/>
              <a:gd name="connsiteY3" fmla="*/ 229259 h 2884483"/>
              <a:gd name="connsiteX4" fmla="*/ 2855450 w 2855450"/>
              <a:gd name="connsiteY4" fmla="*/ 2652392 h 2884483"/>
              <a:gd name="connsiteX5" fmla="*/ 2623359 w 2855450"/>
              <a:gd name="connsiteY5" fmla="*/ 2884483 h 2884483"/>
              <a:gd name="connsiteX6" fmla="*/ 232091 w 2855450"/>
              <a:gd name="connsiteY6" fmla="*/ 2884483 h 2884483"/>
              <a:gd name="connsiteX7" fmla="*/ 0 w 2855450"/>
              <a:gd name="connsiteY7" fmla="*/ 2652392 h 2884483"/>
              <a:gd name="connsiteX8" fmla="*/ 0 w 2855450"/>
              <a:gd name="connsiteY8" fmla="*/ 229259 h 2884483"/>
              <a:gd name="connsiteX9" fmla="*/ 185317 w 2855450"/>
              <a:gd name="connsiteY9" fmla="*/ 1883 h 2884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55450" h="2884483">
                <a:moveTo>
                  <a:pt x="203999" y="0"/>
                </a:moveTo>
                <a:lnTo>
                  <a:pt x="2651451" y="0"/>
                </a:lnTo>
                <a:lnTo>
                  <a:pt x="2670133" y="1883"/>
                </a:lnTo>
                <a:cubicBezTo>
                  <a:pt x="2775893" y="23525"/>
                  <a:pt x="2855450" y="117102"/>
                  <a:pt x="2855450" y="229259"/>
                </a:cubicBezTo>
                <a:lnTo>
                  <a:pt x="2855450" y="2652392"/>
                </a:lnTo>
                <a:cubicBezTo>
                  <a:pt x="2855450" y="2780572"/>
                  <a:pt x="2751539" y="2884483"/>
                  <a:pt x="2623359" y="2884483"/>
                </a:cubicBezTo>
                <a:lnTo>
                  <a:pt x="232091" y="2884483"/>
                </a:lnTo>
                <a:cubicBezTo>
                  <a:pt x="103911" y="2884483"/>
                  <a:pt x="0" y="2780572"/>
                  <a:pt x="0" y="2652392"/>
                </a:cubicBezTo>
                <a:lnTo>
                  <a:pt x="0" y="229259"/>
                </a:lnTo>
                <a:cubicBezTo>
                  <a:pt x="0" y="117102"/>
                  <a:pt x="79557" y="23525"/>
                  <a:pt x="185317" y="1883"/>
                </a:cubicBezTo>
                <a:close/>
              </a:path>
            </a:pathLst>
          </a:custGeom>
          <a:ln>
            <a:gradFill>
              <a:gsLst>
                <a:gs pos="1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1397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56F70BA0-B851-4336-FCF8-28E25FE6F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" r="334" b="80"/>
          <a:stretch>
            <a:fillRect/>
          </a:stretch>
        </p:blipFill>
        <p:spPr>
          <a:xfrm>
            <a:off x="2819849" y="3572508"/>
            <a:ext cx="2874906" cy="2870691"/>
          </a:xfrm>
          <a:custGeom>
            <a:avLst/>
            <a:gdLst>
              <a:gd name="connsiteX0" fmla="*/ 218151 w 2874906"/>
              <a:gd name="connsiteY0" fmla="*/ 0 h 2870691"/>
              <a:gd name="connsiteX1" fmla="*/ 2641576 w 2874906"/>
              <a:gd name="connsiteY1" fmla="*/ 0 h 2870691"/>
              <a:gd name="connsiteX2" fmla="*/ 2874906 w 2874906"/>
              <a:gd name="connsiteY2" fmla="*/ 233330 h 2870691"/>
              <a:gd name="connsiteX3" fmla="*/ 2874906 w 2874906"/>
              <a:gd name="connsiteY3" fmla="*/ 2637361 h 2870691"/>
              <a:gd name="connsiteX4" fmla="*/ 2641576 w 2874906"/>
              <a:gd name="connsiteY4" fmla="*/ 2870691 h 2870691"/>
              <a:gd name="connsiteX5" fmla="*/ 218151 w 2874906"/>
              <a:gd name="connsiteY5" fmla="*/ 2870691 h 2870691"/>
              <a:gd name="connsiteX6" fmla="*/ 3157 w 2874906"/>
              <a:gd name="connsiteY6" fmla="*/ 2728184 h 2870691"/>
              <a:gd name="connsiteX7" fmla="*/ 0 w 2874906"/>
              <a:gd name="connsiteY7" fmla="*/ 2718013 h 2870691"/>
              <a:gd name="connsiteX8" fmla="*/ 0 w 2874906"/>
              <a:gd name="connsiteY8" fmla="*/ 152678 h 2870691"/>
              <a:gd name="connsiteX9" fmla="*/ 3157 w 2874906"/>
              <a:gd name="connsiteY9" fmla="*/ 142507 h 2870691"/>
              <a:gd name="connsiteX10" fmla="*/ 218151 w 2874906"/>
              <a:gd name="connsiteY10" fmla="*/ 0 h 287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4906" h="2870691">
                <a:moveTo>
                  <a:pt x="218151" y="0"/>
                </a:moveTo>
                <a:lnTo>
                  <a:pt x="2641576" y="0"/>
                </a:lnTo>
                <a:cubicBezTo>
                  <a:pt x="2770441" y="0"/>
                  <a:pt x="2874906" y="104465"/>
                  <a:pt x="2874906" y="233330"/>
                </a:cubicBezTo>
                <a:lnTo>
                  <a:pt x="2874906" y="2637361"/>
                </a:lnTo>
                <a:cubicBezTo>
                  <a:pt x="2874906" y="2766226"/>
                  <a:pt x="2770441" y="2870691"/>
                  <a:pt x="2641576" y="2870691"/>
                </a:cubicBezTo>
                <a:lnTo>
                  <a:pt x="218151" y="2870691"/>
                </a:lnTo>
                <a:cubicBezTo>
                  <a:pt x="121502" y="2870691"/>
                  <a:pt x="38579" y="2811930"/>
                  <a:pt x="3157" y="2728184"/>
                </a:cubicBezTo>
                <a:lnTo>
                  <a:pt x="0" y="2718013"/>
                </a:lnTo>
                <a:lnTo>
                  <a:pt x="0" y="152678"/>
                </a:lnTo>
                <a:lnTo>
                  <a:pt x="3157" y="142507"/>
                </a:lnTo>
                <a:cubicBezTo>
                  <a:pt x="38579" y="58762"/>
                  <a:pt x="121502" y="0"/>
                  <a:pt x="218151" y="0"/>
                </a:cubicBezTo>
                <a:close/>
              </a:path>
            </a:pathLst>
          </a:custGeom>
          <a:effectLst>
            <a:outerShdw blurRad="1397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CE3FE43D-38A1-0326-46F2-E3E152D2DE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" t="144" b="387"/>
          <a:stretch>
            <a:fillRect/>
          </a:stretch>
        </p:blipFill>
        <p:spPr>
          <a:xfrm>
            <a:off x="5694755" y="3429000"/>
            <a:ext cx="2869997" cy="2863704"/>
          </a:xfrm>
          <a:custGeom>
            <a:avLst/>
            <a:gdLst>
              <a:gd name="connsiteX0" fmla="*/ 232762 w 2869997"/>
              <a:gd name="connsiteY0" fmla="*/ 0 h 2863704"/>
              <a:gd name="connsiteX1" fmla="*/ 2637235 w 2869997"/>
              <a:gd name="connsiteY1" fmla="*/ 0 h 2863704"/>
              <a:gd name="connsiteX2" fmla="*/ 2869997 w 2869997"/>
              <a:gd name="connsiteY2" fmla="*/ 232762 h 2863704"/>
              <a:gd name="connsiteX3" fmla="*/ 2869997 w 2869997"/>
              <a:gd name="connsiteY3" fmla="*/ 2630942 h 2863704"/>
              <a:gd name="connsiteX4" fmla="*/ 2637235 w 2869997"/>
              <a:gd name="connsiteY4" fmla="*/ 2863704 h 2863704"/>
              <a:gd name="connsiteX5" fmla="*/ 232762 w 2869997"/>
              <a:gd name="connsiteY5" fmla="*/ 2863704 h 2863704"/>
              <a:gd name="connsiteX6" fmla="*/ 0 w 2869997"/>
              <a:gd name="connsiteY6" fmla="*/ 2630942 h 2863704"/>
              <a:gd name="connsiteX7" fmla="*/ 0 w 2869997"/>
              <a:gd name="connsiteY7" fmla="*/ 232762 h 2863704"/>
              <a:gd name="connsiteX8" fmla="*/ 232762 w 2869997"/>
              <a:gd name="connsiteY8" fmla="*/ 0 h 286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9997" h="2863704">
                <a:moveTo>
                  <a:pt x="232762" y="0"/>
                </a:moveTo>
                <a:lnTo>
                  <a:pt x="2637235" y="0"/>
                </a:lnTo>
                <a:cubicBezTo>
                  <a:pt x="2765786" y="0"/>
                  <a:pt x="2869997" y="104211"/>
                  <a:pt x="2869997" y="232762"/>
                </a:cubicBezTo>
                <a:lnTo>
                  <a:pt x="2869997" y="2630942"/>
                </a:lnTo>
                <a:cubicBezTo>
                  <a:pt x="2869997" y="2759493"/>
                  <a:pt x="2765786" y="2863704"/>
                  <a:pt x="2637235" y="2863704"/>
                </a:cubicBezTo>
                <a:lnTo>
                  <a:pt x="232762" y="2863704"/>
                </a:lnTo>
                <a:cubicBezTo>
                  <a:pt x="104211" y="2863704"/>
                  <a:pt x="0" y="2759493"/>
                  <a:pt x="0" y="2630942"/>
                </a:cubicBezTo>
                <a:lnTo>
                  <a:pt x="0" y="232762"/>
                </a:lnTo>
                <a:cubicBezTo>
                  <a:pt x="0" y="104211"/>
                  <a:pt x="104211" y="0"/>
                  <a:pt x="232762" y="0"/>
                </a:cubicBezTo>
                <a:close/>
              </a:path>
            </a:pathLst>
          </a:custGeom>
          <a:effectLst>
            <a:outerShdw blurRad="1397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38EE535-51BB-E510-BFD6-AC943F3002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" r="552" b="289"/>
          <a:stretch>
            <a:fillRect/>
          </a:stretch>
        </p:blipFill>
        <p:spPr>
          <a:xfrm>
            <a:off x="9336550" y="346782"/>
            <a:ext cx="2855450" cy="2870691"/>
          </a:xfrm>
          <a:custGeom>
            <a:avLst/>
            <a:gdLst>
              <a:gd name="connsiteX0" fmla="*/ 232091 w 2855450"/>
              <a:gd name="connsiteY0" fmla="*/ 0 h 2870691"/>
              <a:gd name="connsiteX1" fmla="*/ 2623359 w 2855450"/>
              <a:gd name="connsiteY1" fmla="*/ 0 h 2870691"/>
              <a:gd name="connsiteX2" fmla="*/ 2855450 w 2855450"/>
              <a:gd name="connsiteY2" fmla="*/ 232091 h 2870691"/>
              <a:gd name="connsiteX3" fmla="*/ 2855450 w 2855450"/>
              <a:gd name="connsiteY3" fmla="*/ 2638600 h 2870691"/>
              <a:gd name="connsiteX4" fmla="*/ 2623359 w 2855450"/>
              <a:gd name="connsiteY4" fmla="*/ 2870691 h 2870691"/>
              <a:gd name="connsiteX5" fmla="*/ 232091 w 2855450"/>
              <a:gd name="connsiteY5" fmla="*/ 2870691 h 2870691"/>
              <a:gd name="connsiteX6" fmla="*/ 0 w 2855450"/>
              <a:gd name="connsiteY6" fmla="*/ 2638600 h 2870691"/>
              <a:gd name="connsiteX7" fmla="*/ 0 w 2855450"/>
              <a:gd name="connsiteY7" fmla="*/ 232091 h 2870691"/>
              <a:gd name="connsiteX8" fmla="*/ 232091 w 2855450"/>
              <a:gd name="connsiteY8" fmla="*/ 0 h 287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5450" h="2870691">
                <a:moveTo>
                  <a:pt x="232091" y="0"/>
                </a:moveTo>
                <a:lnTo>
                  <a:pt x="2623359" y="0"/>
                </a:lnTo>
                <a:cubicBezTo>
                  <a:pt x="2751539" y="0"/>
                  <a:pt x="2855450" y="103911"/>
                  <a:pt x="2855450" y="232091"/>
                </a:cubicBezTo>
                <a:lnTo>
                  <a:pt x="2855450" y="2638600"/>
                </a:lnTo>
                <a:cubicBezTo>
                  <a:pt x="2855450" y="2766780"/>
                  <a:pt x="2751539" y="2870691"/>
                  <a:pt x="2623359" y="2870691"/>
                </a:cubicBezTo>
                <a:lnTo>
                  <a:pt x="232091" y="2870691"/>
                </a:lnTo>
                <a:cubicBezTo>
                  <a:pt x="103911" y="2870691"/>
                  <a:pt x="0" y="2766780"/>
                  <a:pt x="0" y="2638600"/>
                </a:cubicBezTo>
                <a:lnTo>
                  <a:pt x="0" y="232091"/>
                </a:lnTo>
                <a:cubicBezTo>
                  <a:pt x="0" y="103911"/>
                  <a:pt x="103911" y="0"/>
                  <a:pt x="232091" y="0"/>
                </a:cubicBezTo>
                <a:close/>
              </a:path>
            </a:pathLst>
          </a:custGeom>
          <a:effectLst>
            <a:outerShdw blurRad="1397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F997C454-F4AA-D6A8-4059-B0B261B913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" r="26"/>
          <a:stretch>
            <a:fillRect/>
          </a:stretch>
        </p:blipFill>
        <p:spPr>
          <a:xfrm>
            <a:off x="7770123" y="288852"/>
            <a:ext cx="2892103" cy="2873461"/>
          </a:xfrm>
          <a:custGeom>
            <a:avLst/>
            <a:gdLst>
              <a:gd name="connsiteX0" fmla="*/ 232801 w 2892103"/>
              <a:gd name="connsiteY0" fmla="*/ 0 h 2873461"/>
              <a:gd name="connsiteX1" fmla="*/ 2658548 w 2892103"/>
              <a:gd name="connsiteY1" fmla="*/ 0 h 2873461"/>
              <a:gd name="connsiteX2" fmla="*/ 2892103 w 2892103"/>
              <a:gd name="connsiteY2" fmla="*/ 233555 h 2873461"/>
              <a:gd name="connsiteX3" fmla="*/ 2892103 w 2892103"/>
              <a:gd name="connsiteY3" fmla="*/ 2639906 h 2873461"/>
              <a:gd name="connsiteX4" fmla="*/ 2658548 w 2892103"/>
              <a:gd name="connsiteY4" fmla="*/ 2873461 h 2873461"/>
              <a:gd name="connsiteX5" fmla="*/ 232801 w 2892103"/>
              <a:gd name="connsiteY5" fmla="*/ 2873461 h 2873461"/>
              <a:gd name="connsiteX6" fmla="*/ 3991 w 2892103"/>
              <a:gd name="connsiteY6" fmla="*/ 2686976 h 2873461"/>
              <a:gd name="connsiteX7" fmla="*/ 0 w 2892103"/>
              <a:gd name="connsiteY7" fmla="*/ 2647386 h 2873461"/>
              <a:gd name="connsiteX8" fmla="*/ 0 w 2892103"/>
              <a:gd name="connsiteY8" fmla="*/ 226076 h 2873461"/>
              <a:gd name="connsiteX9" fmla="*/ 3991 w 2892103"/>
              <a:gd name="connsiteY9" fmla="*/ 186486 h 2873461"/>
              <a:gd name="connsiteX10" fmla="*/ 232801 w 2892103"/>
              <a:gd name="connsiteY10" fmla="*/ 0 h 2873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92103" h="2873461">
                <a:moveTo>
                  <a:pt x="232801" y="0"/>
                </a:moveTo>
                <a:lnTo>
                  <a:pt x="2658548" y="0"/>
                </a:lnTo>
                <a:cubicBezTo>
                  <a:pt x="2787537" y="0"/>
                  <a:pt x="2892103" y="104566"/>
                  <a:pt x="2892103" y="233555"/>
                </a:cubicBezTo>
                <a:lnTo>
                  <a:pt x="2892103" y="2639906"/>
                </a:lnTo>
                <a:cubicBezTo>
                  <a:pt x="2892103" y="2768895"/>
                  <a:pt x="2787537" y="2873461"/>
                  <a:pt x="2658548" y="2873461"/>
                </a:cubicBezTo>
                <a:lnTo>
                  <a:pt x="232801" y="2873461"/>
                </a:lnTo>
                <a:cubicBezTo>
                  <a:pt x="119936" y="2873461"/>
                  <a:pt x="25769" y="2793403"/>
                  <a:pt x="3991" y="2686976"/>
                </a:cubicBezTo>
                <a:lnTo>
                  <a:pt x="0" y="2647386"/>
                </a:lnTo>
                <a:lnTo>
                  <a:pt x="0" y="226076"/>
                </a:lnTo>
                <a:lnTo>
                  <a:pt x="3991" y="186486"/>
                </a:lnTo>
                <a:cubicBezTo>
                  <a:pt x="25769" y="80059"/>
                  <a:pt x="119936" y="0"/>
                  <a:pt x="232801" y="0"/>
                </a:cubicBezTo>
                <a:close/>
              </a:path>
            </a:pathLst>
          </a:custGeom>
          <a:ln>
            <a:gradFill>
              <a:gsLst>
                <a:gs pos="83000">
                  <a:schemeClr val="tx1"/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outerShdw blurRad="1397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BD231BF0-714E-6C3E-3C05-EB6CFE9D37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" r="96" b="192"/>
          <a:stretch>
            <a:fillRect/>
          </a:stretch>
        </p:blipFill>
        <p:spPr>
          <a:xfrm>
            <a:off x="3380907" y="281122"/>
            <a:ext cx="2890085" cy="2870691"/>
          </a:xfrm>
          <a:custGeom>
            <a:avLst/>
            <a:gdLst>
              <a:gd name="connsiteX0" fmla="*/ 230558 w 2890085"/>
              <a:gd name="connsiteY0" fmla="*/ 0 h 2870691"/>
              <a:gd name="connsiteX1" fmla="*/ 2656755 w 2890085"/>
              <a:gd name="connsiteY1" fmla="*/ 0 h 2870691"/>
              <a:gd name="connsiteX2" fmla="*/ 2890085 w 2890085"/>
              <a:gd name="connsiteY2" fmla="*/ 233330 h 2870691"/>
              <a:gd name="connsiteX3" fmla="*/ 2890085 w 2890085"/>
              <a:gd name="connsiteY3" fmla="*/ 2637361 h 2870691"/>
              <a:gd name="connsiteX4" fmla="*/ 2656755 w 2890085"/>
              <a:gd name="connsiteY4" fmla="*/ 2870691 h 2870691"/>
              <a:gd name="connsiteX5" fmla="*/ 230558 w 2890085"/>
              <a:gd name="connsiteY5" fmla="*/ 2870691 h 2870691"/>
              <a:gd name="connsiteX6" fmla="*/ 1969 w 2890085"/>
              <a:gd name="connsiteY6" fmla="*/ 2684385 h 2870691"/>
              <a:gd name="connsiteX7" fmla="*/ 0 w 2890085"/>
              <a:gd name="connsiteY7" fmla="*/ 2664859 h 2870691"/>
              <a:gd name="connsiteX8" fmla="*/ 0 w 2890085"/>
              <a:gd name="connsiteY8" fmla="*/ 205832 h 2870691"/>
              <a:gd name="connsiteX9" fmla="*/ 1969 w 2890085"/>
              <a:gd name="connsiteY9" fmla="*/ 186306 h 2870691"/>
              <a:gd name="connsiteX10" fmla="*/ 230558 w 2890085"/>
              <a:gd name="connsiteY10" fmla="*/ 0 h 287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90085" h="2870691">
                <a:moveTo>
                  <a:pt x="230558" y="0"/>
                </a:moveTo>
                <a:lnTo>
                  <a:pt x="2656755" y="0"/>
                </a:lnTo>
                <a:cubicBezTo>
                  <a:pt x="2785620" y="0"/>
                  <a:pt x="2890085" y="104465"/>
                  <a:pt x="2890085" y="233330"/>
                </a:cubicBezTo>
                <a:lnTo>
                  <a:pt x="2890085" y="2637361"/>
                </a:lnTo>
                <a:cubicBezTo>
                  <a:pt x="2890085" y="2766226"/>
                  <a:pt x="2785620" y="2870691"/>
                  <a:pt x="2656755" y="2870691"/>
                </a:cubicBezTo>
                <a:lnTo>
                  <a:pt x="230558" y="2870691"/>
                </a:lnTo>
                <a:cubicBezTo>
                  <a:pt x="117801" y="2870691"/>
                  <a:pt x="23726" y="2790710"/>
                  <a:pt x="1969" y="2684385"/>
                </a:cubicBezTo>
                <a:lnTo>
                  <a:pt x="0" y="2664859"/>
                </a:lnTo>
                <a:lnTo>
                  <a:pt x="0" y="205832"/>
                </a:lnTo>
                <a:lnTo>
                  <a:pt x="1969" y="186306"/>
                </a:lnTo>
                <a:cubicBezTo>
                  <a:pt x="23726" y="79981"/>
                  <a:pt x="117801" y="0"/>
                  <a:pt x="230558" y="0"/>
                </a:cubicBezTo>
                <a:close/>
              </a:path>
            </a:pathLst>
          </a:cu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1397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AFA6274-1E28-165D-F799-9CF990E95A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" b="576"/>
          <a:stretch>
            <a:fillRect/>
          </a:stretch>
        </p:blipFill>
        <p:spPr>
          <a:xfrm>
            <a:off x="5609163" y="288129"/>
            <a:ext cx="2881044" cy="2870691"/>
          </a:xfrm>
          <a:custGeom>
            <a:avLst/>
            <a:gdLst>
              <a:gd name="connsiteX0" fmla="*/ 233330 w 2881044"/>
              <a:gd name="connsiteY0" fmla="*/ 0 h 2870691"/>
              <a:gd name="connsiteX1" fmla="*/ 2647714 w 2881044"/>
              <a:gd name="connsiteY1" fmla="*/ 0 h 2870691"/>
              <a:gd name="connsiteX2" fmla="*/ 2881044 w 2881044"/>
              <a:gd name="connsiteY2" fmla="*/ 233330 h 2870691"/>
              <a:gd name="connsiteX3" fmla="*/ 2881044 w 2881044"/>
              <a:gd name="connsiteY3" fmla="*/ 2637361 h 2870691"/>
              <a:gd name="connsiteX4" fmla="*/ 2647714 w 2881044"/>
              <a:gd name="connsiteY4" fmla="*/ 2870691 h 2870691"/>
              <a:gd name="connsiteX5" fmla="*/ 233330 w 2881044"/>
              <a:gd name="connsiteY5" fmla="*/ 2870691 h 2870691"/>
              <a:gd name="connsiteX6" fmla="*/ 0 w 2881044"/>
              <a:gd name="connsiteY6" fmla="*/ 2637361 h 2870691"/>
              <a:gd name="connsiteX7" fmla="*/ 0 w 2881044"/>
              <a:gd name="connsiteY7" fmla="*/ 233330 h 2870691"/>
              <a:gd name="connsiteX8" fmla="*/ 233330 w 2881044"/>
              <a:gd name="connsiteY8" fmla="*/ 0 h 287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1044" h="2870691">
                <a:moveTo>
                  <a:pt x="233330" y="0"/>
                </a:moveTo>
                <a:lnTo>
                  <a:pt x="2647714" y="0"/>
                </a:lnTo>
                <a:cubicBezTo>
                  <a:pt x="2776579" y="0"/>
                  <a:pt x="2881044" y="104465"/>
                  <a:pt x="2881044" y="233330"/>
                </a:cubicBezTo>
                <a:lnTo>
                  <a:pt x="2881044" y="2637361"/>
                </a:lnTo>
                <a:cubicBezTo>
                  <a:pt x="2881044" y="2766226"/>
                  <a:pt x="2776579" y="2870691"/>
                  <a:pt x="2647714" y="2870691"/>
                </a:cubicBezTo>
                <a:lnTo>
                  <a:pt x="233330" y="2870691"/>
                </a:lnTo>
                <a:cubicBezTo>
                  <a:pt x="104465" y="2870691"/>
                  <a:pt x="0" y="2766226"/>
                  <a:pt x="0" y="2637361"/>
                </a:cubicBezTo>
                <a:lnTo>
                  <a:pt x="0" y="233330"/>
                </a:lnTo>
                <a:cubicBezTo>
                  <a:pt x="0" y="104465"/>
                  <a:pt x="104465" y="0"/>
                  <a:pt x="233330" y="0"/>
                </a:cubicBezTo>
                <a:close/>
              </a:path>
            </a:pathLst>
          </a:cu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1397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7EF89BD-3E90-BB66-1238-DC51E5BE09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1" b="288"/>
          <a:stretch>
            <a:fillRect/>
          </a:stretch>
        </p:blipFill>
        <p:spPr>
          <a:xfrm>
            <a:off x="0" y="0"/>
            <a:ext cx="2855450" cy="2879003"/>
          </a:xfrm>
          <a:custGeom>
            <a:avLst/>
            <a:gdLst>
              <a:gd name="connsiteX0" fmla="*/ 282633 w 2855450"/>
              <a:gd name="connsiteY0" fmla="*/ 0 h 2879003"/>
              <a:gd name="connsiteX1" fmla="*/ 2563119 w 2855450"/>
              <a:gd name="connsiteY1" fmla="*/ 0 h 2879003"/>
              <a:gd name="connsiteX2" fmla="*/ 2855450 w 2855450"/>
              <a:gd name="connsiteY2" fmla="*/ 292331 h 2879003"/>
              <a:gd name="connsiteX3" fmla="*/ 2855450 w 2855450"/>
              <a:gd name="connsiteY3" fmla="*/ 2586672 h 2879003"/>
              <a:gd name="connsiteX4" fmla="*/ 2563119 w 2855450"/>
              <a:gd name="connsiteY4" fmla="*/ 2879003 h 2879003"/>
              <a:gd name="connsiteX5" fmla="*/ 282633 w 2855450"/>
              <a:gd name="connsiteY5" fmla="*/ 2879003 h 2879003"/>
              <a:gd name="connsiteX6" fmla="*/ 13275 w 2855450"/>
              <a:gd name="connsiteY6" fmla="*/ 2700461 h 2879003"/>
              <a:gd name="connsiteX7" fmla="*/ 0 w 2855450"/>
              <a:gd name="connsiteY7" fmla="*/ 2657696 h 2879003"/>
              <a:gd name="connsiteX8" fmla="*/ 0 w 2855450"/>
              <a:gd name="connsiteY8" fmla="*/ 221307 h 2879003"/>
              <a:gd name="connsiteX9" fmla="*/ 13275 w 2855450"/>
              <a:gd name="connsiteY9" fmla="*/ 178543 h 2879003"/>
              <a:gd name="connsiteX10" fmla="*/ 282633 w 2855450"/>
              <a:gd name="connsiteY10" fmla="*/ 0 h 287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5450" h="2879003">
                <a:moveTo>
                  <a:pt x="282633" y="0"/>
                </a:moveTo>
                <a:lnTo>
                  <a:pt x="2563119" y="0"/>
                </a:lnTo>
                <a:cubicBezTo>
                  <a:pt x="2724569" y="0"/>
                  <a:pt x="2855450" y="130881"/>
                  <a:pt x="2855450" y="292331"/>
                </a:cubicBezTo>
                <a:lnTo>
                  <a:pt x="2855450" y="2586672"/>
                </a:lnTo>
                <a:cubicBezTo>
                  <a:pt x="2855450" y="2748122"/>
                  <a:pt x="2724569" y="2879003"/>
                  <a:pt x="2563119" y="2879003"/>
                </a:cubicBezTo>
                <a:lnTo>
                  <a:pt x="282633" y="2879003"/>
                </a:lnTo>
                <a:cubicBezTo>
                  <a:pt x="161546" y="2879003"/>
                  <a:pt x="57653" y="2805383"/>
                  <a:pt x="13275" y="2700461"/>
                </a:cubicBezTo>
                <a:lnTo>
                  <a:pt x="0" y="2657696"/>
                </a:lnTo>
                <a:lnTo>
                  <a:pt x="0" y="221307"/>
                </a:lnTo>
                <a:lnTo>
                  <a:pt x="13275" y="178543"/>
                </a:lnTo>
                <a:cubicBezTo>
                  <a:pt x="57653" y="73621"/>
                  <a:pt x="161546" y="0"/>
                  <a:pt x="282633" y="0"/>
                </a:cubicBezTo>
                <a:close/>
              </a:path>
            </a:pathLst>
          </a:custGeom>
          <a:ln w="25400">
            <a:gradFill>
              <a:gsLst>
                <a:gs pos="100000">
                  <a:srgbClr val="2E2E2E"/>
                </a:gs>
                <a:gs pos="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1397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856989-8958-A215-4271-56983DDC01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" r="49"/>
          <a:stretch>
            <a:fillRect/>
          </a:stretch>
        </p:blipFill>
        <p:spPr>
          <a:xfrm>
            <a:off x="7512102" y="558309"/>
            <a:ext cx="2883128" cy="2870691"/>
          </a:xfrm>
          <a:custGeom>
            <a:avLst/>
            <a:gdLst>
              <a:gd name="connsiteX0" fmla="*/ 292026 w 2883128"/>
              <a:gd name="connsiteY0" fmla="*/ 0 h 2870691"/>
              <a:gd name="connsiteX1" fmla="*/ 2589686 w 2883128"/>
              <a:gd name="connsiteY1" fmla="*/ 0 h 2870691"/>
              <a:gd name="connsiteX2" fmla="*/ 2883128 w 2883128"/>
              <a:gd name="connsiteY2" fmla="*/ 293442 h 2870691"/>
              <a:gd name="connsiteX3" fmla="*/ 2883128 w 2883128"/>
              <a:gd name="connsiteY3" fmla="*/ 2577249 h 2870691"/>
              <a:gd name="connsiteX4" fmla="*/ 2589686 w 2883128"/>
              <a:gd name="connsiteY4" fmla="*/ 2870691 h 2870691"/>
              <a:gd name="connsiteX5" fmla="*/ 292026 w 2883128"/>
              <a:gd name="connsiteY5" fmla="*/ 2870691 h 2870691"/>
              <a:gd name="connsiteX6" fmla="*/ 4546 w 2883128"/>
              <a:gd name="connsiteY6" fmla="*/ 2636388 h 2870691"/>
              <a:gd name="connsiteX7" fmla="*/ 0 w 2883128"/>
              <a:gd name="connsiteY7" fmla="*/ 2591296 h 2870691"/>
              <a:gd name="connsiteX8" fmla="*/ 0 w 2883128"/>
              <a:gd name="connsiteY8" fmla="*/ 279396 h 2870691"/>
              <a:gd name="connsiteX9" fmla="*/ 4546 w 2883128"/>
              <a:gd name="connsiteY9" fmla="*/ 234303 h 2870691"/>
              <a:gd name="connsiteX10" fmla="*/ 292026 w 2883128"/>
              <a:gd name="connsiteY10" fmla="*/ 0 h 287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83128" h="2870691">
                <a:moveTo>
                  <a:pt x="292026" y="0"/>
                </a:moveTo>
                <a:lnTo>
                  <a:pt x="2589686" y="0"/>
                </a:lnTo>
                <a:cubicBezTo>
                  <a:pt x="2751750" y="0"/>
                  <a:pt x="2883128" y="131378"/>
                  <a:pt x="2883128" y="293442"/>
                </a:cubicBezTo>
                <a:lnTo>
                  <a:pt x="2883128" y="2577249"/>
                </a:lnTo>
                <a:cubicBezTo>
                  <a:pt x="2883128" y="2739313"/>
                  <a:pt x="2751750" y="2870691"/>
                  <a:pt x="2589686" y="2870691"/>
                </a:cubicBezTo>
                <a:lnTo>
                  <a:pt x="292026" y="2870691"/>
                </a:lnTo>
                <a:cubicBezTo>
                  <a:pt x="150220" y="2870691"/>
                  <a:pt x="31908" y="2770105"/>
                  <a:pt x="4546" y="2636388"/>
                </a:cubicBezTo>
                <a:lnTo>
                  <a:pt x="0" y="2591296"/>
                </a:lnTo>
                <a:lnTo>
                  <a:pt x="0" y="279396"/>
                </a:lnTo>
                <a:lnTo>
                  <a:pt x="4546" y="234303"/>
                </a:lnTo>
                <a:cubicBezTo>
                  <a:pt x="31908" y="100586"/>
                  <a:pt x="150220" y="0"/>
                  <a:pt x="292026" y="0"/>
                </a:cubicBezTo>
                <a:close/>
              </a:path>
            </a:pathLst>
          </a:cu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62626"/>
                </a:gs>
              </a:gsLst>
              <a:lin ang="5400000" scaled="1"/>
            </a:gradFill>
          </a:ln>
          <a:effectLst>
            <a:outerShdw blurRad="1397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F9086DB-9870-31EE-A09C-FF0A6554EBB7}"/>
              </a:ext>
            </a:extLst>
          </p:cNvPr>
          <p:cNvSpPr/>
          <p:nvPr/>
        </p:nvSpPr>
        <p:spPr>
          <a:xfrm>
            <a:off x="-264942" y="3429000"/>
            <a:ext cx="2855450" cy="2870691"/>
          </a:xfrm>
          <a:prstGeom prst="roundRect">
            <a:avLst>
              <a:gd name="adj" fmla="val 81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7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ECD457-C818-39A2-AB3D-136CAAB58320}"/>
              </a:ext>
            </a:extLst>
          </p:cNvPr>
          <p:cNvSpPr/>
          <p:nvPr/>
        </p:nvSpPr>
        <p:spPr>
          <a:xfrm>
            <a:off x="1520177" y="360046"/>
            <a:ext cx="2880000" cy="2880000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7">
            <a:extLst>
              <a:ext uri="{FF2B5EF4-FFF2-40B4-BE49-F238E27FC236}">
                <a16:creationId xmlns:a16="http://schemas.microsoft.com/office/drawing/2014/main" id="{62326920-8C7B-A6B8-F079-21DBC5DB20EE}"/>
              </a:ext>
            </a:extLst>
          </p:cNvPr>
          <p:cNvSpPr/>
          <p:nvPr/>
        </p:nvSpPr>
        <p:spPr>
          <a:xfrm>
            <a:off x="276253" y="169186"/>
            <a:ext cx="939089" cy="2804160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B0ADD59-AE1C-8663-0FA8-CE3EA40FC3D8}"/>
              </a:ext>
            </a:extLst>
          </p:cNvPr>
          <p:cNvSpPr/>
          <p:nvPr/>
        </p:nvSpPr>
        <p:spPr>
          <a:xfrm>
            <a:off x="5388306" y="454972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A32287FD-A43C-2D96-1098-003BF6E98936}"/>
              </a:ext>
            </a:extLst>
          </p:cNvPr>
          <p:cNvSpPr/>
          <p:nvPr/>
        </p:nvSpPr>
        <p:spPr>
          <a:xfrm>
            <a:off x="5383516" y="603238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正方形/長方形 5">
            <a:extLst>
              <a:ext uri="{FF2B5EF4-FFF2-40B4-BE49-F238E27FC236}">
                <a16:creationId xmlns:a16="http://schemas.microsoft.com/office/drawing/2014/main" id="{49427153-6EA3-6CF9-4364-0D119DFB9BD5}"/>
              </a:ext>
            </a:extLst>
          </p:cNvPr>
          <p:cNvSpPr/>
          <p:nvPr/>
        </p:nvSpPr>
        <p:spPr>
          <a:xfrm>
            <a:off x="1517802" y="845208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73B6A3B9-7C0B-11AA-A598-88B71402B8BB}"/>
              </a:ext>
            </a:extLst>
          </p:cNvPr>
          <p:cNvSpPr/>
          <p:nvPr/>
        </p:nvSpPr>
        <p:spPr>
          <a:xfrm>
            <a:off x="1521187" y="1462909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正方形/長方形 2056">
            <a:extLst>
              <a:ext uri="{FF2B5EF4-FFF2-40B4-BE49-F238E27FC236}">
                <a16:creationId xmlns:a16="http://schemas.microsoft.com/office/drawing/2014/main" id="{C1672ED4-E6D4-5B0B-CDE9-4E2338312822}"/>
              </a:ext>
            </a:extLst>
          </p:cNvPr>
          <p:cNvSpPr/>
          <p:nvPr/>
        </p:nvSpPr>
        <p:spPr>
          <a:xfrm>
            <a:off x="1514297" y="897614"/>
            <a:ext cx="2886269" cy="555172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4" name="正方形/長方形 2051">
            <a:extLst>
              <a:ext uri="{FF2B5EF4-FFF2-40B4-BE49-F238E27FC236}">
                <a16:creationId xmlns:a16="http://schemas.microsoft.com/office/drawing/2014/main" id="{9BAC6E39-1D3F-9B3E-E038-9EBE47EA1700}"/>
              </a:ext>
            </a:extLst>
          </p:cNvPr>
          <p:cNvSpPr/>
          <p:nvPr/>
        </p:nvSpPr>
        <p:spPr>
          <a:xfrm>
            <a:off x="1894840" y="1520414"/>
            <a:ext cx="1053793" cy="555172"/>
          </a:xfrm>
          <a:custGeom>
            <a:avLst/>
            <a:gdLst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52376 w 252376"/>
              <a:gd name="connsiteY2" fmla="*/ 221174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10466 w 252376"/>
              <a:gd name="connsiteY2" fmla="*/ 219269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73331"/>
              <a:gd name="connsiteY0" fmla="*/ 1905 h 223079"/>
              <a:gd name="connsiteX1" fmla="*/ 273331 w 273331"/>
              <a:gd name="connsiteY1" fmla="*/ 0 h 223079"/>
              <a:gd name="connsiteX2" fmla="*/ 210466 w 273331"/>
              <a:gd name="connsiteY2" fmla="*/ 221174 h 223079"/>
              <a:gd name="connsiteX3" fmla="*/ 0 w 273331"/>
              <a:gd name="connsiteY3" fmla="*/ 223079 h 223079"/>
              <a:gd name="connsiteX4" fmla="*/ 0 w 273331"/>
              <a:gd name="connsiteY4" fmla="*/ 1905 h 223079"/>
              <a:gd name="connsiteX0" fmla="*/ 0 w 269521"/>
              <a:gd name="connsiteY0" fmla="*/ 0 h 221174"/>
              <a:gd name="connsiteX1" fmla="*/ 269521 w 269521"/>
              <a:gd name="connsiteY1" fmla="*/ 0 h 221174"/>
              <a:gd name="connsiteX2" fmla="*/ 210466 w 269521"/>
              <a:gd name="connsiteY2" fmla="*/ 219269 h 221174"/>
              <a:gd name="connsiteX3" fmla="*/ 0 w 269521"/>
              <a:gd name="connsiteY3" fmla="*/ 221174 h 221174"/>
              <a:gd name="connsiteX4" fmla="*/ 0 w 269521"/>
              <a:gd name="connsiteY4" fmla="*/ 0 h 221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521" h="221174">
                <a:moveTo>
                  <a:pt x="0" y="0"/>
                </a:moveTo>
                <a:lnTo>
                  <a:pt x="269521" y="0"/>
                </a:lnTo>
                <a:lnTo>
                  <a:pt x="210466" y="219269"/>
                </a:lnTo>
                <a:lnTo>
                  <a:pt x="0" y="221174"/>
                </a:lnTo>
                <a:lnTo>
                  <a:pt x="0" y="0"/>
                </a:lnTo>
                <a:close/>
              </a:path>
            </a:pathLst>
          </a:cu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正方形/長方形 2056">
            <a:extLst>
              <a:ext uri="{FF2B5EF4-FFF2-40B4-BE49-F238E27FC236}">
                <a16:creationId xmlns:a16="http://schemas.microsoft.com/office/drawing/2014/main" id="{0B999BAE-AE98-99F7-C73C-20437540A84C}"/>
              </a:ext>
            </a:extLst>
          </p:cNvPr>
          <p:cNvSpPr/>
          <p:nvPr/>
        </p:nvSpPr>
        <p:spPr>
          <a:xfrm>
            <a:off x="1513911" y="1521585"/>
            <a:ext cx="380929" cy="555172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6" name="正方形/長方形 5">
            <a:extLst>
              <a:ext uri="{FF2B5EF4-FFF2-40B4-BE49-F238E27FC236}">
                <a16:creationId xmlns:a16="http://schemas.microsoft.com/office/drawing/2014/main" id="{308F8A48-3A49-A9A0-CB9A-941C971B5D3C}"/>
              </a:ext>
            </a:extLst>
          </p:cNvPr>
          <p:cNvSpPr/>
          <p:nvPr/>
        </p:nvSpPr>
        <p:spPr>
          <a:xfrm>
            <a:off x="1526443" y="2065434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正方形/長方形 5">
            <a:extLst>
              <a:ext uri="{FF2B5EF4-FFF2-40B4-BE49-F238E27FC236}">
                <a16:creationId xmlns:a16="http://schemas.microsoft.com/office/drawing/2014/main" id="{1584355C-956D-1D96-5982-F87C5F4746EA}"/>
              </a:ext>
            </a:extLst>
          </p:cNvPr>
          <p:cNvSpPr/>
          <p:nvPr/>
        </p:nvSpPr>
        <p:spPr>
          <a:xfrm>
            <a:off x="1520176" y="2795283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" name="正方形/長方形 8">
            <a:extLst>
              <a:ext uri="{FF2B5EF4-FFF2-40B4-BE49-F238E27FC236}">
                <a16:creationId xmlns:a16="http://schemas.microsoft.com/office/drawing/2014/main" id="{B2F792E5-09DE-0C97-B523-4B086741E652}"/>
              </a:ext>
            </a:extLst>
          </p:cNvPr>
          <p:cNvSpPr/>
          <p:nvPr/>
        </p:nvSpPr>
        <p:spPr>
          <a:xfrm>
            <a:off x="1526443" y="3013958"/>
            <a:ext cx="2880000" cy="203616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E1D1909-59EB-C31E-438D-C3A59E10A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771" y="2900188"/>
            <a:ext cx="412617" cy="10764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126E37-B3C6-352C-8D1C-77365F31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157" y="2894312"/>
            <a:ext cx="412617" cy="10764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2EF6D48-4FDC-C870-00E2-FC6673C03CF0}"/>
              </a:ext>
            </a:extLst>
          </p:cNvPr>
          <p:cNvSpPr/>
          <p:nvPr/>
        </p:nvSpPr>
        <p:spPr>
          <a:xfrm>
            <a:off x="4705787" y="1183655"/>
            <a:ext cx="2880000" cy="2880000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5">
            <a:extLst>
              <a:ext uri="{FF2B5EF4-FFF2-40B4-BE49-F238E27FC236}">
                <a16:creationId xmlns:a16="http://schemas.microsoft.com/office/drawing/2014/main" id="{B0295BB7-803C-A318-6378-005FE92AAF1C}"/>
              </a:ext>
            </a:extLst>
          </p:cNvPr>
          <p:cNvSpPr/>
          <p:nvPr/>
        </p:nvSpPr>
        <p:spPr>
          <a:xfrm>
            <a:off x="4703412" y="1668817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正方形/長方形 5">
            <a:extLst>
              <a:ext uri="{FF2B5EF4-FFF2-40B4-BE49-F238E27FC236}">
                <a16:creationId xmlns:a16="http://schemas.microsoft.com/office/drawing/2014/main" id="{12974109-097E-C26A-8BEC-8A5823AFADAC}"/>
              </a:ext>
            </a:extLst>
          </p:cNvPr>
          <p:cNvSpPr/>
          <p:nvPr/>
        </p:nvSpPr>
        <p:spPr>
          <a:xfrm>
            <a:off x="4706797" y="2286518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6" name="正方形/長方形 2056">
            <a:extLst>
              <a:ext uri="{FF2B5EF4-FFF2-40B4-BE49-F238E27FC236}">
                <a16:creationId xmlns:a16="http://schemas.microsoft.com/office/drawing/2014/main" id="{3739A096-F7FC-2DF2-1828-124A803180D1}"/>
              </a:ext>
            </a:extLst>
          </p:cNvPr>
          <p:cNvSpPr/>
          <p:nvPr/>
        </p:nvSpPr>
        <p:spPr>
          <a:xfrm>
            <a:off x="4699907" y="1721223"/>
            <a:ext cx="2886269" cy="555172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051">
            <a:extLst>
              <a:ext uri="{FF2B5EF4-FFF2-40B4-BE49-F238E27FC236}">
                <a16:creationId xmlns:a16="http://schemas.microsoft.com/office/drawing/2014/main" id="{173E4CA9-1BBD-23CA-85A8-CD3435D9D6CB}"/>
              </a:ext>
            </a:extLst>
          </p:cNvPr>
          <p:cNvSpPr/>
          <p:nvPr/>
        </p:nvSpPr>
        <p:spPr>
          <a:xfrm>
            <a:off x="5080450" y="2344023"/>
            <a:ext cx="1053793" cy="555172"/>
          </a:xfrm>
          <a:custGeom>
            <a:avLst/>
            <a:gdLst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52376 w 252376"/>
              <a:gd name="connsiteY2" fmla="*/ 221174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10466 w 252376"/>
              <a:gd name="connsiteY2" fmla="*/ 219269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73331"/>
              <a:gd name="connsiteY0" fmla="*/ 1905 h 223079"/>
              <a:gd name="connsiteX1" fmla="*/ 273331 w 273331"/>
              <a:gd name="connsiteY1" fmla="*/ 0 h 223079"/>
              <a:gd name="connsiteX2" fmla="*/ 210466 w 273331"/>
              <a:gd name="connsiteY2" fmla="*/ 221174 h 223079"/>
              <a:gd name="connsiteX3" fmla="*/ 0 w 273331"/>
              <a:gd name="connsiteY3" fmla="*/ 223079 h 223079"/>
              <a:gd name="connsiteX4" fmla="*/ 0 w 273331"/>
              <a:gd name="connsiteY4" fmla="*/ 1905 h 223079"/>
              <a:gd name="connsiteX0" fmla="*/ 0 w 269521"/>
              <a:gd name="connsiteY0" fmla="*/ 0 h 221174"/>
              <a:gd name="connsiteX1" fmla="*/ 269521 w 269521"/>
              <a:gd name="connsiteY1" fmla="*/ 0 h 221174"/>
              <a:gd name="connsiteX2" fmla="*/ 210466 w 269521"/>
              <a:gd name="connsiteY2" fmla="*/ 219269 h 221174"/>
              <a:gd name="connsiteX3" fmla="*/ 0 w 269521"/>
              <a:gd name="connsiteY3" fmla="*/ 221174 h 221174"/>
              <a:gd name="connsiteX4" fmla="*/ 0 w 269521"/>
              <a:gd name="connsiteY4" fmla="*/ 0 h 221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521" h="221174">
                <a:moveTo>
                  <a:pt x="0" y="0"/>
                </a:moveTo>
                <a:lnTo>
                  <a:pt x="269521" y="0"/>
                </a:lnTo>
                <a:lnTo>
                  <a:pt x="210466" y="219269"/>
                </a:lnTo>
                <a:lnTo>
                  <a:pt x="0" y="221174"/>
                </a:lnTo>
                <a:lnTo>
                  <a:pt x="0" y="0"/>
                </a:lnTo>
                <a:close/>
              </a:path>
            </a:pathLst>
          </a:cu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056">
            <a:extLst>
              <a:ext uri="{FF2B5EF4-FFF2-40B4-BE49-F238E27FC236}">
                <a16:creationId xmlns:a16="http://schemas.microsoft.com/office/drawing/2014/main" id="{6081EC62-D5A9-A13E-2F19-29971C56D40B}"/>
              </a:ext>
            </a:extLst>
          </p:cNvPr>
          <p:cNvSpPr/>
          <p:nvPr/>
        </p:nvSpPr>
        <p:spPr>
          <a:xfrm>
            <a:off x="4699521" y="2345194"/>
            <a:ext cx="380929" cy="555172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9" name="正方形/長方形 5">
            <a:extLst>
              <a:ext uri="{FF2B5EF4-FFF2-40B4-BE49-F238E27FC236}">
                <a16:creationId xmlns:a16="http://schemas.microsoft.com/office/drawing/2014/main" id="{AF8F41CF-3FB1-1635-EDCA-98B04DE95984}"/>
              </a:ext>
            </a:extLst>
          </p:cNvPr>
          <p:cNvSpPr/>
          <p:nvPr/>
        </p:nvSpPr>
        <p:spPr>
          <a:xfrm>
            <a:off x="4712053" y="2889043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0" name="正方形/長方形 5">
            <a:extLst>
              <a:ext uri="{FF2B5EF4-FFF2-40B4-BE49-F238E27FC236}">
                <a16:creationId xmlns:a16="http://schemas.microsoft.com/office/drawing/2014/main" id="{490CD0BE-3E96-2B97-ED6B-BF9B95B21CC0}"/>
              </a:ext>
            </a:extLst>
          </p:cNvPr>
          <p:cNvSpPr/>
          <p:nvPr/>
        </p:nvSpPr>
        <p:spPr>
          <a:xfrm>
            <a:off x="4705786" y="3618892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正方形/長方形 8">
            <a:extLst>
              <a:ext uri="{FF2B5EF4-FFF2-40B4-BE49-F238E27FC236}">
                <a16:creationId xmlns:a16="http://schemas.microsoft.com/office/drawing/2014/main" id="{E2437710-7753-2B52-ED41-88153AA642CA}"/>
              </a:ext>
            </a:extLst>
          </p:cNvPr>
          <p:cNvSpPr/>
          <p:nvPr/>
        </p:nvSpPr>
        <p:spPr>
          <a:xfrm>
            <a:off x="4712053" y="3837567"/>
            <a:ext cx="2880000" cy="203616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7213E88-23DE-F34A-595E-29C967FD2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381" y="3723797"/>
            <a:ext cx="412617" cy="1076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4265166-B47F-8114-0430-9E1F9390F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767" y="3717921"/>
            <a:ext cx="412617" cy="107641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3457FB8E-4A46-2E15-397A-A91A9B37FB60}"/>
              </a:ext>
            </a:extLst>
          </p:cNvPr>
          <p:cNvSpPr/>
          <p:nvPr/>
        </p:nvSpPr>
        <p:spPr>
          <a:xfrm>
            <a:off x="4713039" y="1208124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正方形/長方形 5">
            <a:extLst>
              <a:ext uri="{FF2B5EF4-FFF2-40B4-BE49-F238E27FC236}">
                <a16:creationId xmlns:a16="http://schemas.microsoft.com/office/drawing/2014/main" id="{AA23DD5D-B1D9-D67C-2FC6-937B1A2F6F0D}"/>
              </a:ext>
            </a:extLst>
          </p:cNvPr>
          <p:cNvSpPr/>
          <p:nvPr/>
        </p:nvSpPr>
        <p:spPr>
          <a:xfrm>
            <a:off x="1527429" y="380674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83A705-4AFC-0660-13FE-5A39BCB4CEFE}"/>
              </a:ext>
            </a:extLst>
          </p:cNvPr>
          <p:cNvSpPr/>
          <p:nvPr/>
        </p:nvSpPr>
        <p:spPr>
          <a:xfrm>
            <a:off x="5707888" y="4738717"/>
            <a:ext cx="1684859" cy="529801"/>
          </a:xfrm>
          <a:prstGeom prst="rect">
            <a:avLst/>
          </a:prstGeom>
          <a:gradFill>
            <a:gsLst>
              <a:gs pos="23000">
                <a:srgbClr val="9B1F2E"/>
              </a:gs>
              <a:gs pos="24000">
                <a:srgbClr val="C1D9D7"/>
              </a:gs>
            </a:gsLst>
            <a:lin ang="0" scaled="0"/>
          </a:gradFill>
          <a:ln>
            <a:noFill/>
          </a:ln>
          <a:effectLst>
            <a:outerShdw blurRad="50800" dist="38100" dir="129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586C706-5D99-D79C-1E37-CA90A29E9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601" y="90487"/>
            <a:ext cx="2690162" cy="245372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75FED7B-C566-6D79-B9B4-3B2C07FC84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01" t="66981" r="26755" b="20531"/>
          <a:stretch/>
        </p:blipFill>
        <p:spPr>
          <a:xfrm>
            <a:off x="193631" y="4401585"/>
            <a:ext cx="1555111" cy="30834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81EECF6-98AA-5B20-C14B-61215987A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452" y="5032869"/>
            <a:ext cx="884797" cy="17596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AA2EF2D-2544-6D92-3A13-8BF7AF006D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40" t="24740" r="29465" b="32870"/>
          <a:stretch/>
        </p:blipFill>
        <p:spPr>
          <a:xfrm>
            <a:off x="10037326" y="3317501"/>
            <a:ext cx="997908" cy="104013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4F2FB7B-77FD-903E-8363-BEE85F04B9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1860" y="4796479"/>
            <a:ext cx="396018" cy="41545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EDC11F7-D7BC-4472-6516-481311F042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712" t="14238" b="-1"/>
          <a:stretch/>
        </p:blipFill>
        <p:spPr>
          <a:xfrm>
            <a:off x="1513111" y="358269"/>
            <a:ext cx="1148562" cy="107708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A65D2FB-7B85-B637-363C-0E7B4404DD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712" t="14238" b="-1"/>
          <a:stretch/>
        </p:blipFill>
        <p:spPr>
          <a:xfrm>
            <a:off x="4702271" y="1181618"/>
            <a:ext cx="1148562" cy="107708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8C13B90-1382-E6FC-1C9A-C1315873C39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r="2547"/>
          <a:stretch/>
        </p:blipFill>
        <p:spPr>
          <a:xfrm>
            <a:off x="5832296" y="2960300"/>
            <a:ext cx="1752678" cy="63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6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7435EC-BC3F-2FEA-9E01-42454785B9EE}"/>
              </a:ext>
            </a:extLst>
          </p:cNvPr>
          <p:cNvSpPr/>
          <p:nvPr/>
        </p:nvSpPr>
        <p:spPr>
          <a:xfrm>
            <a:off x="850521" y="262770"/>
            <a:ext cx="2880000" cy="2880000"/>
          </a:xfrm>
          <a:prstGeom prst="rect">
            <a:avLst/>
          </a:prstGeom>
          <a:gradFill>
            <a:gsLst>
              <a:gs pos="0">
                <a:srgbClr val="A5AAB5"/>
              </a:gs>
              <a:gs pos="19000">
                <a:srgbClr val="D4D4DA"/>
              </a:gs>
              <a:gs pos="53000">
                <a:srgbClr val="B7BCC5"/>
              </a:gs>
              <a:gs pos="97000">
                <a:srgbClr val="C2C3C8"/>
              </a:gs>
              <a:gs pos="81000">
                <a:srgbClr val="D4D4D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569368-E8E7-AC54-2155-3D59ED323CE3}"/>
              </a:ext>
            </a:extLst>
          </p:cNvPr>
          <p:cNvSpPr/>
          <p:nvPr/>
        </p:nvSpPr>
        <p:spPr>
          <a:xfrm>
            <a:off x="850521" y="2398165"/>
            <a:ext cx="2875356" cy="205740"/>
          </a:xfrm>
          <a:prstGeom prst="rect">
            <a:avLst/>
          </a:pr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736660-1525-30C4-5BA7-338623F97076}"/>
              </a:ext>
            </a:extLst>
          </p:cNvPr>
          <p:cNvSpPr/>
          <p:nvPr/>
        </p:nvSpPr>
        <p:spPr>
          <a:xfrm>
            <a:off x="1655901" y="2164703"/>
            <a:ext cx="2074620" cy="233462"/>
          </a:xfrm>
          <a:prstGeom prst="rect">
            <a:avLst/>
          </a:pr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28D89-16FE-AC58-5BEB-7E79392A378E}"/>
              </a:ext>
            </a:extLst>
          </p:cNvPr>
          <p:cNvSpPr/>
          <p:nvPr/>
        </p:nvSpPr>
        <p:spPr>
          <a:xfrm>
            <a:off x="855165" y="2107878"/>
            <a:ext cx="2875356" cy="131448"/>
          </a:xfrm>
          <a:prstGeom prst="rect">
            <a:avLst/>
          </a:pr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1083">
            <a:extLst>
              <a:ext uri="{FF2B5EF4-FFF2-40B4-BE49-F238E27FC236}">
                <a16:creationId xmlns:a16="http://schemas.microsoft.com/office/drawing/2014/main" id="{AA95DB0D-67F4-F9A2-0A6A-EB1CD77829E4}"/>
              </a:ext>
            </a:extLst>
          </p:cNvPr>
          <p:cNvSpPr/>
          <p:nvPr/>
        </p:nvSpPr>
        <p:spPr>
          <a:xfrm>
            <a:off x="850521" y="2239326"/>
            <a:ext cx="1523181" cy="158839"/>
          </a:xfrm>
          <a:custGeom>
            <a:avLst/>
            <a:gdLst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256902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02" h="81666">
                <a:moveTo>
                  <a:pt x="0" y="0"/>
                </a:moveTo>
                <a:lnTo>
                  <a:pt x="256902" y="0"/>
                </a:lnTo>
                <a:cubicBezTo>
                  <a:pt x="192767" y="13887"/>
                  <a:pt x="218167" y="52539"/>
                  <a:pt x="133077" y="81666"/>
                </a:cubicBezTo>
                <a:lnTo>
                  <a:pt x="0" y="81666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8A1A17-9982-C0CC-9953-5668D204313C}"/>
              </a:ext>
            </a:extLst>
          </p:cNvPr>
          <p:cNvSpPr/>
          <p:nvPr/>
        </p:nvSpPr>
        <p:spPr>
          <a:xfrm>
            <a:off x="9678733" y="0"/>
            <a:ext cx="2404812" cy="1602488"/>
          </a:xfrm>
          <a:prstGeom prst="rect">
            <a:avLst/>
          </a:prstGeom>
          <a:gradFill flip="none" rotWithShape="1">
            <a:gsLst>
              <a:gs pos="0">
                <a:srgbClr val="A5AAB5"/>
              </a:gs>
              <a:gs pos="100000">
                <a:srgbClr val="767C7F"/>
              </a:gs>
              <a:gs pos="19000">
                <a:srgbClr val="D4D4DA"/>
              </a:gs>
              <a:gs pos="46000">
                <a:srgbClr val="A8AEB8"/>
              </a:gs>
              <a:gs pos="97000">
                <a:srgbClr val="C2C3C8"/>
              </a:gs>
              <a:gs pos="67000">
                <a:srgbClr val="D4D4D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4D8F82-CCC7-6C21-3BE4-E14515A6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768" r="1"/>
          <a:stretch/>
        </p:blipFill>
        <p:spPr>
          <a:xfrm>
            <a:off x="845877" y="353210"/>
            <a:ext cx="1354054" cy="566906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61C5428-0C3A-F57D-E643-30C46373EB9A}"/>
              </a:ext>
            </a:extLst>
          </p:cNvPr>
          <p:cNvSpPr/>
          <p:nvPr/>
        </p:nvSpPr>
        <p:spPr>
          <a:xfrm>
            <a:off x="1769020" y="354833"/>
            <a:ext cx="1961501" cy="131448"/>
          </a:xfrm>
          <a:custGeom>
            <a:avLst/>
            <a:gdLst>
              <a:gd name="connsiteX0" fmla="*/ 1528542 w 1528542"/>
              <a:gd name="connsiteY0" fmla="*/ 0 h 104385"/>
              <a:gd name="connsiteX1" fmla="*/ 1528542 w 1528542"/>
              <a:gd name="connsiteY1" fmla="*/ 103419 h 104385"/>
              <a:gd name="connsiteX2" fmla="*/ 636185 w 1528542"/>
              <a:gd name="connsiteY2" fmla="*/ 102756 h 104385"/>
              <a:gd name="connsiteX3" fmla="*/ 634497 w 1528542"/>
              <a:gd name="connsiteY3" fmla="*/ 104385 h 104385"/>
              <a:gd name="connsiteX4" fmla="*/ 634273 w 1528542"/>
              <a:gd name="connsiteY4" fmla="*/ 98522 h 104385"/>
              <a:gd name="connsiteX5" fmla="*/ 3116 w 1528542"/>
              <a:gd name="connsiteY5" fmla="*/ 5373 h 104385"/>
              <a:gd name="connsiteX6" fmla="*/ 0 w 1528542"/>
              <a:gd name="connsiteY6" fmla="*/ 2064 h 104385"/>
              <a:gd name="connsiteX7" fmla="*/ 3116 w 1528542"/>
              <a:gd name="connsiteY7" fmla="*/ 2550 h 104385"/>
              <a:gd name="connsiteX8" fmla="*/ 1528542 w 1528542"/>
              <a:gd name="connsiteY8" fmla="*/ 0 h 104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8542" h="104385">
                <a:moveTo>
                  <a:pt x="1528542" y="0"/>
                </a:moveTo>
                <a:lnTo>
                  <a:pt x="1528542" y="103419"/>
                </a:lnTo>
                <a:lnTo>
                  <a:pt x="636185" y="102756"/>
                </a:lnTo>
                <a:lnTo>
                  <a:pt x="634497" y="104385"/>
                </a:lnTo>
                <a:lnTo>
                  <a:pt x="634273" y="98522"/>
                </a:lnTo>
                <a:cubicBezTo>
                  <a:pt x="538643" y="118751"/>
                  <a:pt x="91095" y="24661"/>
                  <a:pt x="3116" y="5373"/>
                </a:cubicBezTo>
                <a:lnTo>
                  <a:pt x="0" y="2064"/>
                </a:lnTo>
                <a:lnTo>
                  <a:pt x="3116" y="2550"/>
                </a:lnTo>
                <a:lnTo>
                  <a:pt x="1528542" y="0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A7C7ECE-9587-5E2F-AF60-66C4644F3251}"/>
              </a:ext>
            </a:extLst>
          </p:cNvPr>
          <p:cNvSpPr/>
          <p:nvPr/>
        </p:nvSpPr>
        <p:spPr>
          <a:xfrm>
            <a:off x="2199931" y="292509"/>
            <a:ext cx="2048" cy="1318"/>
          </a:xfrm>
          <a:custGeom>
            <a:avLst/>
            <a:gdLst>
              <a:gd name="connsiteX0" fmla="*/ 807 w 2048"/>
              <a:gd name="connsiteY0" fmla="*/ 0 h 1318"/>
              <a:gd name="connsiteX1" fmla="*/ 2048 w 2048"/>
              <a:gd name="connsiteY1" fmla="*/ 1318 h 1318"/>
              <a:gd name="connsiteX2" fmla="*/ 262 w 2048"/>
              <a:gd name="connsiteY2" fmla="*/ 1039 h 1318"/>
              <a:gd name="connsiteX3" fmla="*/ 807 w 2048"/>
              <a:gd name="connsiteY3" fmla="*/ 0 h 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8" h="1318">
                <a:moveTo>
                  <a:pt x="807" y="0"/>
                </a:moveTo>
                <a:lnTo>
                  <a:pt x="2048" y="1318"/>
                </a:lnTo>
                <a:lnTo>
                  <a:pt x="262" y="1039"/>
                </a:lnTo>
                <a:cubicBezTo>
                  <a:pt x="-283" y="634"/>
                  <a:pt x="80" y="183"/>
                  <a:pt x="807" y="0"/>
                </a:cubicBez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2A0529E-7475-12E3-A6C5-C20695E3C1D0}"/>
              </a:ext>
            </a:extLst>
          </p:cNvPr>
          <p:cNvSpPr/>
          <p:nvPr/>
        </p:nvSpPr>
        <p:spPr>
          <a:xfrm>
            <a:off x="2834285" y="396148"/>
            <a:ext cx="2246" cy="2381"/>
          </a:xfrm>
          <a:custGeom>
            <a:avLst/>
            <a:gdLst>
              <a:gd name="connsiteX0" fmla="*/ 2191 w 2246"/>
              <a:gd name="connsiteY0" fmla="*/ 0 h 2381"/>
              <a:gd name="connsiteX1" fmla="*/ 2246 w 2246"/>
              <a:gd name="connsiteY1" fmla="*/ 1393 h 2381"/>
              <a:gd name="connsiteX2" fmla="*/ 0 w 2246"/>
              <a:gd name="connsiteY2" fmla="*/ 2115 h 2381"/>
              <a:gd name="connsiteX3" fmla="*/ 2191 w 2246"/>
              <a:gd name="connsiteY3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6" h="2381">
                <a:moveTo>
                  <a:pt x="2191" y="0"/>
                </a:moveTo>
                <a:lnTo>
                  <a:pt x="2246" y="1393"/>
                </a:lnTo>
                <a:cubicBezTo>
                  <a:pt x="1696" y="2522"/>
                  <a:pt x="727" y="2563"/>
                  <a:pt x="0" y="2115"/>
                </a:cubicBezTo>
                <a:lnTo>
                  <a:pt x="2191" y="0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35DFB07-45FB-9D51-1683-EA966F605A20}"/>
              </a:ext>
            </a:extLst>
          </p:cNvPr>
          <p:cNvSpPr/>
          <p:nvPr/>
        </p:nvSpPr>
        <p:spPr>
          <a:xfrm>
            <a:off x="12568136" y="372698"/>
            <a:ext cx="5951868" cy="45444"/>
          </a:xfrm>
          <a:custGeom>
            <a:avLst/>
            <a:gdLst>
              <a:gd name="connsiteX0" fmla="*/ 0 w 5951868"/>
              <a:gd name="connsiteY0" fmla="*/ 0 h 45444"/>
              <a:gd name="connsiteX1" fmla="*/ 5951868 w 5951868"/>
              <a:gd name="connsiteY1" fmla="*/ 0 h 45444"/>
              <a:gd name="connsiteX2" fmla="*/ 5951868 w 5951868"/>
              <a:gd name="connsiteY2" fmla="*/ 45444 h 45444"/>
              <a:gd name="connsiteX3" fmla="*/ 0 w 5951868"/>
              <a:gd name="connsiteY3" fmla="*/ 45444 h 45444"/>
              <a:gd name="connsiteX4" fmla="*/ 0 w 5951868"/>
              <a:gd name="connsiteY4" fmla="*/ 0 h 4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1868" h="45444">
                <a:moveTo>
                  <a:pt x="0" y="0"/>
                </a:moveTo>
                <a:lnTo>
                  <a:pt x="5951868" y="0"/>
                </a:lnTo>
                <a:lnTo>
                  <a:pt x="5951868" y="45444"/>
                </a:lnTo>
                <a:lnTo>
                  <a:pt x="0" y="45444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3660609-C82D-5C4A-C33A-4F873723A534}"/>
              </a:ext>
            </a:extLst>
          </p:cNvPr>
          <p:cNvSpPr/>
          <p:nvPr/>
        </p:nvSpPr>
        <p:spPr>
          <a:xfrm>
            <a:off x="2237354" y="445194"/>
            <a:ext cx="1495565" cy="117140"/>
          </a:xfrm>
          <a:custGeom>
            <a:avLst/>
            <a:gdLst>
              <a:gd name="connsiteX0" fmla="*/ 1761684 w 1761684"/>
              <a:gd name="connsiteY0" fmla="*/ 0 h 43922"/>
              <a:gd name="connsiteX1" fmla="*/ 1761684 w 1761684"/>
              <a:gd name="connsiteY1" fmla="*/ 43598 h 43922"/>
              <a:gd name="connsiteX2" fmla="*/ 626950 w 1761684"/>
              <a:gd name="connsiteY2" fmla="*/ 43240 h 43922"/>
              <a:gd name="connsiteX3" fmla="*/ 625287 w 1761684"/>
              <a:gd name="connsiteY3" fmla="*/ 43922 h 43922"/>
              <a:gd name="connsiteX4" fmla="*/ 625065 w 1761684"/>
              <a:gd name="connsiteY4" fmla="*/ 41465 h 43922"/>
              <a:gd name="connsiteX5" fmla="*/ 3069 w 1761684"/>
              <a:gd name="connsiteY5" fmla="*/ 2433 h 43922"/>
              <a:gd name="connsiteX6" fmla="*/ 0 w 1761684"/>
              <a:gd name="connsiteY6" fmla="*/ 1048 h 43922"/>
              <a:gd name="connsiteX7" fmla="*/ 3069 w 1761684"/>
              <a:gd name="connsiteY7" fmla="*/ 1251 h 43922"/>
              <a:gd name="connsiteX8" fmla="*/ 1761684 w 1761684"/>
              <a:gd name="connsiteY8" fmla="*/ 0 h 4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61684" h="43922">
                <a:moveTo>
                  <a:pt x="1761684" y="0"/>
                </a:moveTo>
                <a:lnTo>
                  <a:pt x="1761684" y="43598"/>
                </a:lnTo>
                <a:lnTo>
                  <a:pt x="626950" y="43240"/>
                </a:lnTo>
                <a:lnTo>
                  <a:pt x="625287" y="43922"/>
                </a:lnTo>
                <a:lnTo>
                  <a:pt x="625065" y="41465"/>
                </a:lnTo>
                <a:cubicBezTo>
                  <a:pt x="530823" y="49942"/>
                  <a:pt x="89771" y="10516"/>
                  <a:pt x="3069" y="2433"/>
                </a:cubicBezTo>
                <a:lnTo>
                  <a:pt x="0" y="1048"/>
                </a:lnTo>
                <a:lnTo>
                  <a:pt x="3069" y="1251"/>
                </a:lnTo>
                <a:lnTo>
                  <a:pt x="1761684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D0F2242-0A80-603A-B246-AB14FC7E0B14}"/>
              </a:ext>
            </a:extLst>
          </p:cNvPr>
          <p:cNvSpPr/>
          <p:nvPr/>
        </p:nvSpPr>
        <p:spPr>
          <a:xfrm>
            <a:off x="2078722" y="373992"/>
            <a:ext cx="2020" cy="553"/>
          </a:xfrm>
          <a:custGeom>
            <a:avLst/>
            <a:gdLst>
              <a:gd name="connsiteX0" fmla="*/ 795 w 2020"/>
              <a:gd name="connsiteY0" fmla="*/ 0 h 553"/>
              <a:gd name="connsiteX1" fmla="*/ 2020 w 2020"/>
              <a:gd name="connsiteY1" fmla="*/ 553 h 553"/>
              <a:gd name="connsiteX2" fmla="*/ 258 w 2020"/>
              <a:gd name="connsiteY2" fmla="*/ 436 h 553"/>
              <a:gd name="connsiteX3" fmla="*/ 795 w 2020"/>
              <a:gd name="connsiteY3" fmla="*/ 0 h 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0" h="553">
                <a:moveTo>
                  <a:pt x="795" y="0"/>
                </a:moveTo>
                <a:lnTo>
                  <a:pt x="2020" y="553"/>
                </a:lnTo>
                <a:lnTo>
                  <a:pt x="258" y="436"/>
                </a:lnTo>
                <a:cubicBezTo>
                  <a:pt x="-279" y="266"/>
                  <a:pt x="79" y="77"/>
                  <a:pt x="795" y="0"/>
                </a:cubicBez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3ED82AE-E654-6657-52B9-9E569C638582}"/>
              </a:ext>
            </a:extLst>
          </p:cNvPr>
          <p:cNvSpPr/>
          <p:nvPr/>
        </p:nvSpPr>
        <p:spPr>
          <a:xfrm>
            <a:off x="2703869" y="417419"/>
            <a:ext cx="2213" cy="998"/>
          </a:xfrm>
          <a:custGeom>
            <a:avLst/>
            <a:gdLst>
              <a:gd name="connsiteX0" fmla="*/ 2160 w 2213"/>
              <a:gd name="connsiteY0" fmla="*/ 0 h 998"/>
              <a:gd name="connsiteX1" fmla="*/ 2213 w 2213"/>
              <a:gd name="connsiteY1" fmla="*/ 584 h 998"/>
              <a:gd name="connsiteX2" fmla="*/ 0 w 2213"/>
              <a:gd name="connsiteY2" fmla="*/ 887 h 998"/>
              <a:gd name="connsiteX3" fmla="*/ 2160 w 2213"/>
              <a:gd name="connsiteY3" fmla="*/ 0 h 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3" h="998">
                <a:moveTo>
                  <a:pt x="2160" y="0"/>
                </a:moveTo>
                <a:lnTo>
                  <a:pt x="2213" y="584"/>
                </a:lnTo>
                <a:cubicBezTo>
                  <a:pt x="1672" y="1057"/>
                  <a:pt x="716" y="1074"/>
                  <a:pt x="0" y="887"/>
                </a:cubicBezTo>
                <a:lnTo>
                  <a:pt x="216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3409C9-3870-93B2-8AFC-CADB833B3055}"/>
              </a:ext>
            </a:extLst>
          </p:cNvPr>
          <p:cNvSpPr/>
          <p:nvPr/>
        </p:nvSpPr>
        <p:spPr>
          <a:xfrm>
            <a:off x="845877" y="262771"/>
            <a:ext cx="2884644" cy="91690"/>
          </a:xfrm>
          <a:prstGeom prst="rect">
            <a:avLst/>
          </a:prstGeom>
          <a:solidFill>
            <a:srgbClr val="7583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7D4B29C-ED35-7B4E-D143-CF7A5CF1D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2" t="14238" b="-1"/>
          <a:stretch/>
        </p:blipFill>
        <p:spPr>
          <a:xfrm>
            <a:off x="850755" y="267920"/>
            <a:ext cx="1148562" cy="107708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C5FFDBB-D2C1-749C-6B57-F77A691FE1F5}"/>
              </a:ext>
            </a:extLst>
          </p:cNvPr>
          <p:cNvSpPr/>
          <p:nvPr/>
        </p:nvSpPr>
        <p:spPr>
          <a:xfrm>
            <a:off x="4136813" y="262770"/>
            <a:ext cx="2880000" cy="2880000"/>
          </a:xfrm>
          <a:prstGeom prst="rect">
            <a:avLst/>
          </a:prstGeom>
          <a:gradFill>
            <a:gsLst>
              <a:gs pos="24000">
                <a:srgbClr val="D1D1D7"/>
              </a:gs>
              <a:gs pos="76000">
                <a:srgbClr val="D0D0D7"/>
              </a:gs>
              <a:gs pos="49000">
                <a:srgbClr val="AFB4BE"/>
              </a:gs>
              <a:gs pos="100000">
                <a:srgbClr val="B0B5BE"/>
              </a:gs>
              <a:gs pos="0">
                <a:srgbClr val="A3A3A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8E2B1B-1581-8F43-DA8D-1B0C4A3FA49D}"/>
              </a:ext>
            </a:extLst>
          </p:cNvPr>
          <p:cNvSpPr/>
          <p:nvPr/>
        </p:nvSpPr>
        <p:spPr>
          <a:xfrm>
            <a:off x="9678732" y="2074905"/>
            <a:ext cx="2404813" cy="519030"/>
          </a:xfrm>
          <a:prstGeom prst="rect">
            <a:avLst/>
          </a:prstGeom>
          <a:gradFill>
            <a:gsLst>
              <a:gs pos="100000">
                <a:srgbClr val="C4C5CA"/>
              </a:gs>
              <a:gs pos="12000">
                <a:srgbClr val="D1D1D7"/>
              </a:gs>
              <a:gs pos="48939">
                <a:srgbClr val="D0D0D7"/>
              </a:gs>
              <a:gs pos="31000">
                <a:srgbClr val="AFB4BE"/>
              </a:gs>
              <a:gs pos="62976">
                <a:srgbClr val="B0B5BE"/>
              </a:gs>
              <a:gs pos="82000">
                <a:srgbClr val="CCCDD3"/>
              </a:gs>
              <a:gs pos="0">
                <a:srgbClr val="A3A3A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75A45D-A71F-5B5C-BAA0-E876A22B638C}"/>
              </a:ext>
            </a:extLst>
          </p:cNvPr>
          <p:cNvSpPr/>
          <p:nvPr/>
        </p:nvSpPr>
        <p:spPr>
          <a:xfrm>
            <a:off x="4132168" y="2107878"/>
            <a:ext cx="2875355" cy="496027"/>
          </a:xfrm>
          <a:prstGeom prst="rect">
            <a:avLst/>
          </a:prstGeom>
          <a:gradFill>
            <a:gsLst>
              <a:gs pos="72000">
                <a:srgbClr val="383838"/>
              </a:gs>
              <a:gs pos="70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32FB8E-5F23-A00E-7B67-DDDBFBA30677}"/>
              </a:ext>
            </a:extLst>
          </p:cNvPr>
          <p:cNvSpPr/>
          <p:nvPr/>
        </p:nvSpPr>
        <p:spPr>
          <a:xfrm>
            <a:off x="4139211" y="359954"/>
            <a:ext cx="2880000" cy="125953"/>
          </a:xfrm>
          <a:prstGeom prst="rect">
            <a:avLst/>
          </a:prstGeom>
          <a:solidFill>
            <a:srgbClr val="FF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21ECCC-FBAC-57D0-FD35-9709C541B5BA}"/>
              </a:ext>
            </a:extLst>
          </p:cNvPr>
          <p:cNvSpPr/>
          <p:nvPr/>
        </p:nvSpPr>
        <p:spPr>
          <a:xfrm>
            <a:off x="4156341" y="261520"/>
            <a:ext cx="2860472" cy="91690"/>
          </a:xfrm>
          <a:prstGeom prst="rect">
            <a:avLst/>
          </a:prstGeom>
          <a:gradFill>
            <a:gsLst>
              <a:gs pos="100000">
                <a:srgbClr val="97AFB3"/>
              </a:gs>
              <a:gs pos="0">
                <a:srgbClr val="9DA5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E705B25-F40C-E391-BF47-77EF2D4D74C4}"/>
              </a:ext>
            </a:extLst>
          </p:cNvPr>
          <p:cNvSpPr/>
          <p:nvPr/>
        </p:nvSpPr>
        <p:spPr>
          <a:xfrm>
            <a:off x="4509730" y="1454614"/>
            <a:ext cx="128121" cy="235254"/>
          </a:xfrm>
          <a:custGeom>
            <a:avLst/>
            <a:gdLst>
              <a:gd name="connsiteX0" fmla="*/ 56235 w 128121"/>
              <a:gd name="connsiteY0" fmla="*/ 0 h 235254"/>
              <a:gd name="connsiteX1" fmla="*/ 128121 w 128121"/>
              <a:gd name="connsiteY1" fmla="*/ 0 h 235254"/>
              <a:gd name="connsiteX2" fmla="*/ 128121 w 128121"/>
              <a:gd name="connsiteY2" fmla="*/ 165226 h 235254"/>
              <a:gd name="connsiteX3" fmla="*/ 58093 w 128121"/>
              <a:gd name="connsiteY3" fmla="*/ 235254 h 235254"/>
              <a:gd name="connsiteX4" fmla="*/ 0 w 128121"/>
              <a:gd name="connsiteY4" fmla="*/ 235254 h 235254"/>
              <a:gd name="connsiteX5" fmla="*/ 0 w 128121"/>
              <a:gd name="connsiteY5" fmla="*/ 56235 h 235254"/>
              <a:gd name="connsiteX6" fmla="*/ 56235 w 128121"/>
              <a:gd name="connsiteY6" fmla="*/ 0 h 23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21" h="235254">
                <a:moveTo>
                  <a:pt x="56235" y="0"/>
                </a:moveTo>
                <a:lnTo>
                  <a:pt x="128121" y="0"/>
                </a:lnTo>
                <a:lnTo>
                  <a:pt x="128121" y="165226"/>
                </a:lnTo>
                <a:cubicBezTo>
                  <a:pt x="128121" y="203901"/>
                  <a:pt x="96768" y="235254"/>
                  <a:pt x="58093" y="235254"/>
                </a:cubicBezTo>
                <a:lnTo>
                  <a:pt x="0" y="235254"/>
                </a:lnTo>
                <a:lnTo>
                  <a:pt x="0" y="56235"/>
                </a:lnTo>
                <a:cubicBezTo>
                  <a:pt x="0" y="25177"/>
                  <a:pt x="25177" y="0"/>
                  <a:pt x="56235" y="0"/>
                </a:cubicBezTo>
                <a:close/>
              </a:path>
            </a:pathLst>
          </a:custGeom>
          <a:solidFill>
            <a:srgbClr val="FF77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1A6F98C-AF9B-368C-8EEA-C2EA09FADCFF}"/>
              </a:ext>
            </a:extLst>
          </p:cNvPr>
          <p:cNvSpPr/>
          <p:nvPr/>
        </p:nvSpPr>
        <p:spPr>
          <a:xfrm>
            <a:off x="4319196" y="1063433"/>
            <a:ext cx="318655" cy="626435"/>
          </a:xfrm>
          <a:custGeom>
            <a:avLst/>
            <a:gdLst>
              <a:gd name="connsiteX0" fmla="*/ 70028 w 318655"/>
              <a:gd name="connsiteY0" fmla="*/ 0 h 626435"/>
              <a:gd name="connsiteX1" fmla="*/ 248627 w 318655"/>
              <a:gd name="connsiteY1" fmla="*/ 0 h 626435"/>
              <a:gd name="connsiteX2" fmla="*/ 318655 w 318655"/>
              <a:gd name="connsiteY2" fmla="*/ 70028 h 626435"/>
              <a:gd name="connsiteX3" fmla="*/ 318655 w 318655"/>
              <a:gd name="connsiteY3" fmla="*/ 391181 h 626435"/>
              <a:gd name="connsiteX4" fmla="*/ 246769 w 318655"/>
              <a:gd name="connsiteY4" fmla="*/ 391181 h 626435"/>
              <a:gd name="connsiteX5" fmla="*/ 190534 w 318655"/>
              <a:gd name="connsiteY5" fmla="*/ 447416 h 626435"/>
              <a:gd name="connsiteX6" fmla="*/ 190534 w 318655"/>
              <a:gd name="connsiteY6" fmla="*/ 626435 h 626435"/>
              <a:gd name="connsiteX7" fmla="*/ 70028 w 318655"/>
              <a:gd name="connsiteY7" fmla="*/ 626435 h 626435"/>
              <a:gd name="connsiteX8" fmla="*/ 0 w 318655"/>
              <a:gd name="connsiteY8" fmla="*/ 556407 h 626435"/>
              <a:gd name="connsiteX9" fmla="*/ 0 w 318655"/>
              <a:gd name="connsiteY9" fmla="*/ 70028 h 626435"/>
              <a:gd name="connsiteX10" fmla="*/ 70028 w 318655"/>
              <a:gd name="connsiteY10" fmla="*/ 0 h 626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8655" h="626435">
                <a:moveTo>
                  <a:pt x="70028" y="0"/>
                </a:moveTo>
                <a:lnTo>
                  <a:pt x="248627" y="0"/>
                </a:lnTo>
                <a:cubicBezTo>
                  <a:pt x="287302" y="0"/>
                  <a:pt x="318655" y="31353"/>
                  <a:pt x="318655" y="70028"/>
                </a:cubicBezTo>
                <a:lnTo>
                  <a:pt x="318655" y="391181"/>
                </a:lnTo>
                <a:lnTo>
                  <a:pt x="246769" y="391181"/>
                </a:lnTo>
                <a:cubicBezTo>
                  <a:pt x="215711" y="391181"/>
                  <a:pt x="190534" y="416358"/>
                  <a:pt x="190534" y="447416"/>
                </a:cubicBezTo>
                <a:lnTo>
                  <a:pt x="190534" y="626435"/>
                </a:lnTo>
                <a:lnTo>
                  <a:pt x="70028" y="626435"/>
                </a:lnTo>
                <a:cubicBezTo>
                  <a:pt x="31353" y="626435"/>
                  <a:pt x="0" y="595082"/>
                  <a:pt x="0" y="556407"/>
                </a:cubicBezTo>
                <a:lnTo>
                  <a:pt x="0" y="70028"/>
                </a:lnTo>
                <a:cubicBezTo>
                  <a:pt x="0" y="31353"/>
                  <a:pt x="31353" y="0"/>
                  <a:pt x="70028" y="0"/>
                </a:cubicBez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7D6205D-9C04-A2C7-AF19-50F29065585B}"/>
              </a:ext>
            </a:extLst>
          </p:cNvPr>
          <p:cNvSpPr/>
          <p:nvPr/>
        </p:nvSpPr>
        <p:spPr>
          <a:xfrm>
            <a:off x="4509730" y="1454614"/>
            <a:ext cx="255893" cy="471727"/>
          </a:xfrm>
          <a:custGeom>
            <a:avLst/>
            <a:gdLst>
              <a:gd name="connsiteX0" fmla="*/ 128121 w 255893"/>
              <a:gd name="connsiteY0" fmla="*/ 0 h 471727"/>
              <a:gd name="connsiteX1" fmla="*/ 199658 w 255893"/>
              <a:gd name="connsiteY1" fmla="*/ 0 h 471727"/>
              <a:gd name="connsiteX2" fmla="*/ 255893 w 255893"/>
              <a:gd name="connsiteY2" fmla="*/ 56235 h 471727"/>
              <a:gd name="connsiteX3" fmla="*/ 255893 w 255893"/>
              <a:gd name="connsiteY3" fmla="*/ 415492 h 471727"/>
              <a:gd name="connsiteX4" fmla="*/ 199658 w 255893"/>
              <a:gd name="connsiteY4" fmla="*/ 471727 h 471727"/>
              <a:gd name="connsiteX5" fmla="*/ 56235 w 255893"/>
              <a:gd name="connsiteY5" fmla="*/ 471727 h 471727"/>
              <a:gd name="connsiteX6" fmla="*/ 0 w 255893"/>
              <a:gd name="connsiteY6" fmla="*/ 415492 h 471727"/>
              <a:gd name="connsiteX7" fmla="*/ 0 w 255893"/>
              <a:gd name="connsiteY7" fmla="*/ 235254 h 471727"/>
              <a:gd name="connsiteX8" fmla="*/ 58093 w 255893"/>
              <a:gd name="connsiteY8" fmla="*/ 235254 h 471727"/>
              <a:gd name="connsiteX9" fmla="*/ 128121 w 255893"/>
              <a:gd name="connsiteY9" fmla="*/ 165226 h 471727"/>
              <a:gd name="connsiteX10" fmla="*/ 128121 w 255893"/>
              <a:gd name="connsiteY10" fmla="*/ 0 h 47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5893" h="471727">
                <a:moveTo>
                  <a:pt x="128121" y="0"/>
                </a:moveTo>
                <a:lnTo>
                  <a:pt x="199658" y="0"/>
                </a:lnTo>
                <a:cubicBezTo>
                  <a:pt x="230716" y="0"/>
                  <a:pt x="255893" y="25177"/>
                  <a:pt x="255893" y="56235"/>
                </a:cubicBezTo>
                <a:lnTo>
                  <a:pt x="255893" y="415492"/>
                </a:lnTo>
                <a:cubicBezTo>
                  <a:pt x="255893" y="446550"/>
                  <a:pt x="230716" y="471727"/>
                  <a:pt x="199658" y="471727"/>
                </a:cubicBezTo>
                <a:lnTo>
                  <a:pt x="56235" y="471727"/>
                </a:lnTo>
                <a:cubicBezTo>
                  <a:pt x="25177" y="471727"/>
                  <a:pt x="0" y="446550"/>
                  <a:pt x="0" y="415492"/>
                </a:cubicBezTo>
                <a:lnTo>
                  <a:pt x="0" y="235254"/>
                </a:lnTo>
                <a:lnTo>
                  <a:pt x="58093" y="235254"/>
                </a:lnTo>
                <a:cubicBezTo>
                  <a:pt x="96768" y="235254"/>
                  <a:pt x="128121" y="203901"/>
                  <a:pt x="128121" y="165226"/>
                </a:cubicBezTo>
                <a:lnTo>
                  <a:pt x="128121" y="0"/>
                </a:ln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34A7512-EAC4-18EF-5EA9-5C90C26C417E}"/>
              </a:ext>
            </a:extLst>
          </p:cNvPr>
          <p:cNvSpPr/>
          <p:nvPr/>
        </p:nvSpPr>
        <p:spPr>
          <a:xfrm>
            <a:off x="4317089" y="799167"/>
            <a:ext cx="325698" cy="199882"/>
          </a:xfrm>
          <a:prstGeom prst="roundRect">
            <a:avLst>
              <a:gd name="adj" fmla="val 21976"/>
            </a:avLst>
          </a:prstGeom>
          <a:solidFill>
            <a:srgbClr val="FE3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3A68E99-7970-11B2-632C-11B44223F9FA}"/>
              </a:ext>
            </a:extLst>
          </p:cNvPr>
          <p:cNvSpPr/>
          <p:nvPr/>
        </p:nvSpPr>
        <p:spPr>
          <a:xfrm>
            <a:off x="6574733" y="1279254"/>
            <a:ext cx="129540" cy="194760"/>
          </a:xfrm>
          <a:custGeom>
            <a:avLst/>
            <a:gdLst>
              <a:gd name="connsiteX0" fmla="*/ 0 w 129540"/>
              <a:gd name="connsiteY0" fmla="*/ 0 h 194760"/>
              <a:gd name="connsiteX1" fmla="*/ 67160 w 129540"/>
              <a:gd name="connsiteY1" fmla="*/ 0 h 194760"/>
              <a:gd name="connsiteX2" fmla="*/ 129540 w 129540"/>
              <a:gd name="connsiteY2" fmla="*/ 62380 h 194760"/>
              <a:gd name="connsiteX3" fmla="*/ 129540 w 129540"/>
              <a:gd name="connsiteY3" fmla="*/ 194760 h 194760"/>
              <a:gd name="connsiteX4" fmla="*/ 50800 w 129540"/>
              <a:gd name="connsiteY4" fmla="*/ 194760 h 194760"/>
              <a:gd name="connsiteX5" fmla="*/ 0 w 129540"/>
              <a:gd name="connsiteY5" fmla="*/ 143960 h 194760"/>
              <a:gd name="connsiteX6" fmla="*/ 0 w 129540"/>
              <a:gd name="connsiteY6" fmla="*/ 0 h 1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540" h="194760">
                <a:moveTo>
                  <a:pt x="0" y="0"/>
                </a:moveTo>
                <a:lnTo>
                  <a:pt x="67160" y="0"/>
                </a:lnTo>
                <a:cubicBezTo>
                  <a:pt x="101612" y="0"/>
                  <a:pt x="129540" y="27928"/>
                  <a:pt x="129540" y="62380"/>
                </a:cubicBezTo>
                <a:lnTo>
                  <a:pt x="129540" y="194760"/>
                </a:lnTo>
                <a:lnTo>
                  <a:pt x="50800" y="194760"/>
                </a:lnTo>
                <a:cubicBezTo>
                  <a:pt x="22744" y="194760"/>
                  <a:pt x="0" y="172016"/>
                  <a:pt x="0" y="14396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7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37F5DF3-7AF0-B58B-36E7-53B9CCDC6289}"/>
              </a:ext>
            </a:extLst>
          </p:cNvPr>
          <p:cNvSpPr/>
          <p:nvPr/>
        </p:nvSpPr>
        <p:spPr>
          <a:xfrm>
            <a:off x="6574733" y="1017196"/>
            <a:ext cx="259080" cy="456819"/>
          </a:xfrm>
          <a:custGeom>
            <a:avLst/>
            <a:gdLst>
              <a:gd name="connsiteX0" fmla="*/ 50800 w 259080"/>
              <a:gd name="connsiteY0" fmla="*/ 0 h 456819"/>
              <a:gd name="connsiteX1" fmla="*/ 208280 w 259080"/>
              <a:gd name="connsiteY1" fmla="*/ 0 h 456819"/>
              <a:gd name="connsiteX2" fmla="*/ 259080 w 259080"/>
              <a:gd name="connsiteY2" fmla="*/ 50800 h 456819"/>
              <a:gd name="connsiteX3" fmla="*/ 259080 w 259080"/>
              <a:gd name="connsiteY3" fmla="*/ 406019 h 456819"/>
              <a:gd name="connsiteX4" fmla="*/ 208280 w 259080"/>
              <a:gd name="connsiteY4" fmla="*/ 456819 h 456819"/>
              <a:gd name="connsiteX5" fmla="*/ 129540 w 259080"/>
              <a:gd name="connsiteY5" fmla="*/ 456819 h 456819"/>
              <a:gd name="connsiteX6" fmla="*/ 129540 w 259080"/>
              <a:gd name="connsiteY6" fmla="*/ 324439 h 456819"/>
              <a:gd name="connsiteX7" fmla="*/ 67160 w 259080"/>
              <a:gd name="connsiteY7" fmla="*/ 262059 h 456819"/>
              <a:gd name="connsiteX8" fmla="*/ 0 w 259080"/>
              <a:gd name="connsiteY8" fmla="*/ 262059 h 456819"/>
              <a:gd name="connsiteX9" fmla="*/ 0 w 259080"/>
              <a:gd name="connsiteY9" fmla="*/ 50800 h 456819"/>
              <a:gd name="connsiteX10" fmla="*/ 50800 w 259080"/>
              <a:gd name="connsiteY10" fmla="*/ 0 h 45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080" h="456819">
                <a:moveTo>
                  <a:pt x="50800" y="0"/>
                </a:moveTo>
                <a:lnTo>
                  <a:pt x="208280" y="0"/>
                </a:lnTo>
                <a:cubicBezTo>
                  <a:pt x="236336" y="0"/>
                  <a:pt x="259080" y="22744"/>
                  <a:pt x="259080" y="50800"/>
                </a:cubicBezTo>
                <a:lnTo>
                  <a:pt x="259080" y="406019"/>
                </a:lnTo>
                <a:cubicBezTo>
                  <a:pt x="259080" y="434075"/>
                  <a:pt x="236336" y="456819"/>
                  <a:pt x="208280" y="456819"/>
                </a:cubicBezTo>
                <a:lnTo>
                  <a:pt x="129540" y="456819"/>
                </a:lnTo>
                <a:lnTo>
                  <a:pt x="129540" y="324439"/>
                </a:lnTo>
                <a:cubicBezTo>
                  <a:pt x="129540" y="289987"/>
                  <a:pt x="101612" y="262059"/>
                  <a:pt x="67160" y="262059"/>
                </a:cubicBezTo>
                <a:lnTo>
                  <a:pt x="0" y="262059"/>
                </a:ln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close/>
              </a:path>
            </a:pathLst>
          </a:custGeom>
          <a:solidFill>
            <a:srgbClr val="F646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6255001-736D-7F07-1852-6CDC13851693}"/>
              </a:ext>
            </a:extLst>
          </p:cNvPr>
          <p:cNvSpPr/>
          <p:nvPr/>
        </p:nvSpPr>
        <p:spPr>
          <a:xfrm>
            <a:off x="6386138" y="1782020"/>
            <a:ext cx="35129" cy="102970"/>
          </a:xfrm>
          <a:custGeom>
            <a:avLst/>
            <a:gdLst>
              <a:gd name="connsiteX0" fmla="*/ 0 w 35129"/>
              <a:gd name="connsiteY0" fmla="*/ 0 h 102970"/>
              <a:gd name="connsiteX1" fmla="*/ 18862 w 35129"/>
              <a:gd name="connsiteY1" fmla="*/ 0 h 102970"/>
              <a:gd name="connsiteX2" fmla="*/ 35129 w 35129"/>
              <a:gd name="connsiteY2" fmla="*/ 16267 h 102970"/>
              <a:gd name="connsiteX3" fmla="*/ 35129 w 35129"/>
              <a:gd name="connsiteY3" fmla="*/ 102970 h 102970"/>
              <a:gd name="connsiteX4" fmla="*/ 18271 w 35129"/>
              <a:gd name="connsiteY4" fmla="*/ 91604 h 102970"/>
              <a:gd name="connsiteX5" fmla="*/ 0 w 35129"/>
              <a:gd name="connsiteY5" fmla="*/ 47494 h 102970"/>
              <a:gd name="connsiteX6" fmla="*/ 0 w 35129"/>
              <a:gd name="connsiteY6" fmla="*/ 0 h 10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29" h="102970">
                <a:moveTo>
                  <a:pt x="0" y="0"/>
                </a:moveTo>
                <a:lnTo>
                  <a:pt x="18862" y="0"/>
                </a:lnTo>
                <a:cubicBezTo>
                  <a:pt x="27846" y="0"/>
                  <a:pt x="35129" y="7283"/>
                  <a:pt x="35129" y="16267"/>
                </a:cubicBezTo>
                <a:lnTo>
                  <a:pt x="35129" y="102970"/>
                </a:lnTo>
                <a:lnTo>
                  <a:pt x="18271" y="91604"/>
                </a:lnTo>
                <a:cubicBezTo>
                  <a:pt x="6982" y="80315"/>
                  <a:pt x="0" y="64720"/>
                  <a:pt x="0" y="4749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77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E09856C-9F72-25F9-2136-2B1D55DCAE3A}"/>
              </a:ext>
            </a:extLst>
          </p:cNvPr>
          <p:cNvSpPr/>
          <p:nvPr/>
        </p:nvSpPr>
        <p:spPr>
          <a:xfrm>
            <a:off x="6386138" y="1279253"/>
            <a:ext cx="318135" cy="612640"/>
          </a:xfrm>
          <a:custGeom>
            <a:avLst/>
            <a:gdLst>
              <a:gd name="connsiteX0" fmla="*/ 62380 w 318135"/>
              <a:gd name="connsiteY0" fmla="*/ 0 h 612640"/>
              <a:gd name="connsiteX1" fmla="*/ 188595 w 318135"/>
              <a:gd name="connsiteY1" fmla="*/ 0 h 612640"/>
              <a:gd name="connsiteX2" fmla="*/ 188595 w 318135"/>
              <a:gd name="connsiteY2" fmla="*/ 143960 h 612640"/>
              <a:gd name="connsiteX3" fmla="*/ 239395 w 318135"/>
              <a:gd name="connsiteY3" fmla="*/ 194760 h 612640"/>
              <a:gd name="connsiteX4" fmla="*/ 318135 w 318135"/>
              <a:gd name="connsiteY4" fmla="*/ 194760 h 612640"/>
              <a:gd name="connsiteX5" fmla="*/ 318135 w 318135"/>
              <a:gd name="connsiteY5" fmla="*/ 550260 h 612640"/>
              <a:gd name="connsiteX6" fmla="*/ 255755 w 318135"/>
              <a:gd name="connsiteY6" fmla="*/ 612640 h 612640"/>
              <a:gd name="connsiteX7" fmla="*/ 62380 w 318135"/>
              <a:gd name="connsiteY7" fmla="*/ 612640 h 612640"/>
              <a:gd name="connsiteX8" fmla="*/ 38099 w 318135"/>
              <a:gd name="connsiteY8" fmla="*/ 607738 h 612640"/>
              <a:gd name="connsiteX9" fmla="*/ 35129 w 318135"/>
              <a:gd name="connsiteY9" fmla="*/ 605736 h 612640"/>
              <a:gd name="connsiteX10" fmla="*/ 35129 w 318135"/>
              <a:gd name="connsiteY10" fmla="*/ 519033 h 612640"/>
              <a:gd name="connsiteX11" fmla="*/ 18862 w 318135"/>
              <a:gd name="connsiteY11" fmla="*/ 502766 h 612640"/>
              <a:gd name="connsiteX12" fmla="*/ 0 w 318135"/>
              <a:gd name="connsiteY12" fmla="*/ 502766 h 612640"/>
              <a:gd name="connsiteX13" fmla="*/ 0 w 318135"/>
              <a:gd name="connsiteY13" fmla="*/ 62380 h 612640"/>
              <a:gd name="connsiteX14" fmla="*/ 62380 w 318135"/>
              <a:gd name="connsiteY14" fmla="*/ 0 h 61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8135" h="612640">
                <a:moveTo>
                  <a:pt x="62380" y="0"/>
                </a:moveTo>
                <a:lnTo>
                  <a:pt x="188595" y="0"/>
                </a:lnTo>
                <a:lnTo>
                  <a:pt x="188595" y="143960"/>
                </a:lnTo>
                <a:cubicBezTo>
                  <a:pt x="188595" y="172016"/>
                  <a:pt x="211339" y="194760"/>
                  <a:pt x="239395" y="194760"/>
                </a:cubicBezTo>
                <a:lnTo>
                  <a:pt x="318135" y="194760"/>
                </a:lnTo>
                <a:lnTo>
                  <a:pt x="318135" y="550260"/>
                </a:lnTo>
                <a:cubicBezTo>
                  <a:pt x="318135" y="584712"/>
                  <a:pt x="290207" y="612640"/>
                  <a:pt x="255755" y="612640"/>
                </a:cubicBezTo>
                <a:lnTo>
                  <a:pt x="62380" y="612640"/>
                </a:lnTo>
                <a:cubicBezTo>
                  <a:pt x="53767" y="612640"/>
                  <a:pt x="45562" y="610895"/>
                  <a:pt x="38099" y="607738"/>
                </a:cubicBezTo>
                <a:lnTo>
                  <a:pt x="35129" y="605736"/>
                </a:lnTo>
                <a:lnTo>
                  <a:pt x="35129" y="519033"/>
                </a:lnTo>
                <a:cubicBezTo>
                  <a:pt x="35129" y="510049"/>
                  <a:pt x="27846" y="502766"/>
                  <a:pt x="18862" y="502766"/>
                </a:cubicBezTo>
                <a:lnTo>
                  <a:pt x="0" y="502766"/>
                </a:lnTo>
                <a:lnTo>
                  <a:pt x="0" y="62380"/>
                </a:lnTo>
                <a:cubicBezTo>
                  <a:pt x="0" y="27928"/>
                  <a:pt x="27928" y="0"/>
                  <a:pt x="62380" y="0"/>
                </a:cubicBez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A0B10F4-E8A6-FFF2-CD08-33D91F9B4CFB}"/>
              </a:ext>
            </a:extLst>
          </p:cNvPr>
          <p:cNvSpPr/>
          <p:nvPr/>
        </p:nvSpPr>
        <p:spPr>
          <a:xfrm>
            <a:off x="6323664" y="1782020"/>
            <a:ext cx="97603" cy="200677"/>
          </a:xfrm>
          <a:custGeom>
            <a:avLst/>
            <a:gdLst>
              <a:gd name="connsiteX0" fmla="*/ 16267 w 97603"/>
              <a:gd name="connsiteY0" fmla="*/ 0 h 200677"/>
              <a:gd name="connsiteX1" fmla="*/ 62474 w 97603"/>
              <a:gd name="connsiteY1" fmla="*/ 0 h 200677"/>
              <a:gd name="connsiteX2" fmla="*/ 62474 w 97603"/>
              <a:gd name="connsiteY2" fmla="*/ 47494 h 200677"/>
              <a:gd name="connsiteX3" fmla="*/ 80745 w 97603"/>
              <a:gd name="connsiteY3" fmla="*/ 91604 h 200677"/>
              <a:gd name="connsiteX4" fmla="*/ 97603 w 97603"/>
              <a:gd name="connsiteY4" fmla="*/ 102970 h 200677"/>
              <a:gd name="connsiteX5" fmla="*/ 97603 w 97603"/>
              <a:gd name="connsiteY5" fmla="*/ 184410 h 200677"/>
              <a:gd name="connsiteX6" fmla="*/ 81336 w 97603"/>
              <a:gd name="connsiteY6" fmla="*/ 200677 h 200677"/>
              <a:gd name="connsiteX7" fmla="*/ 16267 w 97603"/>
              <a:gd name="connsiteY7" fmla="*/ 200677 h 200677"/>
              <a:gd name="connsiteX8" fmla="*/ 0 w 97603"/>
              <a:gd name="connsiteY8" fmla="*/ 184410 h 200677"/>
              <a:gd name="connsiteX9" fmla="*/ 0 w 97603"/>
              <a:gd name="connsiteY9" fmla="*/ 16267 h 200677"/>
              <a:gd name="connsiteX10" fmla="*/ 16267 w 97603"/>
              <a:gd name="connsiteY10" fmla="*/ 0 h 200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603" h="200677">
                <a:moveTo>
                  <a:pt x="16267" y="0"/>
                </a:moveTo>
                <a:lnTo>
                  <a:pt x="62474" y="0"/>
                </a:lnTo>
                <a:lnTo>
                  <a:pt x="62474" y="47494"/>
                </a:lnTo>
                <a:cubicBezTo>
                  <a:pt x="62474" y="64720"/>
                  <a:pt x="69456" y="80315"/>
                  <a:pt x="80745" y="91604"/>
                </a:cubicBezTo>
                <a:lnTo>
                  <a:pt x="97603" y="102970"/>
                </a:lnTo>
                <a:lnTo>
                  <a:pt x="97603" y="184410"/>
                </a:lnTo>
                <a:cubicBezTo>
                  <a:pt x="97603" y="193394"/>
                  <a:pt x="90320" y="200677"/>
                  <a:pt x="81336" y="200677"/>
                </a:cubicBezTo>
                <a:lnTo>
                  <a:pt x="16267" y="200677"/>
                </a:lnTo>
                <a:cubicBezTo>
                  <a:pt x="7283" y="200677"/>
                  <a:pt x="0" y="193394"/>
                  <a:pt x="0" y="184410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FE3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46E17C-4DED-60E0-09B5-1A765B9AE7B1}"/>
              </a:ext>
            </a:extLst>
          </p:cNvPr>
          <p:cNvSpPr/>
          <p:nvPr/>
        </p:nvSpPr>
        <p:spPr>
          <a:xfrm>
            <a:off x="6435034" y="812068"/>
            <a:ext cx="128102" cy="199882"/>
          </a:xfrm>
          <a:prstGeom prst="roundRect">
            <a:avLst>
              <a:gd name="adj" fmla="val 11358"/>
            </a:avLst>
          </a:pr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591980D3-7FA3-6998-7F52-AD17580E6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2" t="14238" b="-1"/>
          <a:stretch/>
        </p:blipFill>
        <p:spPr>
          <a:xfrm>
            <a:off x="4139877" y="255864"/>
            <a:ext cx="1148562" cy="1077088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0253A1CB-C718-91F9-2BAF-A63BC282804C}"/>
              </a:ext>
            </a:extLst>
          </p:cNvPr>
          <p:cNvSpPr/>
          <p:nvPr/>
        </p:nvSpPr>
        <p:spPr>
          <a:xfrm>
            <a:off x="824699" y="3386853"/>
            <a:ext cx="2880000" cy="2880000"/>
          </a:xfrm>
          <a:prstGeom prst="rect">
            <a:avLst/>
          </a:prstGeom>
          <a:gradFill>
            <a:gsLst>
              <a:gs pos="24000">
                <a:srgbClr val="D1D1D7"/>
              </a:gs>
              <a:gs pos="76000">
                <a:srgbClr val="D0D0D7"/>
              </a:gs>
              <a:gs pos="49000">
                <a:srgbClr val="AFB4BE"/>
              </a:gs>
              <a:gs pos="100000">
                <a:srgbClr val="B0B5BE"/>
              </a:gs>
              <a:gs pos="0">
                <a:srgbClr val="A3A3A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6B662FCA-2DBC-1EC4-B911-A07190E70F0E}"/>
              </a:ext>
            </a:extLst>
          </p:cNvPr>
          <p:cNvSpPr/>
          <p:nvPr/>
        </p:nvSpPr>
        <p:spPr>
          <a:xfrm>
            <a:off x="2373702" y="5225696"/>
            <a:ext cx="1330997" cy="474968"/>
          </a:xfrm>
          <a:custGeom>
            <a:avLst/>
            <a:gdLst>
              <a:gd name="connsiteX0" fmla="*/ 1330997 w 1330997"/>
              <a:gd name="connsiteY0" fmla="*/ 0 h 474968"/>
              <a:gd name="connsiteX1" fmla="*/ 1330997 w 1330997"/>
              <a:gd name="connsiteY1" fmla="*/ 474968 h 474968"/>
              <a:gd name="connsiteX2" fmla="*/ 198722 w 1330997"/>
              <a:gd name="connsiteY2" fmla="*/ 471611 h 474968"/>
              <a:gd name="connsiteX3" fmla="*/ 0 w 1330997"/>
              <a:gd name="connsiteY3" fmla="*/ 3705 h 474968"/>
              <a:gd name="connsiteX4" fmla="*/ 1330997 w 1330997"/>
              <a:gd name="connsiteY4" fmla="*/ 0 h 47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997" h="474968">
                <a:moveTo>
                  <a:pt x="1330997" y="0"/>
                </a:moveTo>
                <a:lnTo>
                  <a:pt x="1330997" y="474968"/>
                </a:lnTo>
                <a:lnTo>
                  <a:pt x="198722" y="471611"/>
                </a:lnTo>
                <a:cubicBezTo>
                  <a:pt x="55340" y="318668"/>
                  <a:pt x="20124" y="171774"/>
                  <a:pt x="0" y="3705"/>
                </a:cubicBezTo>
                <a:lnTo>
                  <a:pt x="1330997" y="0"/>
                </a:lnTo>
                <a:close/>
              </a:path>
            </a:pathLst>
          </a:cu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54531B1-8F30-5A02-C724-ECA51E87CA1D}"/>
              </a:ext>
            </a:extLst>
          </p:cNvPr>
          <p:cNvSpPr/>
          <p:nvPr/>
        </p:nvSpPr>
        <p:spPr>
          <a:xfrm>
            <a:off x="839916" y="3602811"/>
            <a:ext cx="1742033" cy="1603789"/>
          </a:xfrm>
          <a:custGeom>
            <a:avLst/>
            <a:gdLst>
              <a:gd name="connsiteX0" fmla="*/ 0 w 1726784"/>
              <a:gd name="connsiteY0" fmla="*/ 0 h 1807284"/>
              <a:gd name="connsiteX1" fmla="*/ 1482088 w 1726784"/>
              <a:gd name="connsiteY1" fmla="*/ 0 h 1807284"/>
              <a:gd name="connsiteX2" fmla="*/ 1726784 w 1726784"/>
              <a:gd name="connsiteY2" fmla="*/ 1807284 h 1807284"/>
              <a:gd name="connsiteX3" fmla="*/ 1490106 w 1726784"/>
              <a:gd name="connsiteY3" fmla="*/ 1800301 h 1807284"/>
              <a:gd name="connsiteX4" fmla="*/ 1081638 w 1726784"/>
              <a:gd name="connsiteY4" fmla="*/ 429266 h 1807284"/>
              <a:gd name="connsiteX5" fmla="*/ 1079910 w 1726784"/>
              <a:gd name="connsiteY5" fmla="*/ 429529 h 1807284"/>
              <a:gd name="connsiteX6" fmla="*/ 1078427 w 1726784"/>
              <a:gd name="connsiteY6" fmla="*/ 417591 h 1807284"/>
              <a:gd name="connsiteX7" fmla="*/ 779153 w 1726784"/>
              <a:gd name="connsiteY7" fmla="*/ 219627 h 1807284"/>
              <a:gd name="connsiteX8" fmla="*/ 0 w 1726784"/>
              <a:gd name="connsiteY8" fmla="*/ 219627 h 1807284"/>
              <a:gd name="connsiteX9" fmla="*/ 0 w 1726784"/>
              <a:gd name="connsiteY9" fmla="*/ 0 h 180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6784" h="1807284">
                <a:moveTo>
                  <a:pt x="0" y="0"/>
                </a:moveTo>
                <a:lnTo>
                  <a:pt x="1482088" y="0"/>
                </a:lnTo>
                <a:lnTo>
                  <a:pt x="1726784" y="1807284"/>
                </a:lnTo>
                <a:lnTo>
                  <a:pt x="1490106" y="1800301"/>
                </a:lnTo>
                <a:lnTo>
                  <a:pt x="1081638" y="429266"/>
                </a:lnTo>
                <a:lnTo>
                  <a:pt x="1079910" y="429529"/>
                </a:lnTo>
                <a:lnTo>
                  <a:pt x="1078427" y="417591"/>
                </a:lnTo>
                <a:cubicBezTo>
                  <a:pt x="1049942" y="304614"/>
                  <a:pt x="926776" y="219627"/>
                  <a:pt x="779153" y="219627"/>
                </a:cubicBezTo>
                <a:lnTo>
                  <a:pt x="0" y="219627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1D58FB-6EDF-92C6-C587-733897FEF9AA}"/>
              </a:ext>
            </a:extLst>
          </p:cNvPr>
          <p:cNvSpPr/>
          <p:nvPr/>
        </p:nvSpPr>
        <p:spPr>
          <a:xfrm>
            <a:off x="839916" y="3473925"/>
            <a:ext cx="2880000" cy="125953"/>
          </a:xfrm>
          <a:prstGeom prst="rect">
            <a:avLst/>
          </a:prstGeom>
          <a:solidFill>
            <a:srgbClr val="FF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39D8DC9-E27C-7B8B-D8CC-B632219A71C8}"/>
              </a:ext>
            </a:extLst>
          </p:cNvPr>
          <p:cNvSpPr/>
          <p:nvPr/>
        </p:nvSpPr>
        <p:spPr>
          <a:xfrm>
            <a:off x="857046" y="3379301"/>
            <a:ext cx="2860472" cy="91690"/>
          </a:xfrm>
          <a:prstGeom prst="rect">
            <a:avLst/>
          </a:prstGeom>
          <a:gradFill>
            <a:gsLst>
              <a:gs pos="100000">
                <a:srgbClr val="97AFB3"/>
              </a:gs>
              <a:gs pos="0">
                <a:srgbClr val="9DA5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D4D95EB-67D9-49DB-DC24-D5AD6EAE62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2" t="14238" b="-1"/>
          <a:stretch/>
        </p:blipFill>
        <p:spPr>
          <a:xfrm>
            <a:off x="840568" y="3382591"/>
            <a:ext cx="1148562" cy="1077088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B28BB166-1BB5-3AB1-A838-037940122664}"/>
              </a:ext>
            </a:extLst>
          </p:cNvPr>
          <p:cNvSpPr/>
          <p:nvPr/>
        </p:nvSpPr>
        <p:spPr>
          <a:xfrm>
            <a:off x="4096038" y="3407362"/>
            <a:ext cx="2880000" cy="2880000"/>
          </a:xfrm>
          <a:prstGeom prst="rect">
            <a:avLst/>
          </a:prstGeom>
          <a:gradFill>
            <a:gsLst>
              <a:gs pos="24000">
                <a:srgbClr val="D1D1D7"/>
              </a:gs>
              <a:gs pos="76000">
                <a:srgbClr val="D0D0D7"/>
              </a:gs>
              <a:gs pos="49000">
                <a:srgbClr val="AFB4BE"/>
              </a:gs>
              <a:gs pos="100000">
                <a:srgbClr val="B0B5BE"/>
              </a:gs>
              <a:gs pos="0">
                <a:srgbClr val="A3A3A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05ED3F45-D649-4D87-C072-8D099855F33F}"/>
              </a:ext>
            </a:extLst>
          </p:cNvPr>
          <p:cNvSpPr/>
          <p:nvPr/>
        </p:nvSpPr>
        <p:spPr>
          <a:xfrm>
            <a:off x="5645041" y="5246205"/>
            <a:ext cx="1330997" cy="474968"/>
          </a:xfrm>
          <a:custGeom>
            <a:avLst/>
            <a:gdLst>
              <a:gd name="connsiteX0" fmla="*/ 1330997 w 1330997"/>
              <a:gd name="connsiteY0" fmla="*/ 0 h 474968"/>
              <a:gd name="connsiteX1" fmla="*/ 1330997 w 1330997"/>
              <a:gd name="connsiteY1" fmla="*/ 474968 h 474968"/>
              <a:gd name="connsiteX2" fmla="*/ 198722 w 1330997"/>
              <a:gd name="connsiteY2" fmla="*/ 471611 h 474968"/>
              <a:gd name="connsiteX3" fmla="*/ 0 w 1330997"/>
              <a:gd name="connsiteY3" fmla="*/ 3705 h 474968"/>
              <a:gd name="connsiteX4" fmla="*/ 1330997 w 1330997"/>
              <a:gd name="connsiteY4" fmla="*/ 0 h 47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997" h="474968">
                <a:moveTo>
                  <a:pt x="1330997" y="0"/>
                </a:moveTo>
                <a:lnTo>
                  <a:pt x="1330997" y="474968"/>
                </a:lnTo>
                <a:lnTo>
                  <a:pt x="198722" y="471611"/>
                </a:lnTo>
                <a:cubicBezTo>
                  <a:pt x="55340" y="318668"/>
                  <a:pt x="20124" y="171774"/>
                  <a:pt x="0" y="3705"/>
                </a:cubicBezTo>
                <a:lnTo>
                  <a:pt x="1330997" y="0"/>
                </a:lnTo>
                <a:close/>
              </a:path>
            </a:pathLst>
          </a:cu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91058EA0-41EB-1C7F-D656-D5EF6CD3DB36}"/>
              </a:ext>
            </a:extLst>
          </p:cNvPr>
          <p:cNvSpPr/>
          <p:nvPr/>
        </p:nvSpPr>
        <p:spPr>
          <a:xfrm>
            <a:off x="4111255" y="3623320"/>
            <a:ext cx="1742033" cy="1603789"/>
          </a:xfrm>
          <a:custGeom>
            <a:avLst/>
            <a:gdLst>
              <a:gd name="connsiteX0" fmla="*/ 0 w 1726784"/>
              <a:gd name="connsiteY0" fmla="*/ 0 h 1807284"/>
              <a:gd name="connsiteX1" fmla="*/ 1482088 w 1726784"/>
              <a:gd name="connsiteY1" fmla="*/ 0 h 1807284"/>
              <a:gd name="connsiteX2" fmla="*/ 1726784 w 1726784"/>
              <a:gd name="connsiteY2" fmla="*/ 1807284 h 1807284"/>
              <a:gd name="connsiteX3" fmla="*/ 1490106 w 1726784"/>
              <a:gd name="connsiteY3" fmla="*/ 1800301 h 1807284"/>
              <a:gd name="connsiteX4" fmla="*/ 1081638 w 1726784"/>
              <a:gd name="connsiteY4" fmla="*/ 429266 h 1807284"/>
              <a:gd name="connsiteX5" fmla="*/ 1079910 w 1726784"/>
              <a:gd name="connsiteY5" fmla="*/ 429529 h 1807284"/>
              <a:gd name="connsiteX6" fmla="*/ 1078427 w 1726784"/>
              <a:gd name="connsiteY6" fmla="*/ 417591 h 1807284"/>
              <a:gd name="connsiteX7" fmla="*/ 779153 w 1726784"/>
              <a:gd name="connsiteY7" fmla="*/ 219627 h 1807284"/>
              <a:gd name="connsiteX8" fmla="*/ 0 w 1726784"/>
              <a:gd name="connsiteY8" fmla="*/ 219627 h 1807284"/>
              <a:gd name="connsiteX9" fmla="*/ 0 w 1726784"/>
              <a:gd name="connsiteY9" fmla="*/ 0 h 180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6784" h="1807284">
                <a:moveTo>
                  <a:pt x="0" y="0"/>
                </a:moveTo>
                <a:lnTo>
                  <a:pt x="1482088" y="0"/>
                </a:lnTo>
                <a:lnTo>
                  <a:pt x="1726784" y="1807284"/>
                </a:lnTo>
                <a:lnTo>
                  <a:pt x="1490106" y="1800301"/>
                </a:lnTo>
                <a:lnTo>
                  <a:pt x="1081638" y="429266"/>
                </a:lnTo>
                <a:lnTo>
                  <a:pt x="1079910" y="429529"/>
                </a:lnTo>
                <a:lnTo>
                  <a:pt x="1078427" y="417591"/>
                </a:lnTo>
                <a:cubicBezTo>
                  <a:pt x="1049942" y="304614"/>
                  <a:pt x="926776" y="219627"/>
                  <a:pt x="779153" y="219627"/>
                </a:cubicBezTo>
                <a:lnTo>
                  <a:pt x="0" y="219627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AF2D71B-F3EC-DC1E-3EA1-C36BCC4B44F0}"/>
              </a:ext>
            </a:extLst>
          </p:cNvPr>
          <p:cNvSpPr/>
          <p:nvPr/>
        </p:nvSpPr>
        <p:spPr>
          <a:xfrm>
            <a:off x="4111255" y="3494434"/>
            <a:ext cx="2880000" cy="125953"/>
          </a:xfrm>
          <a:prstGeom prst="rect">
            <a:avLst/>
          </a:prstGeom>
          <a:solidFill>
            <a:srgbClr val="FF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A52AC48-EA98-D4F2-4F14-B7DE7A9D4F22}"/>
              </a:ext>
            </a:extLst>
          </p:cNvPr>
          <p:cNvSpPr/>
          <p:nvPr/>
        </p:nvSpPr>
        <p:spPr>
          <a:xfrm>
            <a:off x="4128385" y="3399810"/>
            <a:ext cx="2860472" cy="91690"/>
          </a:xfrm>
          <a:prstGeom prst="rect">
            <a:avLst/>
          </a:prstGeom>
          <a:gradFill>
            <a:gsLst>
              <a:gs pos="100000">
                <a:srgbClr val="97AFB3"/>
              </a:gs>
              <a:gs pos="0">
                <a:srgbClr val="9DA5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85406C15-059D-2EB0-54C0-A350F3497D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2" t="14238" b="-1"/>
          <a:stretch/>
        </p:blipFill>
        <p:spPr>
          <a:xfrm>
            <a:off x="4111907" y="3403100"/>
            <a:ext cx="1148562" cy="1077088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C1FE0F70-1913-E313-0D67-CDE3A4FBE749}"/>
              </a:ext>
            </a:extLst>
          </p:cNvPr>
          <p:cNvSpPr/>
          <p:nvPr/>
        </p:nvSpPr>
        <p:spPr>
          <a:xfrm rot="10800000">
            <a:off x="4108448" y="5824144"/>
            <a:ext cx="1798575" cy="352980"/>
          </a:xfrm>
          <a:prstGeom prst="rect">
            <a:avLst/>
          </a:prstGeom>
          <a:gradFill>
            <a:gsLst>
              <a:gs pos="23000">
                <a:srgbClr val="FF2D2D"/>
              </a:gs>
              <a:gs pos="24000">
                <a:srgbClr val="C1D9D7"/>
              </a:gs>
            </a:gsLst>
            <a:lin ang="0" scaled="0"/>
          </a:gradFill>
          <a:ln>
            <a:noFill/>
          </a:ln>
          <a:effectLst>
            <a:outerShdw blurRad="50800" dist="38100" dir="156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84373140-63A0-4B20-26D0-42D8A75D0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484" y="2915369"/>
            <a:ext cx="3395546" cy="705018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81EE5F16-B4F9-4C43-823A-AC1C4B1CD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6813" y="5862125"/>
            <a:ext cx="1330159" cy="27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75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0BC2E-F719-4907-3FA6-306B96435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2778BC-B994-9B9C-D538-81A6744BBAE2}"/>
              </a:ext>
            </a:extLst>
          </p:cNvPr>
          <p:cNvSpPr/>
          <p:nvPr/>
        </p:nvSpPr>
        <p:spPr>
          <a:xfrm>
            <a:off x="3206157" y="97274"/>
            <a:ext cx="5760000" cy="5760000"/>
          </a:xfrm>
          <a:prstGeom prst="rect">
            <a:avLst/>
          </a:prstGeom>
          <a:gradFill>
            <a:gsLst>
              <a:gs pos="100000">
                <a:srgbClr val="C4C5CA"/>
              </a:gs>
              <a:gs pos="12000">
                <a:srgbClr val="D1D1D7"/>
              </a:gs>
              <a:gs pos="48939">
                <a:srgbClr val="D0D0D7"/>
              </a:gs>
              <a:gs pos="31000">
                <a:srgbClr val="AFB4BE"/>
              </a:gs>
              <a:gs pos="62976">
                <a:srgbClr val="B0B5BE"/>
              </a:gs>
              <a:gs pos="82000">
                <a:srgbClr val="CCCDD3"/>
              </a:gs>
              <a:gs pos="0">
                <a:srgbClr val="A3A3A7"/>
              </a:gs>
            </a:gsLst>
            <a:lin ang="0" scaled="0"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44B7AA-7421-1DD9-46A5-D55E1BAE2331}"/>
              </a:ext>
            </a:extLst>
          </p:cNvPr>
          <p:cNvSpPr/>
          <p:nvPr/>
        </p:nvSpPr>
        <p:spPr>
          <a:xfrm>
            <a:off x="6089903" y="97274"/>
            <a:ext cx="2880000" cy="2880000"/>
          </a:xfrm>
          <a:prstGeom prst="rect">
            <a:avLst/>
          </a:prstGeom>
          <a:gradFill>
            <a:gsLst>
              <a:gs pos="56000">
                <a:srgbClr val="AFB3B5"/>
              </a:gs>
              <a:gs pos="10000">
                <a:srgbClr val="E4E4E1"/>
              </a:gs>
              <a:gs pos="16000">
                <a:srgbClr val="D1D3D0"/>
              </a:gs>
              <a:gs pos="0">
                <a:srgbClr val="93969A"/>
              </a:gs>
              <a:gs pos="100000">
                <a:srgbClr val="BABBB1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1B5EC27-081F-15F3-748A-1DAF1F4CFF60}"/>
              </a:ext>
            </a:extLst>
          </p:cNvPr>
          <p:cNvSpPr/>
          <p:nvPr/>
        </p:nvSpPr>
        <p:spPr>
          <a:xfrm>
            <a:off x="7119806" y="666801"/>
            <a:ext cx="666750" cy="944880"/>
          </a:xfrm>
          <a:custGeom>
            <a:avLst/>
            <a:gdLst>
              <a:gd name="connsiteX0" fmla="*/ 0 w 544830"/>
              <a:gd name="connsiteY0" fmla="*/ 0 h 419100"/>
              <a:gd name="connsiteX1" fmla="*/ 544830 w 544830"/>
              <a:gd name="connsiteY1" fmla="*/ 0 h 419100"/>
              <a:gd name="connsiteX2" fmla="*/ 544830 w 544830"/>
              <a:gd name="connsiteY2" fmla="*/ 419100 h 419100"/>
              <a:gd name="connsiteX3" fmla="*/ 0 w 544830"/>
              <a:gd name="connsiteY3" fmla="*/ 419100 h 419100"/>
              <a:gd name="connsiteX4" fmla="*/ 0 w 544830"/>
              <a:gd name="connsiteY4" fmla="*/ 0 h 41910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544830 w 662940"/>
              <a:gd name="connsiteY2" fmla="*/ 105918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1059180"/>
              <a:gd name="connsiteX1" fmla="*/ 662940 w 662940"/>
              <a:gd name="connsiteY1" fmla="*/ 0 h 1059180"/>
              <a:gd name="connsiteX2" fmla="*/ 647700 w 662940"/>
              <a:gd name="connsiteY2" fmla="*/ 941070 h 1059180"/>
              <a:gd name="connsiteX3" fmla="*/ 0 w 662940"/>
              <a:gd name="connsiteY3" fmla="*/ 1059180 h 1059180"/>
              <a:gd name="connsiteX4" fmla="*/ 0 w 662940"/>
              <a:gd name="connsiteY4" fmla="*/ 640080 h 105918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407670 w 662940"/>
              <a:gd name="connsiteY3" fmla="*/ 781050 h 941070"/>
              <a:gd name="connsiteX4" fmla="*/ 0 w 662940"/>
              <a:gd name="connsiteY4" fmla="*/ 640080 h 941070"/>
              <a:gd name="connsiteX0" fmla="*/ 0 w 662940"/>
              <a:gd name="connsiteY0" fmla="*/ 640080 h 941070"/>
              <a:gd name="connsiteX1" fmla="*/ 662940 w 662940"/>
              <a:gd name="connsiteY1" fmla="*/ 0 h 941070"/>
              <a:gd name="connsiteX2" fmla="*/ 647700 w 662940"/>
              <a:gd name="connsiteY2" fmla="*/ 941070 h 941070"/>
              <a:gd name="connsiteX3" fmla="*/ 297180 w 662940"/>
              <a:gd name="connsiteY3" fmla="*/ 941070 h 941070"/>
              <a:gd name="connsiteX4" fmla="*/ 0 w 662940"/>
              <a:gd name="connsiteY4" fmla="*/ 640080 h 941070"/>
              <a:gd name="connsiteX0" fmla="*/ 0 w 662940"/>
              <a:gd name="connsiteY0" fmla="*/ 640080 h 944880"/>
              <a:gd name="connsiteX1" fmla="*/ 662940 w 662940"/>
              <a:gd name="connsiteY1" fmla="*/ 0 h 944880"/>
              <a:gd name="connsiteX2" fmla="*/ 647700 w 662940"/>
              <a:gd name="connsiteY2" fmla="*/ 941070 h 944880"/>
              <a:gd name="connsiteX3" fmla="*/ 293370 w 662940"/>
              <a:gd name="connsiteY3" fmla="*/ 944880 h 944880"/>
              <a:gd name="connsiteX4" fmla="*/ 0 w 66294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107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  <a:gd name="connsiteX0" fmla="*/ 0 w 666750"/>
              <a:gd name="connsiteY0" fmla="*/ 640080 h 944880"/>
              <a:gd name="connsiteX1" fmla="*/ 662940 w 666750"/>
              <a:gd name="connsiteY1" fmla="*/ 0 h 944880"/>
              <a:gd name="connsiteX2" fmla="*/ 666750 w 666750"/>
              <a:gd name="connsiteY2" fmla="*/ 944880 h 944880"/>
              <a:gd name="connsiteX3" fmla="*/ 293370 w 666750"/>
              <a:gd name="connsiteY3" fmla="*/ 944880 h 944880"/>
              <a:gd name="connsiteX4" fmla="*/ 0 w 666750"/>
              <a:gd name="connsiteY4" fmla="*/ 6400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750" h="944880">
                <a:moveTo>
                  <a:pt x="0" y="640080"/>
                </a:moveTo>
                <a:lnTo>
                  <a:pt x="662940" y="0"/>
                </a:lnTo>
                <a:lnTo>
                  <a:pt x="666750" y="944880"/>
                </a:lnTo>
                <a:lnTo>
                  <a:pt x="293370" y="944880"/>
                </a:lnTo>
                <a:lnTo>
                  <a:pt x="0" y="64008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BDC423-E28F-D9C2-4F94-E71D9A5472BC}"/>
              </a:ext>
            </a:extLst>
          </p:cNvPr>
          <p:cNvSpPr/>
          <p:nvPr/>
        </p:nvSpPr>
        <p:spPr>
          <a:xfrm>
            <a:off x="7779571" y="666801"/>
            <a:ext cx="1197245" cy="9448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5AC7BA6-FB57-FDE6-0999-FE0C5205A590}"/>
              </a:ext>
            </a:extLst>
          </p:cNvPr>
          <p:cNvSpPr/>
          <p:nvPr/>
        </p:nvSpPr>
        <p:spPr>
          <a:xfrm>
            <a:off x="7204346" y="719188"/>
            <a:ext cx="606975" cy="840105"/>
          </a:xfrm>
          <a:custGeom>
            <a:avLst/>
            <a:gdLst>
              <a:gd name="connsiteX0" fmla="*/ 0 w 589830"/>
              <a:gd name="connsiteY0" fmla="*/ 0 h 251460"/>
              <a:gd name="connsiteX1" fmla="*/ 589830 w 589830"/>
              <a:gd name="connsiteY1" fmla="*/ 0 h 251460"/>
              <a:gd name="connsiteX2" fmla="*/ 589830 w 589830"/>
              <a:gd name="connsiteY2" fmla="*/ 251460 h 251460"/>
              <a:gd name="connsiteX3" fmla="*/ 0 w 589830"/>
              <a:gd name="connsiteY3" fmla="*/ 251460 h 251460"/>
              <a:gd name="connsiteX4" fmla="*/ 0 w 589830"/>
              <a:gd name="connsiteY4" fmla="*/ 0 h 251460"/>
              <a:gd name="connsiteX0" fmla="*/ 0 w 603165"/>
              <a:gd name="connsiteY0" fmla="*/ 607695 h 859155"/>
              <a:gd name="connsiteX1" fmla="*/ 603165 w 603165"/>
              <a:gd name="connsiteY1" fmla="*/ 0 h 859155"/>
              <a:gd name="connsiteX2" fmla="*/ 589830 w 603165"/>
              <a:gd name="connsiteY2" fmla="*/ 859155 h 859155"/>
              <a:gd name="connsiteX3" fmla="*/ 0 w 603165"/>
              <a:gd name="connsiteY3" fmla="*/ 859155 h 859155"/>
              <a:gd name="connsiteX4" fmla="*/ 0 w 603165"/>
              <a:gd name="connsiteY4" fmla="*/ 607695 h 859155"/>
              <a:gd name="connsiteX0" fmla="*/ 0 w 597450"/>
              <a:gd name="connsiteY0" fmla="*/ 582930 h 834390"/>
              <a:gd name="connsiteX1" fmla="*/ 597450 w 597450"/>
              <a:gd name="connsiteY1" fmla="*/ 0 h 834390"/>
              <a:gd name="connsiteX2" fmla="*/ 589830 w 597450"/>
              <a:gd name="connsiteY2" fmla="*/ 834390 h 834390"/>
              <a:gd name="connsiteX3" fmla="*/ 0 w 597450"/>
              <a:gd name="connsiteY3" fmla="*/ 834390 h 834390"/>
              <a:gd name="connsiteX4" fmla="*/ 0 w 597450"/>
              <a:gd name="connsiteY4" fmla="*/ 582930 h 834390"/>
              <a:gd name="connsiteX0" fmla="*/ 0 w 589830"/>
              <a:gd name="connsiteY0" fmla="*/ 537210 h 788670"/>
              <a:gd name="connsiteX1" fmla="*/ 582210 w 589830"/>
              <a:gd name="connsiteY1" fmla="*/ 0 h 788670"/>
              <a:gd name="connsiteX2" fmla="*/ 589830 w 589830"/>
              <a:gd name="connsiteY2" fmla="*/ 788670 h 788670"/>
              <a:gd name="connsiteX3" fmla="*/ 0 w 589830"/>
              <a:gd name="connsiteY3" fmla="*/ 788670 h 788670"/>
              <a:gd name="connsiteX4" fmla="*/ 0 w 589830"/>
              <a:gd name="connsiteY4" fmla="*/ 537210 h 788670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0 w 605070"/>
              <a:gd name="connsiteY3" fmla="*/ 840105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0980 w 605070"/>
              <a:gd name="connsiteY3" fmla="*/ 830580 h 840105"/>
              <a:gd name="connsiteX4" fmla="*/ 0 w 605070"/>
              <a:gd name="connsiteY4" fmla="*/ 588645 h 840105"/>
              <a:gd name="connsiteX0" fmla="*/ 0 w 605070"/>
              <a:gd name="connsiteY0" fmla="*/ 588645 h 840105"/>
              <a:gd name="connsiteX1" fmla="*/ 605070 w 605070"/>
              <a:gd name="connsiteY1" fmla="*/ 0 h 840105"/>
              <a:gd name="connsiteX2" fmla="*/ 589830 w 605070"/>
              <a:gd name="connsiteY2" fmla="*/ 840105 h 840105"/>
              <a:gd name="connsiteX3" fmla="*/ 226695 w 605070"/>
              <a:gd name="connsiteY3" fmla="*/ 834390 h 840105"/>
              <a:gd name="connsiteX4" fmla="*/ 0 w 605070"/>
              <a:gd name="connsiteY4" fmla="*/ 588645 h 840105"/>
              <a:gd name="connsiteX0" fmla="*/ 0 w 606975"/>
              <a:gd name="connsiteY0" fmla="*/ 588645 h 840105"/>
              <a:gd name="connsiteX1" fmla="*/ 605070 w 606975"/>
              <a:gd name="connsiteY1" fmla="*/ 0 h 840105"/>
              <a:gd name="connsiteX2" fmla="*/ 606975 w 606975"/>
              <a:gd name="connsiteY2" fmla="*/ 840105 h 840105"/>
              <a:gd name="connsiteX3" fmla="*/ 226695 w 606975"/>
              <a:gd name="connsiteY3" fmla="*/ 834390 h 840105"/>
              <a:gd name="connsiteX4" fmla="*/ 0 w 606975"/>
              <a:gd name="connsiteY4" fmla="*/ 588645 h 8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75" h="840105">
                <a:moveTo>
                  <a:pt x="0" y="588645"/>
                </a:moveTo>
                <a:lnTo>
                  <a:pt x="605070" y="0"/>
                </a:lnTo>
                <a:lnTo>
                  <a:pt x="606975" y="840105"/>
                </a:lnTo>
                <a:lnTo>
                  <a:pt x="226695" y="834390"/>
                </a:lnTo>
                <a:lnTo>
                  <a:pt x="0" y="588645"/>
                </a:lnTo>
                <a:close/>
              </a:path>
            </a:pathLst>
          </a:cu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B59E84-7907-5B2F-69D0-D1B5333E8F0E}"/>
              </a:ext>
            </a:extLst>
          </p:cNvPr>
          <p:cNvSpPr/>
          <p:nvPr/>
        </p:nvSpPr>
        <p:spPr>
          <a:xfrm>
            <a:off x="7806241" y="719188"/>
            <a:ext cx="1170575" cy="840105"/>
          </a:xfrm>
          <a:prstGeom prst="rect">
            <a:avLst/>
          </a:prstGeom>
          <a:solidFill>
            <a:srgbClr val="FFF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24FE17D-BFE8-3EF3-A5CD-C40BFE547B30}"/>
              </a:ext>
            </a:extLst>
          </p:cNvPr>
          <p:cNvSpPr/>
          <p:nvPr/>
        </p:nvSpPr>
        <p:spPr>
          <a:xfrm>
            <a:off x="7314201" y="814437"/>
            <a:ext cx="497120" cy="649606"/>
          </a:xfrm>
          <a:custGeom>
            <a:avLst/>
            <a:gdLst>
              <a:gd name="connsiteX0" fmla="*/ 0 w 340910"/>
              <a:gd name="connsiteY0" fmla="*/ 0 h 649606"/>
              <a:gd name="connsiteX1" fmla="*/ 340910 w 340910"/>
              <a:gd name="connsiteY1" fmla="*/ 0 h 649606"/>
              <a:gd name="connsiteX2" fmla="*/ 340910 w 340910"/>
              <a:gd name="connsiteY2" fmla="*/ 649606 h 649606"/>
              <a:gd name="connsiteX3" fmla="*/ 0 w 340910"/>
              <a:gd name="connsiteY3" fmla="*/ 649606 h 649606"/>
              <a:gd name="connsiteX4" fmla="*/ 0 w 340910"/>
              <a:gd name="connsiteY4" fmla="*/ 0 h 649606"/>
              <a:gd name="connsiteX0" fmla="*/ 0 w 497120"/>
              <a:gd name="connsiteY0" fmla="*/ 483870 h 649606"/>
              <a:gd name="connsiteX1" fmla="*/ 497120 w 497120"/>
              <a:gd name="connsiteY1" fmla="*/ 0 h 649606"/>
              <a:gd name="connsiteX2" fmla="*/ 497120 w 497120"/>
              <a:gd name="connsiteY2" fmla="*/ 649606 h 649606"/>
              <a:gd name="connsiteX3" fmla="*/ 156210 w 497120"/>
              <a:gd name="connsiteY3" fmla="*/ 649606 h 649606"/>
              <a:gd name="connsiteX4" fmla="*/ 0 w 497120"/>
              <a:gd name="connsiteY4" fmla="*/ 483870 h 64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120" h="649606">
                <a:moveTo>
                  <a:pt x="0" y="483870"/>
                </a:moveTo>
                <a:lnTo>
                  <a:pt x="497120" y="0"/>
                </a:lnTo>
                <a:lnTo>
                  <a:pt x="497120" y="649606"/>
                </a:lnTo>
                <a:lnTo>
                  <a:pt x="156210" y="649606"/>
                </a:lnTo>
                <a:lnTo>
                  <a:pt x="0" y="483870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E63F89-28B9-8629-3201-2FB0CA1E1480}"/>
              </a:ext>
            </a:extLst>
          </p:cNvPr>
          <p:cNvSpPr/>
          <p:nvPr/>
        </p:nvSpPr>
        <p:spPr>
          <a:xfrm>
            <a:off x="7811321" y="814437"/>
            <a:ext cx="1165495" cy="649605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A5660B-0308-2833-F531-CD24209043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685"/>
          <a:stretch/>
        </p:blipFill>
        <p:spPr>
          <a:xfrm rot="10800000">
            <a:off x="6096000" y="1003989"/>
            <a:ext cx="1022989" cy="944962"/>
          </a:xfrm>
          <a:prstGeom prst="rect">
            <a:avLst/>
          </a:prstGeom>
        </p:spPr>
      </p:pic>
      <p:sp>
        <p:nvSpPr>
          <p:cNvPr id="20" name="正方形/長方形 5">
            <a:extLst>
              <a:ext uri="{FF2B5EF4-FFF2-40B4-BE49-F238E27FC236}">
                <a16:creationId xmlns:a16="http://schemas.microsoft.com/office/drawing/2014/main" id="{A45AA960-12E6-0386-8D64-B339BA85D2BF}"/>
              </a:ext>
            </a:extLst>
          </p:cNvPr>
          <p:cNvSpPr/>
          <p:nvPr/>
        </p:nvSpPr>
        <p:spPr>
          <a:xfrm>
            <a:off x="3205851" y="584213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正方形/長方形 5">
            <a:extLst>
              <a:ext uri="{FF2B5EF4-FFF2-40B4-BE49-F238E27FC236}">
                <a16:creationId xmlns:a16="http://schemas.microsoft.com/office/drawing/2014/main" id="{827B08BD-21FA-F6D3-ABA6-2D86748882CC}"/>
              </a:ext>
            </a:extLst>
          </p:cNvPr>
          <p:cNvSpPr/>
          <p:nvPr/>
        </p:nvSpPr>
        <p:spPr>
          <a:xfrm>
            <a:off x="3209236" y="1201914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2" name="正方形/長方形 2056">
            <a:extLst>
              <a:ext uri="{FF2B5EF4-FFF2-40B4-BE49-F238E27FC236}">
                <a16:creationId xmlns:a16="http://schemas.microsoft.com/office/drawing/2014/main" id="{C2F9838C-E7BA-A967-7D8B-E0D9EEFFADBA}"/>
              </a:ext>
            </a:extLst>
          </p:cNvPr>
          <p:cNvSpPr/>
          <p:nvPr/>
        </p:nvSpPr>
        <p:spPr>
          <a:xfrm>
            <a:off x="3202346" y="636619"/>
            <a:ext cx="2886269" cy="555172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3" name="正方形/長方形 2051">
            <a:extLst>
              <a:ext uri="{FF2B5EF4-FFF2-40B4-BE49-F238E27FC236}">
                <a16:creationId xmlns:a16="http://schemas.microsoft.com/office/drawing/2014/main" id="{7FD8DF32-572A-7E31-D9B3-2A6A95BE7663}"/>
              </a:ext>
            </a:extLst>
          </p:cNvPr>
          <p:cNvSpPr/>
          <p:nvPr/>
        </p:nvSpPr>
        <p:spPr>
          <a:xfrm>
            <a:off x="3582889" y="1259419"/>
            <a:ext cx="1053793" cy="555172"/>
          </a:xfrm>
          <a:custGeom>
            <a:avLst/>
            <a:gdLst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52376 w 252376"/>
              <a:gd name="connsiteY2" fmla="*/ 221174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10466 w 252376"/>
              <a:gd name="connsiteY2" fmla="*/ 219269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73331"/>
              <a:gd name="connsiteY0" fmla="*/ 1905 h 223079"/>
              <a:gd name="connsiteX1" fmla="*/ 273331 w 273331"/>
              <a:gd name="connsiteY1" fmla="*/ 0 h 223079"/>
              <a:gd name="connsiteX2" fmla="*/ 210466 w 273331"/>
              <a:gd name="connsiteY2" fmla="*/ 221174 h 223079"/>
              <a:gd name="connsiteX3" fmla="*/ 0 w 273331"/>
              <a:gd name="connsiteY3" fmla="*/ 223079 h 223079"/>
              <a:gd name="connsiteX4" fmla="*/ 0 w 273331"/>
              <a:gd name="connsiteY4" fmla="*/ 1905 h 223079"/>
              <a:gd name="connsiteX0" fmla="*/ 0 w 269521"/>
              <a:gd name="connsiteY0" fmla="*/ 0 h 221174"/>
              <a:gd name="connsiteX1" fmla="*/ 269521 w 269521"/>
              <a:gd name="connsiteY1" fmla="*/ 0 h 221174"/>
              <a:gd name="connsiteX2" fmla="*/ 210466 w 269521"/>
              <a:gd name="connsiteY2" fmla="*/ 219269 h 221174"/>
              <a:gd name="connsiteX3" fmla="*/ 0 w 269521"/>
              <a:gd name="connsiteY3" fmla="*/ 221174 h 221174"/>
              <a:gd name="connsiteX4" fmla="*/ 0 w 269521"/>
              <a:gd name="connsiteY4" fmla="*/ 0 h 221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521" h="221174">
                <a:moveTo>
                  <a:pt x="0" y="0"/>
                </a:moveTo>
                <a:lnTo>
                  <a:pt x="269521" y="0"/>
                </a:lnTo>
                <a:lnTo>
                  <a:pt x="210466" y="219269"/>
                </a:lnTo>
                <a:lnTo>
                  <a:pt x="0" y="221174"/>
                </a:lnTo>
                <a:lnTo>
                  <a:pt x="0" y="0"/>
                </a:lnTo>
                <a:close/>
              </a:path>
            </a:pathLst>
          </a:cu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0" name="正方形/長方形 2056">
            <a:extLst>
              <a:ext uri="{FF2B5EF4-FFF2-40B4-BE49-F238E27FC236}">
                <a16:creationId xmlns:a16="http://schemas.microsoft.com/office/drawing/2014/main" id="{1B43CCA5-6367-BEDD-8F12-BF1560E6F8BF}"/>
              </a:ext>
            </a:extLst>
          </p:cNvPr>
          <p:cNvSpPr/>
          <p:nvPr/>
        </p:nvSpPr>
        <p:spPr>
          <a:xfrm>
            <a:off x="3201960" y="1260590"/>
            <a:ext cx="380929" cy="555172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正方形/長方形 5">
            <a:extLst>
              <a:ext uri="{FF2B5EF4-FFF2-40B4-BE49-F238E27FC236}">
                <a16:creationId xmlns:a16="http://schemas.microsoft.com/office/drawing/2014/main" id="{31B3B351-804D-1B79-AEEE-EE06184F366E}"/>
              </a:ext>
            </a:extLst>
          </p:cNvPr>
          <p:cNvSpPr/>
          <p:nvPr/>
        </p:nvSpPr>
        <p:spPr>
          <a:xfrm>
            <a:off x="3214492" y="1804439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CB9DDAE-6CB9-300D-96D3-8CF876072811}"/>
              </a:ext>
            </a:extLst>
          </p:cNvPr>
          <p:cNvSpPr/>
          <p:nvPr/>
        </p:nvSpPr>
        <p:spPr>
          <a:xfrm>
            <a:off x="3224139" y="2973788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正方形/長方形 5">
            <a:extLst>
              <a:ext uri="{FF2B5EF4-FFF2-40B4-BE49-F238E27FC236}">
                <a16:creationId xmlns:a16="http://schemas.microsoft.com/office/drawing/2014/main" id="{CD122256-3B16-E65F-CB40-24A68C7249A2}"/>
              </a:ext>
            </a:extLst>
          </p:cNvPr>
          <p:cNvSpPr/>
          <p:nvPr/>
        </p:nvSpPr>
        <p:spPr>
          <a:xfrm>
            <a:off x="3215478" y="119679"/>
            <a:ext cx="2875212" cy="6318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7314FD3-AD23-8F93-1C45-9C7E7174BDCD}"/>
              </a:ext>
            </a:extLst>
          </p:cNvPr>
          <p:cNvSpPr/>
          <p:nvPr/>
        </p:nvSpPr>
        <p:spPr>
          <a:xfrm>
            <a:off x="3215999" y="2977875"/>
            <a:ext cx="2880000" cy="2880000"/>
          </a:xfrm>
          <a:prstGeom prst="rect">
            <a:avLst/>
          </a:prstGeom>
          <a:gradFill>
            <a:gsLst>
              <a:gs pos="56000">
                <a:srgbClr val="AFB3B5"/>
              </a:gs>
              <a:gs pos="10000">
                <a:srgbClr val="E4E4E1"/>
              </a:gs>
              <a:gs pos="16000">
                <a:srgbClr val="D1D3D0"/>
              </a:gs>
              <a:gs pos="0">
                <a:srgbClr val="93969A"/>
              </a:gs>
              <a:gs pos="100000">
                <a:srgbClr val="BABBB1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A27E11-CC79-5DD9-EA20-AD58D5861520}"/>
              </a:ext>
            </a:extLst>
          </p:cNvPr>
          <p:cNvSpPr/>
          <p:nvPr/>
        </p:nvSpPr>
        <p:spPr>
          <a:xfrm>
            <a:off x="3208511" y="5113698"/>
            <a:ext cx="2887488" cy="205740"/>
          </a:xfrm>
          <a:prstGeom prst="rect">
            <a:avLst/>
          </a:pr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C214E4-8087-DEC0-B83F-A22473C885D0}"/>
              </a:ext>
            </a:extLst>
          </p:cNvPr>
          <p:cNvSpPr/>
          <p:nvPr/>
        </p:nvSpPr>
        <p:spPr>
          <a:xfrm>
            <a:off x="4013891" y="4880236"/>
            <a:ext cx="2081618" cy="233462"/>
          </a:xfrm>
          <a:prstGeom prst="rect">
            <a:avLst/>
          </a:pr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D05CB8C-6F10-A9E1-5EC0-B28A1BAE2B6A}"/>
              </a:ext>
            </a:extLst>
          </p:cNvPr>
          <p:cNvSpPr/>
          <p:nvPr/>
        </p:nvSpPr>
        <p:spPr>
          <a:xfrm>
            <a:off x="3213155" y="4823411"/>
            <a:ext cx="2882354" cy="131448"/>
          </a:xfrm>
          <a:prstGeom prst="rect">
            <a:avLst/>
          </a:pr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 1083">
            <a:extLst>
              <a:ext uri="{FF2B5EF4-FFF2-40B4-BE49-F238E27FC236}">
                <a16:creationId xmlns:a16="http://schemas.microsoft.com/office/drawing/2014/main" id="{F4EB3B35-A174-31D8-51A7-23B6F1A33E5D}"/>
              </a:ext>
            </a:extLst>
          </p:cNvPr>
          <p:cNvSpPr/>
          <p:nvPr/>
        </p:nvSpPr>
        <p:spPr>
          <a:xfrm>
            <a:off x="3208511" y="4954859"/>
            <a:ext cx="1523181" cy="158839"/>
          </a:xfrm>
          <a:custGeom>
            <a:avLst/>
            <a:gdLst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256902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02" h="81666">
                <a:moveTo>
                  <a:pt x="0" y="0"/>
                </a:moveTo>
                <a:lnTo>
                  <a:pt x="256902" y="0"/>
                </a:lnTo>
                <a:cubicBezTo>
                  <a:pt x="192767" y="13887"/>
                  <a:pt x="218167" y="52539"/>
                  <a:pt x="133077" y="81666"/>
                </a:cubicBezTo>
                <a:lnTo>
                  <a:pt x="0" y="81666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2BF37F0-E3E2-21C0-88CC-DB2E005FBD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768" r="1"/>
          <a:stretch/>
        </p:blipFill>
        <p:spPr>
          <a:xfrm>
            <a:off x="3203867" y="3068743"/>
            <a:ext cx="1354054" cy="566906"/>
          </a:xfrm>
          <a:prstGeom prst="rect">
            <a:avLst/>
          </a:prstGeom>
        </p:spPr>
      </p:pic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C544A18-C541-CC0D-67AB-4194800FE9B6}"/>
              </a:ext>
            </a:extLst>
          </p:cNvPr>
          <p:cNvSpPr/>
          <p:nvPr/>
        </p:nvSpPr>
        <p:spPr>
          <a:xfrm>
            <a:off x="4127010" y="3070366"/>
            <a:ext cx="1961501" cy="131448"/>
          </a:xfrm>
          <a:custGeom>
            <a:avLst/>
            <a:gdLst>
              <a:gd name="connsiteX0" fmla="*/ 1528542 w 1528542"/>
              <a:gd name="connsiteY0" fmla="*/ 0 h 104385"/>
              <a:gd name="connsiteX1" fmla="*/ 1528542 w 1528542"/>
              <a:gd name="connsiteY1" fmla="*/ 103419 h 104385"/>
              <a:gd name="connsiteX2" fmla="*/ 636185 w 1528542"/>
              <a:gd name="connsiteY2" fmla="*/ 102756 h 104385"/>
              <a:gd name="connsiteX3" fmla="*/ 634497 w 1528542"/>
              <a:gd name="connsiteY3" fmla="*/ 104385 h 104385"/>
              <a:gd name="connsiteX4" fmla="*/ 634273 w 1528542"/>
              <a:gd name="connsiteY4" fmla="*/ 98522 h 104385"/>
              <a:gd name="connsiteX5" fmla="*/ 3116 w 1528542"/>
              <a:gd name="connsiteY5" fmla="*/ 5373 h 104385"/>
              <a:gd name="connsiteX6" fmla="*/ 0 w 1528542"/>
              <a:gd name="connsiteY6" fmla="*/ 2064 h 104385"/>
              <a:gd name="connsiteX7" fmla="*/ 3116 w 1528542"/>
              <a:gd name="connsiteY7" fmla="*/ 2550 h 104385"/>
              <a:gd name="connsiteX8" fmla="*/ 1528542 w 1528542"/>
              <a:gd name="connsiteY8" fmla="*/ 0 h 104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8542" h="104385">
                <a:moveTo>
                  <a:pt x="1528542" y="0"/>
                </a:moveTo>
                <a:lnTo>
                  <a:pt x="1528542" y="103419"/>
                </a:lnTo>
                <a:lnTo>
                  <a:pt x="636185" y="102756"/>
                </a:lnTo>
                <a:lnTo>
                  <a:pt x="634497" y="104385"/>
                </a:lnTo>
                <a:lnTo>
                  <a:pt x="634273" y="98522"/>
                </a:lnTo>
                <a:cubicBezTo>
                  <a:pt x="538643" y="118751"/>
                  <a:pt x="91095" y="24661"/>
                  <a:pt x="3116" y="5373"/>
                </a:cubicBezTo>
                <a:lnTo>
                  <a:pt x="0" y="2064"/>
                </a:lnTo>
                <a:lnTo>
                  <a:pt x="3116" y="2550"/>
                </a:lnTo>
                <a:lnTo>
                  <a:pt x="1528542" y="0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35A86672-CD72-CD6E-13A0-6DA01992453F}"/>
              </a:ext>
            </a:extLst>
          </p:cNvPr>
          <p:cNvSpPr/>
          <p:nvPr/>
        </p:nvSpPr>
        <p:spPr>
          <a:xfrm>
            <a:off x="4557921" y="3008042"/>
            <a:ext cx="2048" cy="1318"/>
          </a:xfrm>
          <a:custGeom>
            <a:avLst/>
            <a:gdLst>
              <a:gd name="connsiteX0" fmla="*/ 807 w 2048"/>
              <a:gd name="connsiteY0" fmla="*/ 0 h 1318"/>
              <a:gd name="connsiteX1" fmla="*/ 2048 w 2048"/>
              <a:gd name="connsiteY1" fmla="*/ 1318 h 1318"/>
              <a:gd name="connsiteX2" fmla="*/ 262 w 2048"/>
              <a:gd name="connsiteY2" fmla="*/ 1039 h 1318"/>
              <a:gd name="connsiteX3" fmla="*/ 807 w 2048"/>
              <a:gd name="connsiteY3" fmla="*/ 0 h 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8" h="1318">
                <a:moveTo>
                  <a:pt x="807" y="0"/>
                </a:moveTo>
                <a:lnTo>
                  <a:pt x="2048" y="1318"/>
                </a:lnTo>
                <a:lnTo>
                  <a:pt x="262" y="1039"/>
                </a:lnTo>
                <a:cubicBezTo>
                  <a:pt x="-283" y="634"/>
                  <a:pt x="80" y="183"/>
                  <a:pt x="807" y="0"/>
                </a:cubicBez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F672A41D-D8D2-73E7-B8FA-8729E7DBFCB9}"/>
              </a:ext>
            </a:extLst>
          </p:cNvPr>
          <p:cNvSpPr/>
          <p:nvPr/>
        </p:nvSpPr>
        <p:spPr>
          <a:xfrm>
            <a:off x="5192275" y="3111681"/>
            <a:ext cx="2246" cy="2381"/>
          </a:xfrm>
          <a:custGeom>
            <a:avLst/>
            <a:gdLst>
              <a:gd name="connsiteX0" fmla="*/ 2191 w 2246"/>
              <a:gd name="connsiteY0" fmla="*/ 0 h 2381"/>
              <a:gd name="connsiteX1" fmla="*/ 2246 w 2246"/>
              <a:gd name="connsiteY1" fmla="*/ 1393 h 2381"/>
              <a:gd name="connsiteX2" fmla="*/ 0 w 2246"/>
              <a:gd name="connsiteY2" fmla="*/ 2115 h 2381"/>
              <a:gd name="connsiteX3" fmla="*/ 2191 w 2246"/>
              <a:gd name="connsiteY3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6" h="2381">
                <a:moveTo>
                  <a:pt x="2191" y="0"/>
                </a:moveTo>
                <a:lnTo>
                  <a:pt x="2246" y="1393"/>
                </a:lnTo>
                <a:cubicBezTo>
                  <a:pt x="1696" y="2522"/>
                  <a:pt x="727" y="2563"/>
                  <a:pt x="0" y="2115"/>
                </a:cubicBezTo>
                <a:lnTo>
                  <a:pt x="2191" y="0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8101C9E7-DFD5-E55C-BA8F-69E461766BF8}"/>
              </a:ext>
            </a:extLst>
          </p:cNvPr>
          <p:cNvSpPr/>
          <p:nvPr/>
        </p:nvSpPr>
        <p:spPr>
          <a:xfrm>
            <a:off x="4595344" y="3160727"/>
            <a:ext cx="1495565" cy="117140"/>
          </a:xfrm>
          <a:custGeom>
            <a:avLst/>
            <a:gdLst>
              <a:gd name="connsiteX0" fmla="*/ 1761684 w 1761684"/>
              <a:gd name="connsiteY0" fmla="*/ 0 h 43922"/>
              <a:gd name="connsiteX1" fmla="*/ 1761684 w 1761684"/>
              <a:gd name="connsiteY1" fmla="*/ 43598 h 43922"/>
              <a:gd name="connsiteX2" fmla="*/ 626950 w 1761684"/>
              <a:gd name="connsiteY2" fmla="*/ 43240 h 43922"/>
              <a:gd name="connsiteX3" fmla="*/ 625287 w 1761684"/>
              <a:gd name="connsiteY3" fmla="*/ 43922 h 43922"/>
              <a:gd name="connsiteX4" fmla="*/ 625065 w 1761684"/>
              <a:gd name="connsiteY4" fmla="*/ 41465 h 43922"/>
              <a:gd name="connsiteX5" fmla="*/ 3069 w 1761684"/>
              <a:gd name="connsiteY5" fmla="*/ 2433 h 43922"/>
              <a:gd name="connsiteX6" fmla="*/ 0 w 1761684"/>
              <a:gd name="connsiteY6" fmla="*/ 1048 h 43922"/>
              <a:gd name="connsiteX7" fmla="*/ 3069 w 1761684"/>
              <a:gd name="connsiteY7" fmla="*/ 1251 h 43922"/>
              <a:gd name="connsiteX8" fmla="*/ 1761684 w 1761684"/>
              <a:gd name="connsiteY8" fmla="*/ 0 h 4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61684" h="43922">
                <a:moveTo>
                  <a:pt x="1761684" y="0"/>
                </a:moveTo>
                <a:lnTo>
                  <a:pt x="1761684" y="43598"/>
                </a:lnTo>
                <a:lnTo>
                  <a:pt x="626950" y="43240"/>
                </a:lnTo>
                <a:lnTo>
                  <a:pt x="625287" y="43922"/>
                </a:lnTo>
                <a:lnTo>
                  <a:pt x="625065" y="41465"/>
                </a:lnTo>
                <a:cubicBezTo>
                  <a:pt x="530823" y="49942"/>
                  <a:pt x="89771" y="10516"/>
                  <a:pt x="3069" y="2433"/>
                </a:cubicBezTo>
                <a:lnTo>
                  <a:pt x="0" y="1048"/>
                </a:lnTo>
                <a:lnTo>
                  <a:pt x="3069" y="1251"/>
                </a:lnTo>
                <a:lnTo>
                  <a:pt x="1761684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80F1E7BC-F017-6879-CD74-37A94D901464}"/>
              </a:ext>
            </a:extLst>
          </p:cNvPr>
          <p:cNvSpPr/>
          <p:nvPr/>
        </p:nvSpPr>
        <p:spPr>
          <a:xfrm>
            <a:off x="4436712" y="3089525"/>
            <a:ext cx="2020" cy="553"/>
          </a:xfrm>
          <a:custGeom>
            <a:avLst/>
            <a:gdLst>
              <a:gd name="connsiteX0" fmla="*/ 795 w 2020"/>
              <a:gd name="connsiteY0" fmla="*/ 0 h 553"/>
              <a:gd name="connsiteX1" fmla="*/ 2020 w 2020"/>
              <a:gd name="connsiteY1" fmla="*/ 553 h 553"/>
              <a:gd name="connsiteX2" fmla="*/ 258 w 2020"/>
              <a:gd name="connsiteY2" fmla="*/ 436 h 553"/>
              <a:gd name="connsiteX3" fmla="*/ 795 w 2020"/>
              <a:gd name="connsiteY3" fmla="*/ 0 h 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0" h="553">
                <a:moveTo>
                  <a:pt x="795" y="0"/>
                </a:moveTo>
                <a:lnTo>
                  <a:pt x="2020" y="553"/>
                </a:lnTo>
                <a:lnTo>
                  <a:pt x="258" y="436"/>
                </a:lnTo>
                <a:cubicBezTo>
                  <a:pt x="-279" y="266"/>
                  <a:pt x="79" y="77"/>
                  <a:pt x="795" y="0"/>
                </a:cubicBez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CC5C7B2-E3A0-822C-187D-D83E65381335}"/>
              </a:ext>
            </a:extLst>
          </p:cNvPr>
          <p:cNvSpPr/>
          <p:nvPr/>
        </p:nvSpPr>
        <p:spPr>
          <a:xfrm>
            <a:off x="5061859" y="3132952"/>
            <a:ext cx="2213" cy="998"/>
          </a:xfrm>
          <a:custGeom>
            <a:avLst/>
            <a:gdLst>
              <a:gd name="connsiteX0" fmla="*/ 2160 w 2213"/>
              <a:gd name="connsiteY0" fmla="*/ 0 h 998"/>
              <a:gd name="connsiteX1" fmla="*/ 2213 w 2213"/>
              <a:gd name="connsiteY1" fmla="*/ 584 h 998"/>
              <a:gd name="connsiteX2" fmla="*/ 0 w 2213"/>
              <a:gd name="connsiteY2" fmla="*/ 887 h 998"/>
              <a:gd name="connsiteX3" fmla="*/ 2160 w 2213"/>
              <a:gd name="connsiteY3" fmla="*/ 0 h 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3" h="998">
                <a:moveTo>
                  <a:pt x="2160" y="0"/>
                </a:moveTo>
                <a:lnTo>
                  <a:pt x="2213" y="584"/>
                </a:lnTo>
                <a:cubicBezTo>
                  <a:pt x="1672" y="1057"/>
                  <a:pt x="716" y="1074"/>
                  <a:pt x="0" y="887"/>
                </a:cubicBezTo>
                <a:lnTo>
                  <a:pt x="216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DA263DD-418A-2879-8405-F9614F5B9B42}"/>
              </a:ext>
            </a:extLst>
          </p:cNvPr>
          <p:cNvSpPr/>
          <p:nvPr/>
        </p:nvSpPr>
        <p:spPr>
          <a:xfrm>
            <a:off x="3203867" y="2996730"/>
            <a:ext cx="5772132" cy="66018"/>
          </a:xfrm>
          <a:prstGeom prst="rect">
            <a:avLst/>
          </a:prstGeom>
          <a:solidFill>
            <a:srgbClr val="7583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1DF12356-9DCA-E5F0-5AEF-4E52F9ECF5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12" t="14238" b="-1"/>
          <a:stretch/>
        </p:blipFill>
        <p:spPr>
          <a:xfrm>
            <a:off x="1202073" y="832585"/>
            <a:ext cx="1148562" cy="1077088"/>
          </a:xfrm>
          <a:prstGeom prst="rect">
            <a:avLst/>
          </a:prstGeom>
        </p:spPr>
      </p:pic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AA138FE-3472-2647-574A-9B2D67FECB6A}"/>
              </a:ext>
            </a:extLst>
          </p:cNvPr>
          <p:cNvSpPr/>
          <p:nvPr/>
        </p:nvSpPr>
        <p:spPr>
          <a:xfrm>
            <a:off x="7637450" y="4844470"/>
            <a:ext cx="1330997" cy="474968"/>
          </a:xfrm>
          <a:custGeom>
            <a:avLst/>
            <a:gdLst>
              <a:gd name="connsiteX0" fmla="*/ 1330997 w 1330997"/>
              <a:gd name="connsiteY0" fmla="*/ 0 h 474968"/>
              <a:gd name="connsiteX1" fmla="*/ 1330997 w 1330997"/>
              <a:gd name="connsiteY1" fmla="*/ 474968 h 474968"/>
              <a:gd name="connsiteX2" fmla="*/ 198722 w 1330997"/>
              <a:gd name="connsiteY2" fmla="*/ 471611 h 474968"/>
              <a:gd name="connsiteX3" fmla="*/ 0 w 1330997"/>
              <a:gd name="connsiteY3" fmla="*/ 3705 h 474968"/>
              <a:gd name="connsiteX4" fmla="*/ 1330997 w 1330997"/>
              <a:gd name="connsiteY4" fmla="*/ 0 h 47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997" h="474968">
                <a:moveTo>
                  <a:pt x="1330997" y="0"/>
                </a:moveTo>
                <a:lnTo>
                  <a:pt x="1330997" y="474968"/>
                </a:lnTo>
                <a:lnTo>
                  <a:pt x="198722" y="471611"/>
                </a:lnTo>
                <a:cubicBezTo>
                  <a:pt x="55340" y="318668"/>
                  <a:pt x="20124" y="171774"/>
                  <a:pt x="0" y="3705"/>
                </a:cubicBezTo>
                <a:lnTo>
                  <a:pt x="1330997" y="0"/>
                </a:lnTo>
                <a:close/>
              </a:path>
            </a:pathLst>
          </a:custGeom>
          <a:gradFill>
            <a:gsLst>
              <a:gs pos="37000">
                <a:srgbClr val="383838"/>
              </a:gs>
              <a:gs pos="34000">
                <a:srgbClr val="FF2D2D"/>
              </a:gs>
              <a:gs pos="100000">
                <a:srgbClr val="383838"/>
              </a:gs>
              <a:gs pos="0">
                <a:srgbClr val="FF2D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CCC683CE-8252-C140-AF5A-F461D1CD280E}"/>
              </a:ext>
            </a:extLst>
          </p:cNvPr>
          <p:cNvSpPr/>
          <p:nvPr/>
        </p:nvSpPr>
        <p:spPr>
          <a:xfrm>
            <a:off x="6088683" y="3198478"/>
            <a:ext cx="1742033" cy="1603789"/>
          </a:xfrm>
          <a:custGeom>
            <a:avLst/>
            <a:gdLst>
              <a:gd name="connsiteX0" fmla="*/ 0 w 1726784"/>
              <a:gd name="connsiteY0" fmla="*/ 0 h 1807284"/>
              <a:gd name="connsiteX1" fmla="*/ 1482088 w 1726784"/>
              <a:gd name="connsiteY1" fmla="*/ 0 h 1807284"/>
              <a:gd name="connsiteX2" fmla="*/ 1726784 w 1726784"/>
              <a:gd name="connsiteY2" fmla="*/ 1807284 h 1807284"/>
              <a:gd name="connsiteX3" fmla="*/ 1490106 w 1726784"/>
              <a:gd name="connsiteY3" fmla="*/ 1800301 h 1807284"/>
              <a:gd name="connsiteX4" fmla="*/ 1081638 w 1726784"/>
              <a:gd name="connsiteY4" fmla="*/ 429266 h 1807284"/>
              <a:gd name="connsiteX5" fmla="*/ 1079910 w 1726784"/>
              <a:gd name="connsiteY5" fmla="*/ 429529 h 1807284"/>
              <a:gd name="connsiteX6" fmla="*/ 1078427 w 1726784"/>
              <a:gd name="connsiteY6" fmla="*/ 417591 h 1807284"/>
              <a:gd name="connsiteX7" fmla="*/ 779153 w 1726784"/>
              <a:gd name="connsiteY7" fmla="*/ 219627 h 1807284"/>
              <a:gd name="connsiteX8" fmla="*/ 0 w 1726784"/>
              <a:gd name="connsiteY8" fmla="*/ 219627 h 1807284"/>
              <a:gd name="connsiteX9" fmla="*/ 0 w 1726784"/>
              <a:gd name="connsiteY9" fmla="*/ 0 h 180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6784" h="1807284">
                <a:moveTo>
                  <a:pt x="0" y="0"/>
                </a:moveTo>
                <a:lnTo>
                  <a:pt x="1482088" y="0"/>
                </a:lnTo>
                <a:lnTo>
                  <a:pt x="1726784" y="1807284"/>
                </a:lnTo>
                <a:lnTo>
                  <a:pt x="1490106" y="1800301"/>
                </a:lnTo>
                <a:lnTo>
                  <a:pt x="1081638" y="429266"/>
                </a:lnTo>
                <a:lnTo>
                  <a:pt x="1079910" y="429529"/>
                </a:lnTo>
                <a:lnTo>
                  <a:pt x="1078427" y="417591"/>
                </a:lnTo>
                <a:cubicBezTo>
                  <a:pt x="1049942" y="304614"/>
                  <a:pt x="926776" y="219627"/>
                  <a:pt x="779153" y="219627"/>
                </a:cubicBezTo>
                <a:lnTo>
                  <a:pt x="0" y="219627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FF4CBF4-33AA-1F89-1BF3-CDB54439FC74}"/>
              </a:ext>
            </a:extLst>
          </p:cNvPr>
          <p:cNvSpPr/>
          <p:nvPr/>
        </p:nvSpPr>
        <p:spPr>
          <a:xfrm>
            <a:off x="6095867" y="3045562"/>
            <a:ext cx="2880000" cy="125953"/>
          </a:xfrm>
          <a:prstGeom prst="rect">
            <a:avLst/>
          </a:prstGeom>
          <a:solidFill>
            <a:srgbClr val="FF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52EE30E0-CBB6-608F-2036-E1CBCF7F9519}"/>
              </a:ext>
            </a:extLst>
          </p:cNvPr>
          <p:cNvSpPr/>
          <p:nvPr/>
        </p:nvSpPr>
        <p:spPr>
          <a:xfrm>
            <a:off x="6691951" y="4176793"/>
            <a:ext cx="129540" cy="194760"/>
          </a:xfrm>
          <a:custGeom>
            <a:avLst/>
            <a:gdLst>
              <a:gd name="connsiteX0" fmla="*/ 0 w 129540"/>
              <a:gd name="connsiteY0" fmla="*/ 0 h 194760"/>
              <a:gd name="connsiteX1" fmla="*/ 67160 w 129540"/>
              <a:gd name="connsiteY1" fmla="*/ 0 h 194760"/>
              <a:gd name="connsiteX2" fmla="*/ 129540 w 129540"/>
              <a:gd name="connsiteY2" fmla="*/ 62380 h 194760"/>
              <a:gd name="connsiteX3" fmla="*/ 129540 w 129540"/>
              <a:gd name="connsiteY3" fmla="*/ 194760 h 194760"/>
              <a:gd name="connsiteX4" fmla="*/ 50800 w 129540"/>
              <a:gd name="connsiteY4" fmla="*/ 194760 h 194760"/>
              <a:gd name="connsiteX5" fmla="*/ 0 w 129540"/>
              <a:gd name="connsiteY5" fmla="*/ 143960 h 194760"/>
              <a:gd name="connsiteX6" fmla="*/ 0 w 129540"/>
              <a:gd name="connsiteY6" fmla="*/ 0 h 1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540" h="194760">
                <a:moveTo>
                  <a:pt x="0" y="0"/>
                </a:moveTo>
                <a:lnTo>
                  <a:pt x="67160" y="0"/>
                </a:lnTo>
                <a:cubicBezTo>
                  <a:pt x="101612" y="0"/>
                  <a:pt x="129540" y="27928"/>
                  <a:pt x="129540" y="62380"/>
                </a:cubicBezTo>
                <a:lnTo>
                  <a:pt x="129540" y="194760"/>
                </a:lnTo>
                <a:lnTo>
                  <a:pt x="50800" y="194760"/>
                </a:lnTo>
                <a:cubicBezTo>
                  <a:pt x="22744" y="194760"/>
                  <a:pt x="0" y="172016"/>
                  <a:pt x="0" y="14396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7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36B1DAF-83EC-1CEA-D0FC-2CD2F25BFBBD}"/>
              </a:ext>
            </a:extLst>
          </p:cNvPr>
          <p:cNvSpPr/>
          <p:nvPr/>
        </p:nvSpPr>
        <p:spPr>
          <a:xfrm>
            <a:off x="6691951" y="3914735"/>
            <a:ext cx="259080" cy="456819"/>
          </a:xfrm>
          <a:custGeom>
            <a:avLst/>
            <a:gdLst>
              <a:gd name="connsiteX0" fmla="*/ 50800 w 259080"/>
              <a:gd name="connsiteY0" fmla="*/ 0 h 456819"/>
              <a:gd name="connsiteX1" fmla="*/ 208280 w 259080"/>
              <a:gd name="connsiteY1" fmla="*/ 0 h 456819"/>
              <a:gd name="connsiteX2" fmla="*/ 259080 w 259080"/>
              <a:gd name="connsiteY2" fmla="*/ 50800 h 456819"/>
              <a:gd name="connsiteX3" fmla="*/ 259080 w 259080"/>
              <a:gd name="connsiteY3" fmla="*/ 406019 h 456819"/>
              <a:gd name="connsiteX4" fmla="*/ 208280 w 259080"/>
              <a:gd name="connsiteY4" fmla="*/ 456819 h 456819"/>
              <a:gd name="connsiteX5" fmla="*/ 129540 w 259080"/>
              <a:gd name="connsiteY5" fmla="*/ 456819 h 456819"/>
              <a:gd name="connsiteX6" fmla="*/ 129540 w 259080"/>
              <a:gd name="connsiteY6" fmla="*/ 324439 h 456819"/>
              <a:gd name="connsiteX7" fmla="*/ 67160 w 259080"/>
              <a:gd name="connsiteY7" fmla="*/ 262059 h 456819"/>
              <a:gd name="connsiteX8" fmla="*/ 0 w 259080"/>
              <a:gd name="connsiteY8" fmla="*/ 262059 h 456819"/>
              <a:gd name="connsiteX9" fmla="*/ 0 w 259080"/>
              <a:gd name="connsiteY9" fmla="*/ 50800 h 456819"/>
              <a:gd name="connsiteX10" fmla="*/ 50800 w 259080"/>
              <a:gd name="connsiteY10" fmla="*/ 0 h 45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080" h="456819">
                <a:moveTo>
                  <a:pt x="50800" y="0"/>
                </a:moveTo>
                <a:lnTo>
                  <a:pt x="208280" y="0"/>
                </a:lnTo>
                <a:cubicBezTo>
                  <a:pt x="236336" y="0"/>
                  <a:pt x="259080" y="22744"/>
                  <a:pt x="259080" y="50800"/>
                </a:cubicBezTo>
                <a:lnTo>
                  <a:pt x="259080" y="406019"/>
                </a:lnTo>
                <a:cubicBezTo>
                  <a:pt x="259080" y="434075"/>
                  <a:pt x="236336" y="456819"/>
                  <a:pt x="208280" y="456819"/>
                </a:cubicBezTo>
                <a:lnTo>
                  <a:pt x="129540" y="456819"/>
                </a:lnTo>
                <a:lnTo>
                  <a:pt x="129540" y="324439"/>
                </a:lnTo>
                <a:cubicBezTo>
                  <a:pt x="129540" y="289987"/>
                  <a:pt x="101612" y="262059"/>
                  <a:pt x="67160" y="262059"/>
                </a:cubicBezTo>
                <a:lnTo>
                  <a:pt x="0" y="262059"/>
                </a:ln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close/>
              </a:path>
            </a:pathLst>
          </a:custGeom>
          <a:solidFill>
            <a:srgbClr val="F646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FF177C37-6783-C596-4AF5-67D4DF53CC62}"/>
              </a:ext>
            </a:extLst>
          </p:cNvPr>
          <p:cNvSpPr/>
          <p:nvPr/>
        </p:nvSpPr>
        <p:spPr>
          <a:xfrm>
            <a:off x="6503356" y="4679559"/>
            <a:ext cx="35129" cy="102970"/>
          </a:xfrm>
          <a:custGeom>
            <a:avLst/>
            <a:gdLst>
              <a:gd name="connsiteX0" fmla="*/ 0 w 35129"/>
              <a:gd name="connsiteY0" fmla="*/ 0 h 102970"/>
              <a:gd name="connsiteX1" fmla="*/ 18862 w 35129"/>
              <a:gd name="connsiteY1" fmla="*/ 0 h 102970"/>
              <a:gd name="connsiteX2" fmla="*/ 35129 w 35129"/>
              <a:gd name="connsiteY2" fmla="*/ 16267 h 102970"/>
              <a:gd name="connsiteX3" fmla="*/ 35129 w 35129"/>
              <a:gd name="connsiteY3" fmla="*/ 102970 h 102970"/>
              <a:gd name="connsiteX4" fmla="*/ 18271 w 35129"/>
              <a:gd name="connsiteY4" fmla="*/ 91604 h 102970"/>
              <a:gd name="connsiteX5" fmla="*/ 0 w 35129"/>
              <a:gd name="connsiteY5" fmla="*/ 47494 h 102970"/>
              <a:gd name="connsiteX6" fmla="*/ 0 w 35129"/>
              <a:gd name="connsiteY6" fmla="*/ 0 h 10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29" h="102970">
                <a:moveTo>
                  <a:pt x="0" y="0"/>
                </a:moveTo>
                <a:lnTo>
                  <a:pt x="18862" y="0"/>
                </a:lnTo>
                <a:cubicBezTo>
                  <a:pt x="27846" y="0"/>
                  <a:pt x="35129" y="7283"/>
                  <a:pt x="35129" y="16267"/>
                </a:cubicBezTo>
                <a:lnTo>
                  <a:pt x="35129" y="102970"/>
                </a:lnTo>
                <a:lnTo>
                  <a:pt x="18271" y="91604"/>
                </a:lnTo>
                <a:cubicBezTo>
                  <a:pt x="6982" y="80315"/>
                  <a:pt x="0" y="64720"/>
                  <a:pt x="0" y="4749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77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F5ACEE8-6D4B-F44F-3A5A-A829784F84ED}"/>
              </a:ext>
            </a:extLst>
          </p:cNvPr>
          <p:cNvSpPr/>
          <p:nvPr/>
        </p:nvSpPr>
        <p:spPr>
          <a:xfrm>
            <a:off x="6503356" y="4176792"/>
            <a:ext cx="318135" cy="612640"/>
          </a:xfrm>
          <a:custGeom>
            <a:avLst/>
            <a:gdLst>
              <a:gd name="connsiteX0" fmla="*/ 62380 w 318135"/>
              <a:gd name="connsiteY0" fmla="*/ 0 h 612640"/>
              <a:gd name="connsiteX1" fmla="*/ 188595 w 318135"/>
              <a:gd name="connsiteY1" fmla="*/ 0 h 612640"/>
              <a:gd name="connsiteX2" fmla="*/ 188595 w 318135"/>
              <a:gd name="connsiteY2" fmla="*/ 143960 h 612640"/>
              <a:gd name="connsiteX3" fmla="*/ 239395 w 318135"/>
              <a:gd name="connsiteY3" fmla="*/ 194760 h 612640"/>
              <a:gd name="connsiteX4" fmla="*/ 318135 w 318135"/>
              <a:gd name="connsiteY4" fmla="*/ 194760 h 612640"/>
              <a:gd name="connsiteX5" fmla="*/ 318135 w 318135"/>
              <a:gd name="connsiteY5" fmla="*/ 550260 h 612640"/>
              <a:gd name="connsiteX6" fmla="*/ 255755 w 318135"/>
              <a:gd name="connsiteY6" fmla="*/ 612640 h 612640"/>
              <a:gd name="connsiteX7" fmla="*/ 62380 w 318135"/>
              <a:gd name="connsiteY7" fmla="*/ 612640 h 612640"/>
              <a:gd name="connsiteX8" fmla="*/ 38099 w 318135"/>
              <a:gd name="connsiteY8" fmla="*/ 607738 h 612640"/>
              <a:gd name="connsiteX9" fmla="*/ 35129 w 318135"/>
              <a:gd name="connsiteY9" fmla="*/ 605736 h 612640"/>
              <a:gd name="connsiteX10" fmla="*/ 35129 w 318135"/>
              <a:gd name="connsiteY10" fmla="*/ 519033 h 612640"/>
              <a:gd name="connsiteX11" fmla="*/ 18862 w 318135"/>
              <a:gd name="connsiteY11" fmla="*/ 502766 h 612640"/>
              <a:gd name="connsiteX12" fmla="*/ 0 w 318135"/>
              <a:gd name="connsiteY12" fmla="*/ 502766 h 612640"/>
              <a:gd name="connsiteX13" fmla="*/ 0 w 318135"/>
              <a:gd name="connsiteY13" fmla="*/ 62380 h 612640"/>
              <a:gd name="connsiteX14" fmla="*/ 62380 w 318135"/>
              <a:gd name="connsiteY14" fmla="*/ 0 h 61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8135" h="612640">
                <a:moveTo>
                  <a:pt x="62380" y="0"/>
                </a:moveTo>
                <a:lnTo>
                  <a:pt x="188595" y="0"/>
                </a:lnTo>
                <a:lnTo>
                  <a:pt x="188595" y="143960"/>
                </a:lnTo>
                <a:cubicBezTo>
                  <a:pt x="188595" y="172016"/>
                  <a:pt x="211339" y="194760"/>
                  <a:pt x="239395" y="194760"/>
                </a:cubicBezTo>
                <a:lnTo>
                  <a:pt x="318135" y="194760"/>
                </a:lnTo>
                <a:lnTo>
                  <a:pt x="318135" y="550260"/>
                </a:lnTo>
                <a:cubicBezTo>
                  <a:pt x="318135" y="584712"/>
                  <a:pt x="290207" y="612640"/>
                  <a:pt x="255755" y="612640"/>
                </a:cubicBezTo>
                <a:lnTo>
                  <a:pt x="62380" y="612640"/>
                </a:lnTo>
                <a:cubicBezTo>
                  <a:pt x="53767" y="612640"/>
                  <a:pt x="45562" y="610895"/>
                  <a:pt x="38099" y="607738"/>
                </a:cubicBezTo>
                <a:lnTo>
                  <a:pt x="35129" y="605736"/>
                </a:lnTo>
                <a:lnTo>
                  <a:pt x="35129" y="519033"/>
                </a:lnTo>
                <a:cubicBezTo>
                  <a:pt x="35129" y="510049"/>
                  <a:pt x="27846" y="502766"/>
                  <a:pt x="18862" y="502766"/>
                </a:cubicBezTo>
                <a:lnTo>
                  <a:pt x="0" y="502766"/>
                </a:lnTo>
                <a:lnTo>
                  <a:pt x="0" y="62380"/>
                </a:lnTo>
                <a:cubicBezTo>
                  <a:pt x="0" y="27928"/>
                  <a:pt x="27928" y="0"/>
                  <a:pt x="62380" y="0"/>
                </a:cubicBezTo>
                <a:close/>
              </a:path>
            </a:pathLst>
          </a:cu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F5A81C9-A134-31D1-3781-16DAF8C2064E}"/>
              </a:ext>
            </a:extLst>
          </p:cNvPr>
          <p:cNvSpPr/>
          <p:nvPr/>
        </p:nvSpPr>
        <p:spPr>
          <a:xfrm>
            <a:off x="6440882" y="4679559"/>
            <a:ext cx="97603" cy="200677"/>
          </a:xfrm>
          <a:custGeom>
            <a:avLst/>
            <a:gdLst>
              <a:gd name="connsiteX0" fmla="*/ 16267 w 97603"/>
              <a:gd name="connsiteY0" fmla="*/ 0 h 200677"/>
              <a:gd name="connsiteX1" fmla="*/ 62474 w 97603"/>
              <a:gd name="connsiteY1" fmla="*/ 0 h 200677"/>
              <a:gd name="connsiteX2" fmla="*/ 62474 w 97603"/>
              <a:gd name="connsiteY2" fmla="*/ 47494 h 200677"/>
              <a:gd name="connsiteX3" fmla="*/ 80745 w 97603"/>
              <a:gd name="connsiteY3" fmla="*/ 91604 h 200677"/>
              <a:gd name="connsiteX4" fmla="*/ 97603 w 97603"/>
              <a:gd name="connsiteY4" fmla="*/ 102970 h 200677"/>
              <a:gd name="connsiteX5" fmla="*/ 97603 w 97603"/>
              <a:gd name="connsiteY5" fmla="*/ 184410 h 200677"/>
              <a:gd name="connsiteX6" fmla="*/ 81336 w 97603"/>
              <a:gd name="connsiteY6" fmla="*/ 200677 h 200677"/>
              <a:gd name="connsiteX7" fmla="*/ 16267 w 97603"/>
              <a:gd name="connsiteY7" fmla="*/ 200677 h 200677"/>
              <a:gd name="connsiteX8" fmla="*/ 0 w 97603"/>
              <a:gd name="connsiteY8" fmla="*/ 184410 h 200677"/>
              <a:gd name="connsiteX9" fmla="*/ 0 w 97603"/>
              <a:gd name="connsiteY9" fmla="*/ 16267 h 200677"/>
              <a:gd name="connsiteX10" fmla="*/ 16267 w 97603"/>
              <a:gd name="connsiteY10" fmla="*/ 0 h 200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603" h="200677">
                <a:moveTo>
                  <a:pt x="16267" y="0"/>
                </a:moveTo>
                <a:lnTo>
                  <a:pt x="62474" y="0"/>
                </a:lnTo>
                <a:lnTo>
                  <a:pt x="62474" y="47494"/>
                </a:lnTo>
                <a:cubicBezTo>
                  <a:pt x="62474" y="64720"/>
                  <a:pt x="69456" y="80315"/>
                  <a:pt x="80745" y="91604"/>
                </a:cubicBezTo>
                <a:lnTo>
                  <a:pt x="97603" y="102970"/>
                </a:lnTo>
                <a:lnTo>
                  <a:pt x="97603" y="184410"/>
                </a:lnTo>
                <a:cubicBezTo>
                  <a:pt x="97603" y="193394"/>
                  <a:pt x="90320" y="200677"/>
                  <a:pt x="81336" y="200677"/>
                </a:cubicBezTo>
                <a:lnTo>
                  <a:pt x="16267" y="200677"/>
                </a:lnTo>
                <a:cubicBezTo>
                  <a:pt x="7283" y="200677"/>
                  <a:pt x="0" y="193394"/>
                  <a:pt x="0" y="184410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FE3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4A19EDCE-78F2-B491-B1C6-A681BB3F18DE}"/>
              </a:ext>
            </a:extLst>
          </p:cNvPr>
          <p:cNvSpPr/>
          <p:nvPr/>
        </p:nvSpPr>
        <p:spPr>
          <a:xfrm>
            <a:off x="6552252" y="3709607"/>
            <a:ext cx="128102" cy="199882"/>
          </a:xfrm>
          <a:prstGeom prst="roundRect">
            <a:avLst>
              <a:gd name="adj" fmla="val 11358"/>
            </a:avLst>
          </a:prstGeom>
          <a:solidFill>
            <a:srgbClr val="FDC9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986F29E-0304-A4B5-BDC5-4B13CB9FF809}"/>
              </a:ext>
            </a:extLst>
          </p:cNvPr>
          <p:cNvSpPr/>
          <p:nvPr/>
        </p:nvSpPr>
        <p:spPr>
          <a:xfrm>
            <a:off x="3205911" y="97274"/>
            <a:ext cx="5760001" cy="5779456"/>
          </a:xfrm>
          <a:prstGeom prst="rect">
            <a:avLst/>
          </a:prstGeom>
          <a:noFill/>
          <a:ln w="38100">
            <a:solidFill>
              <a:srgbClr val="8427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DDA7F3F-B8E4-8C67-D485-26D2FCEC8502}"/>
              </a:ext>
            </a:extLst>
          </p:cNvPr>
          <p:cNvSpPr/>
          <p:nvPr/>
        </p:nvSpPr>
        <p:spPr>
          <a:xfrm>
            <a:off x="3198670" y="2987397"/>
            <a:ext cx="2892020" cy="2880000"/>
          </a:xfrm>
          <a:prstGeom prst="rect">
            <a:avLst/>
          </a:prstGeom>
          <a:noFill/>
          <a:ln w="38100">
            <a:solidFill>
              <a:srgbClr val="3183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8B23BB5-8C9E-AB70-967A-4698610A4462}"/>
              </a:ext>
            </a:extLst>
          </p:cNvPr>
          <p:cNvSpPr/>
          <p:nvPr/>
        </p:nvSpPr>
        <p:spPr>
          <a:xfrm>
            <a:off x="6084531" y="93788"/>
            <a:ext cx="2892020" cy="2880000"/>
          </a:xfrm>
          <a:prstGeom prst="rect">
            <a:avLst/>
          </a:prstGeom>
          <a:noFill/>
          <a:ln w="38100">
            <a:solidFill>
              <a:srgbClr val="7D3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2493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B579E-FA17-7C5C-A320-9E42E283A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FE33ED4C-E394-35A1-76D2-4B54EAC235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14018" y="542294"/>
            <a:ext cx="5763962" cy="577341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D6320B9-CCA9-82A9-8C8D-6DF469B47F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12" t="14238" b="-1"/>
          <a:stretch/>
        </p:blipFill>
        <p:spPr>
          <a:xfrm>
            <a:off x="3206245" y="542294"/>
            <a:ext cx="1148562" cy="10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8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7BE81-B472-C6FC-864C-AF55EF0BC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324F37-B4B4-06DC-D583-0BBEBE76A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621" y="196700"/>
            <a:ext cx="3203608" cy="3211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7051A6-D1FD-996C-9645-8428B1A31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53" y="3244272"/>
            <a:ext cx="3139470" cy="3153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F72C04-C0C0-7FC6-BD77-752F23D695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073" y="227643"/>
            <a:ext cx="3192118" cy="31727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F33CEE-C84F-CBB9-C15F-11D6133E53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51" y="227643"/>
            <a:ext cx="3181035" cy="3169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FC169D-A1A5-F91A-5480-9288E0A4CD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564" y="3244272"/>
            <a:ext cx="3183805" cy="316995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045095B-889B-B74D-A71F-B9B28701CD85}"/>
              </a:ext>
            </a:extLst>
          </p:cNvPr>
          <p:cNvSpPr/>
          <p:nvPr/>
        </p:nvSpPr>
        <p:spPr>
          <a:xfrm>
            <a:off x="11637826" y="890142"/>
            <a:ext cx="192574" cy="40144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3110AC28-E86D-4E67-07C9-1660337F1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779" y="2179955"/>
            <a:ext cx="781050" cy="9334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9B9DAE7-93B7-7AEB-A7D3-5A95B4C0C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627" y="2179955"/>
            <a:ext cx="781050" cy="9334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C1A1C695-9313-4E26-7B2E-06660F33B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465" y="2179955"/>
            <a:ext cx="781050" cy="9334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3CF30F15-7BC8-B4BA-46EB-55212B53F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779" y="5196584"/>
            <a:ext cx="7810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A71051CC-E328-A856-D78A-34C970ADB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249" y="5196584"/>
            <a:ext cx="7810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D3EC297E-E617-C272-1B39-2AB7D420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536" y="3336633"/>
            <a:ext cx="2844059" cy="2844059"/>
          </a:xfrm>
          <a:prstGeom prst="rect">
            <a:avLst/>
          </a:prstGeom>
          <a:noFill/>
          <a:effectLst>
            <a:outerShdw blurRad="152400" dist="38100" dir="2700000" algn="tl" rotWithShape="0">
              <a:prstClr val="black">
                <a:alpha val="67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077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3231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117</cp:revision>
  <dcterms:created xsi:type="dcterms:W3CDTF">2026-03-29T07:28:10Z</dcterms:created>
  <dcterms:modified xsi:type="dcterms:W3CDTF">2026-03-31T13:19:22Z</dcterms:modified>
</cp:coreProperties>
</file>