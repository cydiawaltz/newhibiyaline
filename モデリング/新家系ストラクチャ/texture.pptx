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0CB"/>
    <a:srgbClr val="C3BEB7"/>
    <a:srgbClr val="EAEAEA"/>
    <a:srgbClr val="E6E6E6"/>
    <a:srgbClr val="AFA89F"/>
    <a:srgbClr val="A69E94"/>
    <a:srgbClr val="B9B3AB"/>
    <a:srgbClr val="C4BFB8"/>
    <a:srgbClr val="A49C92"/>
    <a:srgbClr val="579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91" d="100"/>
          <a:sy n="91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510EA-BAD4-4AA4-9502-A4AFCCE552E3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3B5A6-92B7-4927-B685-592FF54AB3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854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3B5A6-92B7-4927-B685-592FF54AB38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90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97873-F331-410A-463B-EC6D7292F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E1632-B2C0-ABC8-9AD7-BDC66FA3E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83B69-F845-4396-04A5-DFEB21FC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19F1A-23F0-8795-8DC3-2DFD7353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08E52-4192-9AA3-472C-A3410490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25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92E4-D705-4FAE-CEC7-23D4475D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8C77-1100-3C72-649E-9C762DECC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44E44-AA30-083B-B285-1F85C33E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55D22-A0DA-3F5A-4CC2-77F258B1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5B01-295A-0E69-41BD-AC8A02B1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92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C142-4A8B-2FAF-9375-D254385E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F2782-EE9C-07F4-0029-52D65CAEF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5150F-F026-D630-D1BD-8EE1FDAA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77D4-9BF8-038F-081E-878C402F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DD03-2477-DBD0-8AD7-0153990C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81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BCB3-1097-F5C4-5FCF-2DC6942A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2D8A-463A-C1B2-AF17-065495A27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7A63A-21A7-556A-4CCC-67F465D1F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C28E8-A16E-7D39-83B3-1FB894A4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58C99-DF14-165E-EA74-2CB0BF83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20166-13EA-B91D-22E7-5D51DE4A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208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FDB4-1C2F-A85B-715D-7C51829C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8F6E5-D854-3045-37EF-54B90217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DB893-C8B3-7692-7385-770111D91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2D662-C0CA-AAB1-02FA-012BD78A5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AE79A-6746-44C0-FC2C-235D1C2E7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18357-EBF0-B79A-8E59-E64230E5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9C881F-B3DF-92D7-E52F-0E401900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E7B64-D1ED-834C-E403-01DEA826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7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937F-2ECE-3CE1-C7AB-FAA3E3D5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0C35A-84F3-10B6-38CD-0557C3111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2B578-62D5-1656-0315-B85067C5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C73F4-4B90-5160-E292-A2EF9216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09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87EB3-A080-AAD8-F946-EBF101BA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4EDAB-33F3-EC19-D9A2-8032CABA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6C1E6-4A26-6522-3D4B-3F388840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08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3260-EE88-9BFF-96CF-3AA9F872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E38E6-A52A-658C-4D4A-16BB57FE4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74B8D-5426-DA5B-B659-A56997EAB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B7F5E-8886-B9D0-F080-E892B508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C9975-B79F-FF8E-460D-D8C2144E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3C48F-33A7-6DD2-B96A-A483EF82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80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D06DF-06D7-AA5F-541D-36229A27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38E15E-21CF-DB38-0190-B92AB69AF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C7847-EDD2-58FB-0B16-AFD4FAFAB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3D14B-899D-0197-9B67-E44C174D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50009-29FE-8F8C-50C6-190CBD26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FF4FA-8FDF-82AB-B8A7-F19CF08E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82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786B-C9B6-2437-71D6-5A834EC7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407E1-0B9D-F7FA-0F60-675DD5051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388A-0581-5A59-3B7D-D3F168EF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B4B16-A2A5-A5A8-B8D3-148D3B74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7C770-5F78-6F10-41ED-037293C2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5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B9EAE-A6BE-2567-EAD3-CB21B90E8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1EEA0-60AF-54D4-6084-43234FC64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379AF-7012-08D3-A099-CC1B9257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7585F-AF88-5632-FAC7-D78822F6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2903-1B38-6B0A-2BCE-F3538741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4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A5814-0B32-D574-4165-B0082610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2C46F-1B7E-BD71-8586-4A3EF940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9C7EE-6832-D763-B6F7-69CD4D689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60D41-109C-49D9-BDF5-56CED2D02CAE}" type="datetimeFigureOut">
              <a:rPr kumimoji="1" lang="ja-JP" altLang="en-US" smtClean="0"/>
              <a:t>2025/8/13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BA19-C731-8216-F89A-A39E8A266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E78CB-5405-7945-7C28-B52891AFC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73B66-8A53-4A9F-BE4F-286DADA26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799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microsoft.com/office/2007/relationships/hdphoto" Target="../media/hdphoto10.wdp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204E0-A818-BC49-420E-DA6B31557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547" y="1130418"/>
            <a:ext cx="4876800" cy="487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A1D72A-F7F9-DD94-8A2F-6197AF50C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147" y="356881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5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F40E9-E5A5-2A23-1EA2-A42920019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0000"/>
                    </a14:imgEffect>
                    <a14:imgEffect>
                      <a14:brightnessContrast bright="15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380" y="666226"/>
            <a:ext cx="24384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B6F54-6BAC-E2BA-FA10-978B74831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80" y="3088722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F089A8-7719-956A-C7D2-53939B7E3D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80" y="618514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2C6415-F6C2-9E8C-03F0-BB91F8CE4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500"/>
                    </a14:imgEffect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380" y="3072818"/>
            <a:ext cx="2438400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9D0340-E498-2036-5391-ADFA0F9E61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000"/>
                    </a14:imgEffect>
                    <a14:imgEffect>
                      <a14:brightnessContrast bright="1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80" y="666226"/>
            <a:ext cx="2438400" cy="243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EC9ADD-0134-756E-BFCF-FCE3C293B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500"/>
                    </a14:imgEffect>
                    <a14:imgEffect>
                      <a14:brightnessContrast brigh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80" y="3056914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2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A3A77-3F3D-77B0-75E5-6DCEEBC5F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89" y="3572594"/>
            <a:ext cx="780290" cy="3901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2AAB97-0F21-732B-F518-4F7E807469AF}"/>
              </a:ext>
            </a:extLst>
          </p:cNvPr>
          <p:cNvSpPr/>
          <p:nvPr/>
        </p:nvSpPr>
        <p:spPr>
          <a:xfrm>
            <a:off x="2979589" y="3572593"/>
            <a:ext cx="186522" cy="39014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21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45DCA4-7269-C236-4D20-CE045F8B2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25"/>
          <a:stretch/>
        </p:blipFill>
        <p:spPr>
          <a:xfrm>
            <a:off x="212379" y="3226757"/>
            <a:ext cx="1799301" cy="1931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155F8-845D-7FF4-0994-9F452AA74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0" y="723621"/>
            <a:ext cx="3338819" cy="2701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088938-9D1F-370B-2B80-7B6E880CF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66" r="697"/>
          <a:stretch/>
        </p:blipFill>
        <p:spPr>
          <a:xfrm>
            <a:off x="2011681" y="3226757"/>
            <a:ext cx="1539518" cy="1931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9CCF5C-E233-7D6D-8E07-A80B7DCEC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740" y="300677"/>
            <a:ext cx="3070860" cy="30708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7B9157-7909-00AB-4DB9-88D9CFE14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740" y="2705100"/>
            <a:ext cx="307086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56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60546A-BD8A-A89E-1174-017C57BB4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460" y="449580"/>
            <a:ext cx="2438400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8FBBBB-BAF3-F42F-6B41-B66533BDF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156460" y="2887980"/>
            <a:ext cx="24384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6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93E7B0-9631-9B3F-9784-B6969DA48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103123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D3E290-A2A8-6C78-EAFC-ABB35FE0D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822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881"/>
          <a:stretch/>
        </p:blipFill>
        <p:spPr>
          <a:xfrm>
            <a:off x="4876800" y="3103123"/>
            <a:ext cx="2438400" cy="243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EB6927-60EC-187F-5908-D1FCC6BCFD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806"/>
                    </a14:imgEffect>
                    <a14:imgEffect>
                      <a14:saturation sat="38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8400" y="85928"/>
            <a:ext cx="4876800" cy="301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2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F9B605-6A84-EFC0-B5A4-C079759EB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155970"/>
            <a:ext cx="2273031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8B7A35-A313-3662-5F6D-57E8A1D38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230" y="1155289"/>
            <a:ext cx="3915249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608076-A561-9057-0EE2-253731546BA0}"/>
              </a:ext>
            </a:extLst>
          </p:cNvPr>
          <p:cNvSpPr/>
          <p:nvPr/>
        </p:nvSpPr>
        <p:spPr>
          <a:xfrm>
            <a:off x="1333849" y="2500009"/>
            <a:ext cx="6644081" cy="16926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0B569-F4EC-983F-0721-C31B41CBA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49" y="996893"/>
            <a:ext cx="6644081" cy="2193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377AA0-90F6-F805-95D7-1E7B6F88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49" y="3429000"/>
            <a:ext cx="4018327" cy="2352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09B7FD-345E-23E7-EC7A-21E646A551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2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 b="8734"/>
          <a:stretch/>
        </p:blipFill>
        <p:spPr>
          <a:xfrm>
            <a:off x="5352176" y="3428998"/>
            <a:ext cx="2625754" cy="235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7D4B3E-D9FA-B50E-4692-871459681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93" y="0"/>
            <a:ext cx="3046379" cy="3046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B8CF0-3C5C-FCE0-E081-0DAD9698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243192" cy="2287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68CF9A-42C8-2B6B-0A1F-ACBF8B28F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66"/>
          <a:stretch/>
        </p:blipFill>
        <p:spPr>
          <a:xfrm flipV="1">
            <a:off x="0" y="2287621"/>
            <a:ext cx="243192" cy="1429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61FF29-A272-B1C2-4184-F89212439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92" y="2822642"/>
            <a:ext cx="3046379" cy="894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B4C70-FC33-8B35-0B6C-95B4BAAA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72" y="-1"/>
            <a:ext cx="163750" cy="3717587"/>
          </a:xfrm>
          <a:prstGeom prst="rect">
            <a:avLst/>
          </a:prstGeom>
        </p:spPr>
      </p:pic>
      <p:sp>
        <p:nvSpPr>
          <p:cNvPr id="24" name="正方形/長方形 5">
            <a:extLst>
              <a:ext uri="{FF2B5EF4-FFF2-40B4-BE49-F238E27FC236}">
                <a16:creationId xmlns:a16="http://schemas.microsoft.com/office/drawing/2014/main" id="{C873B971-C2F8-C9A6-FB2E-4E0F2C925B00}"/>
              </a:ext>
            </a:extLst>
          </p:cNvPr>
          <p:cNvSpPr/>
          <p:nvPr/>
        </p:nvSpPr>
        <p:spPr>
          <a:xfrm>
            <a:off x="3777843" y="420174"/>
            <a:ext cx="5203591" cy="5814451"/>
          </a:xfrm>
          <a:prstGeom prst="rect">
            <a:avLst/>
          </a:prstGeom>
          <a:gradFill>
            <a:gsLst>
              <a:gs pos="37000">
                <a:srgbClr val="9DA0A1"/>
              </a:gs>
              <a:gs pos="25000">
                <a:srgbClr val="B4B2B0"/>
              </a:gs>
              <a:gs pos="47000">
                <a:srgbClr val="9DA0A1"/>
              </a:gs>
              <a:gs pos="97902">
                <a:srgbClr val="CCCBCA"/>
              </a:gs>
              <a:gs pos="71000">
                <a:srgbClr val="B4B2B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6">
            <a:extLst>
              <a:ext uri="{FF2B5EF4-FFF2-40B4-BE49-F238E27FC236}">
                <a16:creationId xmlns:a16="http://schemas.microsoft.com/office/drawing/2014/main" id="{99FFAF96-54E4-6B60-E7E0-E91E4D18FE3C}"/>
              </a:ext>
            </a:extLst>
          </p:cNvPr>
          <p:cNvSpPr/>
          <p:nvPr/>
        </p:nvSpPr>
        <p:spPr>
          <a:xfrm>
            <a:off x="3704733" y="420173"/>
            <a:ext cx="6729585" cy="157483"/>
          </a:xfrm>
          <a:prstGeom prst="rect">
            <a:avLst/>
          </a:prstGeom>
          <a:solidFill>
            <a:srgbClr val="D8DAD9"/>
          </a:solidFill>
          <a:ln w="25400" cap="sq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7">
            <a:extLst>
              <a:ext uri="{FF2B5EF4-FFF2-40B4-BE49-F238E27FC236}">
                <a16:creationId xmlns:a16="http://schemas.microsoft.com/office/drawing/2014/main" id="{C9DC1AFD-D29C-3328-BD99-BDE0BA2BC8AE}"/>
              </a:ext>
            </a:extLst>
          </p:cNvPr>
          <p:cNvSpPr/>
          <p:nvPr/>
        </p:nvSpPr>
        <p:spPr>
          <a:xfrm>
            <a:off x="3777843" y="577656"/>
            <a:ext cx="6656475" cy="129974"/>
          </a:xfrm>
          <a:prstGeom prst="rect">
            <a:avLst/>
          </a:prstGeom>
          <a:gradFill>
            <a:gsLst>
              <a:gs pos="0">
                <a:srgbClr val="788D86"/>
              </a:gs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9">
            <a:extLst>
              <a:ext uri="{FF2B5EF4-FFF2-40B4-BE49-F238E27FC236}">
                <a16:creationId xmlns:a16="http://schemas.microsoft.com/office/drawing/2014/main" id="{DFA42681-1CA3-6B75-3505-130C1C878284}"/>
              </a:ext>
            </a:extLst>
          </p:cNvPr>
          <p:cNvCxnSpPr>
            <a:cxnSpLocks/>
          </p:cNvCxnSpPr>
          <p:nvPr/>
        </p:nvCxnSpPr>
        <p:spPr>
          <a:xfrm>
            <a:off x="5376672" y="563880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11">
            <a:extLst>
              <a:ext uri="{FF2B5EF4-FFF2-40B4-BE49-F238E27FC236}">
                <a16:creationId xmlns:a16="http://schemas.microsoft.com/office/drawing/2014/main" id="{BE4B3591-2741-7296-FDAB-702820E129DE}"/>
              </a:ext>
            </a:extLst>
          </p:cNvPr>
          <p:cNvCxnSpPr>
            <a:cxnSpLocks/>
          </p:cNvCxnSpPr>
          <p:nvPr/>
        </p:nvCxnSpPr>
        <p:spPr>
          <a:xfrm>
            <a:off x="6096000" y="577656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12">
            <a:extLst>
              <a:ext uri="{FF2B5EF4-FFF2-40B4-BE49-F238E27FC236}">
                <a16:creationId xmlns:a16="http://schemas.microsoft.com/office/drawing/2014/main" id="{28EE45DC-AAAC-A6AD-E2DB-945320EC765F}"/>
              </a:ext>
            </a:extLst>
          </p:cNvPr>
          <p:cNvCxnSpPr>
            <a:cxnSpLocks/>
          </p:cNvCxnSpPr>
          <p:nvPr/>
        </p:nvCxnSpPr>
        <p:spPr>
          <a:xfrm>
            <a:off x="4673600" y="562356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13">
            <a:extLst>
              <a:ext uri="{FF2B5EF4-FFF2-40B4-BE49-F238E27FC236}">
                <a16:creationId xmlns:a16="http://schemas.microsoft.com/office/drawing/2014/main" id="{2C51A609-8F05-F70A-48D4-D29E0EE07D16}"/>
              </a:ext>
            </a:extLst>
          </p:cNvPr>
          <p:cNvCxnSpPr>
            <a:cxnSpLocks/>
          </p:cNvCxnSpPr>
          <p:nvPr/>
        </p:nvCxnSpPr>
        <p:spPr>
          <a:xfrm>
            <a:off x="3942080" y="623375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14">
            <a:extLst>
              <a:ext uri="{FF2B5EF4-FFF2-40B4-BE49-F238E27FC236}">
                <a16:creationId xmlns:a16="http://schemas.microsoft.com/office/drawing/2014/main" id="{0B45978A-EA26-EC95-A56E-74832A161139}"/>
              </a:ext>
            </a:extLst>
          </p:cNvPr>
          <p:cNvCxnSpPr>
            <a:cxnSpLocks/>
          </p:cNvCxnSpPr>
          <p:nvPr/>
        </p:nvCxnSpPr>
        <p:spPr>
          <a:xfrm>
            <a:off x="6797040" y="562356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15">
            <a:extLst>
              <a:ext uri="{FF2B5EF4-FFF2-40B4-BE49-F238E27FC236}">
                <a16:creationId xmlns:a16="http://schemas.microsoft.com/office/drawing/2014/main" id="{F66D5CFC-51FA-8658-A8AA-D79553F69E09}"/>
              </a:ext>
            </a:extLst>
          </p:cNvPr>
          <p:cNvCxnSpPr>
            <a:cxnSpLocks/>
          </p:cNvCxnSpPr>
          <p:nvPr/>
        </p:nvCxnSpPr>
        <p:spPr>
          <a:xfrm>
            <a:off x="7528560" y="623375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16">
            <a:extLst>
              <a:ext uri="{FF2B5EF4-FFF2-40B4-BE49-F238E27FC236}">
                <a16:creationId xmlns:a16="http://schemas.microsoft.com/office/drawing/2014/main" id="{A76AE22B-BB5D-36E6-72FD-711433F4C46E}"/>
              </a:ext>
            </a:extLst>
          </p:cNvPr>
          <p:cNvCxnSpPr>
            <a:cxnSpLocks/>
          </p:cNvCxnSpPr>
          <p:nvPr/>
        </p:nvCxnSpPr>
        <p:spPr>
          <a:xfrm>
            <a:off x="8255995" y="623375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17">
            <a:extLst>
              <a:ext uri="{FF2B5EF4-FFF2-40B4-BE49-F238E27FC236}">
                <a16:creationId xmlns:a16="http://schemas.microsoft.com/office/drawing/2014/main" id="{407068CC-23C6-51A9-A229-CE7E721A2243}"/>
              </a:ext>
            </a:extLst>
          </p:cNvPr>
          <p:cNvCxnSpPr>
            <a:cxnSpLocks/>
          </p:cNvCxnSpPr>
          <p:nvPr/>
        </p:nvCxnSpPr>
        <p:spPr>
          <a:xfrm>
            <a:off x="8981436" y="577656"/>
            <a:ext cx="0" cy="5733288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20">
            <a:extLst>
              <a:ext uri="{FF2B5EF4-FFF2-40B4-BE49-F238E27FC236}">
                <a16:creationId xmlns:a16="http://schemas.microsoft.com/office/drawing/2014/main" id="{210746E6-A485-1D2E-6FA4-6D4250BEAA9A}"/>
              </a:ext>
            </a:extLst>
          </p:cNvPr>
          <p:cNvCxnSpPr>
            <a:cxnSpLocks/>
          </p:cNvCxnSpPr>
          <p:nvPr/>
        </p:nvCxnSpPr>
        <p:spPr>
          <a:xfrm>
            <a:off x="3704733" y="103632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24">
            <a:extLst>
              <a:ext uri="{FF2B5EF4-FFF2-40B4-BE49-F238E27FC236}">
                <a16:creationId xmlns:a16="http://schemas.microsoft.com/office/drawing/2014/main" id="{9D58524C-EDAB-1BB5-6DD7-9124788F9245}"/>
              </a:ext>
            </a:extLst>
          </p:cNvPr>
          <p:cNvCxnSpPr>
            <a:cxnSpLocks/>
          </p:cNvCxnSpPr>
          <p:nvPr/>
        </p:nvCxnSpPr>
        <p:spPr>
          <a:xfrm>
            <a:off x="3777843" y="225552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25">
            <a:extLst>
              <a:ext uri="{FF2B5EF4-FFF2-40B4-BE49-F238E27FC236}">
                <a16:creationId xmlns:a16="http://schemas.microsoft.com/office/drawing/2014/main" id="{3002CF0C-AD6E-76DC-CEA2-1132973EF755}"/>
              </a:ext>
            </a:extLst>
          </p:cNvPr>
          <p:cNvCxnSpPr>
            <a:cxnSpLocks/>
          </p:cNvCxnSpPr>
          <p:nvPr/>
        </p:nvCxnSpPr>
        <p:spPr>
          <a:xfrm>
            <a:off x="3777843" y="262128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26">
            <a:extLst>
              <a:ext uri="{FF2B5EF4-FFF2-40B4-BE49-F238E27FC236}">
                <a16:creationId xmlns:a16="http://schemas.microsoft.com/office/drawing/2014/main" id="{98F35FC8-39B2-DB43-A2EE-71D0270FFB4C}"/>
              </a:ext>
            </a:extLst>
          </p:cNvPr>
          <p:cNvCxnSpPr>
            <a:cxnSpLocks/>
          </p:cNvCxnSpPr>
          <p:nvPr/>
        </p:nvCxnSpPr>
        <p:spPr>
          <a:xfrm>
            <a:off x="3777843" y="373888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27">
            <a:extLst>
              <a:ext uri="{FF2B5EF4-FFF2-40B4-BE49-F238E27FC236}">
                <a16:creationId xmlns:a16="http://schemas.microsoft.com/office/drawing/2014/main" id="{9D008598-0430-142A-155D-0FC8F3E15615}"/>
              </a:ext>
            </a:extLst>
          </p:cNvPr>
          <p:cNvCxnSpPr>
            <a:cxnSpLocks/>
          </p:cNvCxnSpPr>
          <p:nvPr/>
        </p:nvCxnSpPr>
        <p:spPr>
          <a:xfrm>
            <a:off x="3777843" y="419608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28">
            <a:extLst>
              <a:ext uri="{FF2B5EF4-FFF2-40B4-BE49-F238E27FC236}">
                <a16:creationId xmlns:a16="http://schemas.microsoft.com/office/drawing/2014/main" id="{710F3BB7-BA46-D547-84BC-47B103B81536}"/>
              </a:ext>
            </a:extLst>
          </p:cNvPr>
          <p:cNvCxnSpPr>
            <a:cxnSpLocks/>
          </p:cNvCxnSpPr>
          <p:nvPr/>
        </p:nvCxnSpPr>
        <p:spPr>
          <a:xfrm>
            <a:off x="3704733" y="5445760"/>
            <a:ext cx="6963267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29">
            <a:extLst>
              <a:ext uri="{FF2B5EF4-FFF2-40B4-BE49-F238E27FC236}">
                <a16:creationId xmlns:a16="http://schemas.microsoft.com/office/drawing/2014/main" id="{5FFBF500-17BC-EC35-A9CE-4F4CB6732AD1}"/>
              </a:ext>
            </a:extLst>
          </p:cNvPr>
          <p:cNvSpPr/>
          <p:nvPr/>
        </p:nvSpPr>
        <p:spPr>
          <a:xfrm>
            <a:off x="6342752" y="2621280"/>
            <a:ext cx="130289" cy="1117599"/>
          </a:xfrm>
          <a:prstGeom prst="rect">
            <a:avLst/>
          </a:prstGeom>
          <a:solidFill>
            <a:srgbClr val="21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32">
            <a:extLst>
              <a:ext uri="{FF2B5EF4-FFF2-40B4-BE49-F238E27FC236}">
                <a16:creationId xmlns:a16="http://schemas.microsoft.com/office/drawing/2014/main" id="{2C08FE56-98AB-C135-7259-9448163201BB}"/>
              </a:ext>
            </a:extLst>
          </p:cNvPr>
          <p:cNvSpPr/>
          <p:nvPr/>
        </p:nvSpPr>
        <p:spPr>
          <a:xfrm>
            <a:off x="6336080" y="4206123"/>
            <a:ext cx="136961" cy="1239635"/>
          </a:xfrm>
          <a:prstGeom prst="rect">
            <a:avLst/>
          </a:prstGeom>
          <a:solidFill>
            <a:srgbClr val="21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33">
            <a:extLst>
              <a:ext uri="{FF2B5EF4-FFF2-40B4-BE49-F238E27FC236}">
                <a16:creationId xmlns:a16="http://schemas.microsoft.com/office/drawing/2014/main" id="{6CDAD6FB-E556-EFDE-F222-E0240D43DAA1}"/>
              </a:ext>
            </a:extLst>
          </p:cNvPr>
          <p:cNvSpPr/>
          <p:nvPr/>
        </p:nvSpPr>
        <p:spPr>
          <a:xfrm>
            <a:off x="6336080" y="1023624"/>
            <a:ext cx="136961" cy="1239635"/>
          </a:xfrm>
          <a:prstGeom prst="rect">
            <a:avLst/>
          </a:prstGeom>
          <a:solidFill>
            <a:srgbClr val="21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91212B7-BC67-5E59-6CEA-453F81C183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1000"/>
                    </a14:imgEffect>
                    <a14:imgEffect>
                      <a14:brightnessContrast brigh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020" y="623375"/>
            <a:ext cx="1448298" cy="561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0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7CCC-85C6-71D8-F37F-0735E1F6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【勉強】勉強してください【勉強】">
            <a:extLst>
              <a:ext uri="{FF2B5EF4-FFF2-40B4-BE49-F238E27FC236}">
                <a16:creationId xmlns:a16="http://schemas.microsoft.com/office/drawing/2014/main" id="{1F4F6BC0-54A1-DF95-3DA3-3A57E2F39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0" r="15293"/>
          <a:stretch/>
        </p:blipFill>
        <p:spPr bwMode="auto">
          <a:xfrm>
            <a:off x="2483141" y="181324"/>
            <a:ext cx="1788198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【勉強】勉強してください【勉強】">
            <a:extLst>
              <a:ext uri="{FF2B5EF4-FFF2-40B4-BE49-F238E27FC236}">
                <a16:creationId xmlns:a16="http://schemas.microsoft.com/office/drawing/2014/main" id="{8E445018-2454-94D6-2298-53FE3EB304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0" r="15293"/>
          <a:stretch/>
        </p:blipFill>
        <p:spPr bwMode="auto">
          <a:xfrm flipH="1">
            <a:off x="694944" y="181324"/>
            <a:ext cx="1788198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今すぐに勉強してください #勉強 #勉強 #勉強 #勉強 #勉強 - YouTube">
            <a:extLst>
              <a:ext uri="{FF2B5EF4-FFF2-40B4-BE49-F238E27FC236}">
                <a16:creationId xmlns:a16="http://schemas.microsoft.com/office/drawing/2014/main" id="{2334D46F-1917-C67B-E88E-C7AC286456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64" r="47101"/>
          <a:stretch/>
        </p:blipFill>
        <p:spPr bwMode="auto">
          <a:xfrm>
            <a:off x="4972531" y="1602296"/>
            <a:ext cx="2040665" cy="525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今すぐに勉強してください #勉強 #勉強 #勉強 #勉強 #勉強 - YouTube">
            <a:extLst>
              <a:ext uri="{FF2B5EF4-FFF2-40B4-BE49-F238E27FC236}">
                <a16:creationId xmlns:a16="http://schemas.microsoft.com/office/drawing/2014/main" id="{05534B33-9193-EC69-0BBA-68FC23B56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64" r="47101"/>
          <a:stretch/>
        </p:blipFill>
        <p:spPr bwMode="auto">
          <a:xfrm flipH="1">
            <a:off x="7013195" y="1602296"/>
            <a:ext cx="2040664" cy="525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415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D9C7-4FB0-699F-A6B2-438D2DED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勉強」と言うたびにどんどん加速していく河野玄斗さん - YouTube">
            <a:extLst>
              <a:ext uri="{FF2B5EF4-FFF2-40B4-BE49-F238E27FC236}">
                <a16:creationId xmlns:a16="http://schemas.microsoft.com/office/drawing/2014/main" id="{3FBCF4A7-973D-1842-E0A5-E422A2920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4" t="15367" r="14311" b="13257"/>
          <a:stretch/>
        </p:blipFill>
        <p:spPr bwMode="auto">
          <a:xfrm>
            <a:off x="4454554" y="1845578"/>
            <a:ext cx="3816991" cy="326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47A4D3-A167-A398-97E3-D3A2F16B0076}"/>
              </a:ext>
            </a:extLst>
          </p:cNvPr>
          <p:cNvSpPr txBox="1"/>
          <p:nvPr/>
        </p:nvSpPr>
        <p:spPr>
          <a:xfrm>
            <a:off x="1409350" y="1686187"/>
            <a:ext cx="1786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.Hiragino Kaku Gothic Interfac" panose="020B0600070205080204" pitchFamily="34" charset="-128"/>
                <a:ea typeface=".Hiragino Kaku Gothic Interfac" panose="020B0600070205080204" pitchFamily="34" charset="-128"/>
              </a:rPr>
              <a:t>ひらぎの</a:t>
            </a:r>
          </a:p>
        </p:txBody>
      </p:sp>
    </p:spTree>
    <p:extLst>
      <p:ext uri="{BB962C8B-B14F-4D97-AF65-F5344CB8AC3E}">
        <p14:creationId xmlns:p14="http://schemas.microsoft.com/office/powerpoint/2010/main" val="17810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31CE7E-D64F-A931-3B8A-E3F9340B576E}"/>
              </a:ext>
            </a:extLst>
          </p:cNvPr>
          <p:cNvSpPr/>
          <p:nvPr/>
        </p:nvSpPr>
        <p:spPr>
          <a:xfrm>
            <a:off x="477986" y="515224"/>
            <a:ext cx="2646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A3308-98AE-C3D5-4DE7-AA6A14688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92" y="799472"/>
            <a:ext cx="1553874" cy="21490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833CF2-65CF-C13C-BE67-C97F16DD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86" y="515224"/>
            <a:ext cx="1417926" cy="2438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8DB848-1108-2A26-96CB-9321F4BC6B3A}"/>
              </a:ext>
            </a:extLst>
          </p:cNvPr>
          <p:cNvSpPr/>
          <p:nvPr/>
        </p:nvSpPr>
        <p:spPr>
          <a:xfrm>
            <a:off x="4626035" y="1004816"/>
            <a:ext cx="4261607" cy="1943728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533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318CD-9B26-5E9C-6CBD-6303171FC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01" t="23608" r="16053" b="12906"/>
          <a:stretch/>
        </p:blipFill>
        <p:spPr>
          <a:xfrm>
            <a:off x="0" y="-87827"/>
            <a:ext cx="12192000" cy="69458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FFC6A2-2F2F-9A6B-7EEE-4CA7138B6640}"/>
              </a:ext>
            </a:extLst>
          </p:cNvPr>
          <p:cNvSpPr/>
          <p:nvPr/>
        </p:nvSpPr>
        <p:spPr>
          <a:xfrm>
            <a:off x="11734420" y="956555"/>
            <a:ext cx="1686187" cy="5729681"/>
          </a:xfrm>
          <a:custGeom>
            <a:avLst/>
            <a:gdLst>
              <a:gd name="connsiteX0" fmla="*/ 0 w 1610686"/>
              <a:gd name="connsiteY0" fmla="*/ 0 h 5729681"/>
              <a:gd name="connsiteX1" fmla="*/ 1610686 w 1610686"/>
              <a:gd name="connsiteY1" fmla="*/ 0 h 5729681"/>
              <a:gd name="connsiteX2" fmla="*/ 1610686 w 1610686"/>
              <a:gd name="connsiteY2" fmla="*/ 5729681 h 5729681"/>
              <a:gd name="connsiteX3" fmla="*/ 0 w 1610686"/>
              <a:gd name="connsiteY3" fmla="*/ 5729681 h 5729681"/>
              <a:gd name="connsiteX4" fmla="*/ 0 w 1610686"/>
              <a:gd name="connsiteY4" fmla="*/ 0 h 5729681"/>
              <a:gd name="connsiteX0" fmla="*/ 0 w 1686187"/>
              <a:gd name="connsiteY0" fmla="*/ 0 h 5729681"/>
              <a:gd name="connsiteX1" fmla="*/ 1686187 w 1686187"/>
              <a:gd name="connsiteY1" fmla="*/ 8389 h 5729681"/>
              <a:gd name="connsiteX2" fmla="*/ 1610686 w 1686187"/>
              <a:gd name="connsiteY2" fmla="*/ 5729681 h 5729681"/>
              <a:gd name="connsiteX3" fmla="*/ 0 w 1686187"/>
              <a:gd name="connsiteY3" fmla="*/ 5729681 h 5729681"/>
              <a:gd name="connsiteX4" fmla="*/ 0 w 1686187"/>
              <a:gd name="connsiteY4" fmla="*/ 0 h 57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6187" h="5729681">
                <a:moveTo>
                  <a:pt x="0" y="0"/>
                </a:moveTo>
                <a:lnTo>
                  <a:pt x="1686187" y="8389"/>
                </a:lnTo>
                <a:lnTo>
                  <a:pt x="1610686" y="5729681"/>
                </a:lnTo>
                <a:lnTo>
                  <a:pt x="0" y="572968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8FD54A-7CD2-BB39-E104-A27348B7E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0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095">
            <a:off x="1584740" y="2892344"/>
            <a:ext cx="1503274" cy="3408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555624-1D54-7A9E-0D5E-3095CCE12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000"/>
                    </a14:imgEffect>
                    <a14:imgEffect>
                      <a14:saturation sat="1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095" flipV="1">
            <a:off x="1681746" y="763308"/>
            <a:ext cx="1503274" cy="21320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F57F5C-1E77-C875-EDEF-6DA6096219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20"/>
          <a:stretch/>
        </p:blipFill>
        <p:spPr>
          <a:xfrm rot="176608">
            <a:off x="3077037" y="775228"/>
            <a:ext cx="74864" cy="5563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DD9FF9-C0B5-AF90-D73B-B51757CCF1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7" r="45525"/>
          <a:stretch/>
        </p:blipFill>
        <p:spPr>
          <a:xfrm rot="176608">
            <a:off x="3140352" y="795701"/>
            <a:ext cx="872259" cy="5563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E7E4E7-49D4-A3FA-C481-BCDBDCC3E3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7" r="45525"/>
          <a:stretch/>
        </p:blipFill>
        <p:spPr>
          <a:xfrm rot="176608" flipH="1">
            <a:off x="3947097" y="860665"/>
            <a:ext cx="1657967" cy="55637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17B070-C313-98B3-1D39-CBC231FE7A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5" r="-2104"/>
          <a:stretch/>
        </p:blipFill>
        <p:spPr>
          <a:xfrm rot="176608">
            <a:off x="5594593" y="906089"/>
            <a:ext cx="519256" cy="55637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5AF2DB-A907-1F63-291E-0DBFCD2F75D4}"/>
              </a:ext>
            </a:extLst>
          </p:cNvPr>
          <p:cNvSpPr/>
          <p:nvPr/>
        </p:nvSpPr>
        <p:spPr>
          <a:xfrm>
            <a:off x="2678966" y="821766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5788C-5F31-F1B7-F6D2-3D03F73F4E4F}"/>
              </a:ext>
            </a:extLst>
          </p:cNvPr>
          <p:cNvSpPr/>
          <p:nvPr/>
        </p:nvSpPr>
        <p:spPr>
          <a:xfrm>
            <a:off x="2652005" y="1085733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C4902-09AC-3037-9AD6-4DEF41917F86}"/>
              </a:ext>
            </a:extLst>
          </p:cNvPr>
          <p:cNvSpPr/>
          <p:nvPr/>
        </p:nvSpPr>
        <p:spPr>
          <a:xfrm>
            <a:off x="2646213" y="1378306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D7E8D0-F57E-C6FE-CA88-6481D3D8DE29}"/>
              </a:ext>
            </a:extLst>
          </p:cNvPr>
          <p:cNvSpPr/>
          <p:nvPr/>
        </p:nvSpPr>
        <p:spPr>
          <a:xfrm>
            <a:off x="2638050" y="1639269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A14D03-7ECA-D9E5-C041-7EA539932979}"/>
              </a:ext>
            </a:extLst>
          </p:cNvPr>
          <p:cNvSpPr/>
          <p:nvPr/>
        </p:nvSpPr>
        <p:spPr>
          <a:xfrm>
            <a:off x="2629887" y="1895420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4BDD3-675A-FDC9-F945-3E03F8ABC4C4}"/>
              </a:ext>
            </a:extLst>
          </p:cNvPr>
          <p:cNvSpPr/>
          <p:nvPr/>
        </p:nvSpPr>
        <p:spPr>
          <a:xfrm>
            <a:off x="2603929" y="2186676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42046F-1AFC-A39F-BAD6-6C74E5E3223F}"/>
              </a:ext>
            </a:extLst>
          </p:cNvPr>
          <p:cNvSpPr/>
          <p:nvPr/>
        </p:nvSpPr>
        <p:spPr>
          <a:xfrm>
            <a:off x="2576733" y="2464404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B9D02-2521-DB36-4F5D-23C7A749C322}"/>
              </a:ext>
            </a:extLst>
          </p:cNvPr>
          <p:cNvSpPr/>
          <p:nvPr/>
        </p:nvSpPr>
        <p:spPr>
          <a:xfrm>
            <a:off x="2572832" y="2737369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D13ACC-5F00-3DBC-A58A-8625FD2339FB}"/>
              </a:ext>
            </a:extLst>
          </p:cNvPr>
          <p:cNvSpPr/>
          <p:nvPr/>
        </p:nvSpPr>
        <p:spPr>
          <a:xfrm>
            <a:off x="2549117" y="2997770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2DC737-99F1-16B5-74C6-D265AA1EFE34}"/>
              </a:ext>
            </a:extLst>
          </p:cNvPr>
          <p:cNvSpPr/>
          <p:nvPr/>
        </p:nvSpPr>
        <p:spPr>
          <a:xfrm>
            <a:off x="2534955" y="3268115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6BA6F4-CC1A-E025-AA87-9E439C5041D3}"/>
              </a:ext>
            </a:extLst>
          </p:cNvPr>
          <p:cNvSpPr/>
          <p:nvPr/>
        </p:nvSpPr>
        <p:spPr>
          <a:xfrm>
            <a:off x="2514464" y="3551807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006AD4-3BF6-7288-D136-4D3F8660427D}"/>
              </a:ext>
            </a:extLst>
          </p:cNvPr>
          <p:cNvSpPr/>
          <p:nvPr/>
        </p:nvSpPr>
        <p:spPr>
          <a:xfrm>
            <a:off x="2514691" y="3830721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F94B0D-1459-4E9E-5E4D-730D730FC6F0}"/>
              </a:ext>
            </a:extLst>
          </p:cNvPr>
          <p:cNvSpPr/>
          <p:nvPr/>
        </p:nvSpPr>
        <p:spPr>
          <a:xfrm>
            <a:off x="2498264" y="4109635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A6294-32A9-67F0-1F1F-CA15E5EB9D94}"/>
              </a:ext>
            </a:extLst>
          </p:cNvPr>
          <p:cNvSpPr/>
          <p:nvPr/>
        </p:nvSpPr>
        <p:spPr>
          <a:xfrm>
            <a:off x="2487537" y="4390989"/>
            <a:ext cx="510540" cy="263967"/>
          </a:xfrm>
          <a:prstGeom prst="rect">
            <a:avLst/>
          </a:prstGeom>
          <a:noFill/>
          <a:ln w="38100">
            <a:solidFill>
              <a:srgbClr val="F5F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75B3A0-4DF7-0A92-94C8-76C005CF17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700"/>
                    </a14:imgEffect>
                    <a14:imgEffect>
                      <a14:saturation sat="90000"/>
                    </a14:imgEffect>
                    <a14:imgEffect>
                      <a14:brightnessContrast bright="1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776" t="5792"/>
          <a:stretch/>
        </p:blipFill>
        <p:spPr>
          <a:xfrm rot="158712">
            <a:off x="3140562" y="2333628"/>
            <a:ext cx="2836705" cy="140243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960BCA4-F7D7-B5AE-1CD9-6D2775F3B0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70" t="6802"/>
          <a:stretch/>
        </p:blipFill>
        <p:spPr>
          <a:xfrm rot="158712">
            <a:off x="3019156" y="4919503"/>
            <a:ext cx="2815810" cy="14455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55D38C-8894-F965-B9EC-26C8940362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70" t="6802"/>
          <a:stretch/>
        </p:blipFill>
        <p:spPr>
          <a:xfrm rot="158712" flipV="1">
            <a:off x="3080202" y="3721010"/>
            <a:ext cx="2815810" cy="119990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24B8216-0313-619B-96F9-A5B177269979}"/>
              </a:ext>
            </a:extLst>
          </p:cNvPr>
          <p:cNvSpPr/>
          <p:nvPr/>
        </p:nvSpPr>
        <p:spPr>
          <a:xfrm rot="184603">
            <a:off x="1604998" y="748779"/>
            <a:ext cx="966440" cy="5556421"/>
          </a:xfrm>
          <a:prstGeom prst="rect">
            <a:avLst/>
          </a:prstGeom>
          <a:gradFill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91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B2BB30-3DEB-58AB-A1EE-56E575283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301" y="3022651"/>
            <a:ext cx="1625397" cy="812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403BA-2158-B99D-C740-97C024F2B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315012" y="3022651"/>
            <a:ext cx="1527089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0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4B8D-C667-2ED9-EB7E-91D22237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1" y="0"/>
            <a:ext cx="1144987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2754C-29FD-433C-C048-C38C051299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43686" r="35716"/>
          <a:stretch/>
        </p:blipFill>
        <p:spPr>
          <a:xfrm rot="546883">
            <a:off x="4841906" y="1916341"/>
            <a:ext cx="898282" cy="334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20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2DB93C-1EC2-581E-83EB-F09A61DE8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739" y="908979"/>
            <a:ext cx="4877481" cy="4877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17D9FF-9A65-5055-DA42-6BB3276C9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12256" y="908978"/>
            <a:ext cx="4877482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083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28AFAD-27C1-6649-4F86-ADC529B2C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00" b="98438" l="11996" r="93692">
                        <a14:foregroundMark x1="12823" y1="28984" x2="19235" y2="30938"/>
                        <a14:foregroundMark x1="12099" y1="31094" x2="13030" y2="31563"/>
                        <a14:foregroundMark x1="83454" y1="2500" x2="93692" y2="12969"/>
                        <a14:foregroundMark x1="74974" y1="28594" x2="73940" y2="28125"/>
                        <a14:foregroundMark x1="93692" y1="28516" x2="93692" y2="28516"/>
                        <a14:foregroundMark x1="88728" y1="93750" x2="88728" y2="93750"/>
                        <a14:foregroundMark x1="89245" y1="98438" x2="89245" y2="98438"/>
                        <a14:backgroundMark x1="59876" y1="29922" x2="58532" y2="30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41" t="5131"/>
          <a:stretch/>
        </p:blipFill>
        <p:spPr>
          <a:xfrm>
            <a:off x="7901194" y="354275"/>
            <a:ext cx="4111512" cy="57779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425918-9D3A-D620-E6EA-1F2D4D45F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6" y="990600"/>
            <a:ext cx="4876800" cy="4876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066EDD-71C5-8DD4-E6D0-4843403942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402"/>
          <a:stretch/>
        </p:blipFill>
        <p:spPr>
          <a:xfrm>
            <a:off x="2330825" y="936812"/>
            <a:ext cx="721661" cy="53071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795FC8-EC3E-B831-BB04-E5B23DE1DF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790"/>
          <a:stretch/>
        </p:blipFill>
        <p:spPr>
          <a:xfrm>
            <a:off x="-360826" y="936812"/>
            <a:ext cx="3765175" cy="57779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A988D0-2426-C0CD-EBDA-C0886BD605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402"/>
          <a:stretch/>
        </p:blipFill>
        <p:spPr>
          <a:xfrm>
            <a:off x="8426822" y="1360566"/>
            <a:ext cx="721661" cy="53071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9F7B070-10F8-3465-124C-EB93DD3C9D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790"/>
          <a:stretch/>
        </p:blipFill>
        <p:spPr>
          <a:xfrm>
            <a:off x="4778188" y="1311261"/>
            <a:ext cx="3648634" cy="55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4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水平線と青い空の無料写真素材 フリー">
            <a:extLst>
              <a:ext uri="{FF2B5EF4-FFF2-40B4-BE49-F238E27FC236}">
                <a16:creationId xmlns:a16="http://schemas.microsoft.com/office/drawing/2014/main" id="{F8EC5CF9-110A-2C4A-B63A-686E6C851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8" y="1192193"/>
            <a:ext cx="4116257" cy="273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5BD27D-F812-9C86-100E-5765E39B65BE}"/>
              </a:ext>
            </a:extLst>
          </p:cNvPr>
          <p:cNvSpPr/>
          <p:nvPr/>
        </p:nvSpPr>
        <p:spPr>
          <a:xfrm>
            <a:off x="7497209" y="996192"/>
            <a:ext cx="1233182" cy="4865615"/>
          </a:xfrm>
          <a:prstGeom prst="rect">
            <a:avLst/>
          </a:prstGeom>
          <a:gradFill>
            <a:gsLst>
              <a:gs pos="54000">
                <a:srgbClr val="579CEE"/>
              </a:gs>
              <a:gs pos="16000">
                <a:srgbClr val="4889E3"/>
              </a:gs>
              <a:gs pos="100000">
                <a:srgbClr val="8EC0F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09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4CF351-C9B1-B8E5-74C4-8F941322D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293" y="1711355"/>
            <a:ext cx="3624913" cy="36249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C2A930-9C23-4E37-C002-DF209F3386D4}"/>
              </a:ext>
            </a:extLst>
          </p:cNvPr>
          <p:cNvSpPr/>
          <p:nvPr/>
        </p:nvSpPr>
        <p:spPr>
          <a:xfrm>
            <a:off x="3312953" y="1711355"/>
            <a:ext cx="3624913" cy="3657599"/>
          </a:xfrm>
          <a:prstGeom prst="rect">
            <a:avLst/>
          </a:prstGeom>
          <a:gradFill>
            <a:gsLst>
              <a:gs pos="0">
                <a:srgbClr val="A49C92"/>
              </a:gs>
              <a:gs pos="31000">
                <a:srgbClr val="C4BFB8"/>
              </a:gs>
              <a:gs pos="33000">
                <a:srgbClr val="C4BFB8"/>
              </a:gs>
              <a:gs pos="100000">
                <a:srgbClr val="AFA89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AB8FDF-2766-461A-D014-0387A70E8F05}"/>
              </a:ext>
            </a:extLst>
          </p:cNvPr>
          <p:cNvCxnSpPr/>
          <p:nvPr/>
        </p:nvCxnSpPr>
        <p:spPr>
          <a:xfrm flipH="1">
            <a:off x="3312952" y="17113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E4ABAC-8284-40F3-F386-87F8E87F451E}"/>
              </a:ext>
            </a:extLst>
          </p:cNvPr>
          <p:cNvCxnSpPr/>
          <p:nvPr/>
        </p:nvCxnSpPr>
        <p:spPr>
          <a:xfrm flipH="1">
            <a:off x="3323112" y="18637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C1A032-5DD8-E69A-3952-D0C8B5439C62}"/>
              </a:ext>
            </a:extLst>
          </p:cNvPr>
          <p:cNvCxnSpPr/>
          <p:nvPr/>
        </p:nvCxnSpPr>
        <p:spPr>
          <a:xfrm flipH="1">
            <a:off x="3333272" y="20161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C86C8A-A4D6-1282-3829-6E21562EAD58}"/>
              </a:ext>
            </a:extLst>
          </p:cNvPr>
          <p:cNvCxnSpPr/>
          <p:nvPr/>
        </p:nvCxnSpPr>
        <p:spPr>
          <a:xfrm flipH="1">
            <a:off x="3312952" y="21685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264A41-EF27-94C8-585A-F39747A9A2EB}"/>
              </a:ext>
            </a:extLst>
          </p:cNvPr>
          <p:cNvCxnSpPr/>
          <p:nvPr/>
        </p:nvCxnSpPr>
        <p:spPr>
          <a:xfrm flipH="1">
            <a:off x="3333272" y="23209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629FEB-F033-01A2-159B-F5ABA632284B}"/>
              </a:ext>
            </a:extLst>
          </p:cNvPr>
          <p:cNvCxnSpPr/>
          <p:nvPr/>
        </p:nvCxnSpPr>
        <p:spPr>
          <a:xfrm flipH="1">
            <a:off x="3323112" y="24733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B7C7D7-F752-CDD0-35B1-8B8D88F3818F}"/>
              </a:ext>
            </a:extLst>
          </p:cNvPr>
          <p:cNvCxnSpPr/>
          <p:nvPr/>
        </p:nvCxnSpPr>
        <p:spPr>
          <a:xfrm flipH="1">
            <a:off x="3323112" y="26257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020ABA9-658E-088B-76C5-09DFEB5AE892}"/>
              </a:ext>
            </a:extLst>
          </p:cNvPr>
          <p:cNvCxnSpPr/>
          <p:nvPr/>
        </p:nvCxnSpPr>
        <p:spPr>
          <a:xfrm flipH="1">
            <a:off x="3302792" y="27781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AC83A0-A38D-FAF4-1483-FD1487181C86}"/>
              </a:ext>
            </a:extLst>
          </p:cNvPr>
          <p:cNvCxnSpPr/>
          <p:nvPr/>
        </p:nvCxnSpPr>
        <p:spPr>
          <a:xfrm flipH="1">
            <a:off x="3312952" y="29305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6E1F6D-D75D-5AE3-5768-887AD8E22D7C}"/>
              </a:ext>
            </a:extLst>
          </p:cNvPr>
          <p:cNvCxnSpPr/>
          <p:nvPr/>
        </p:nvCxnSpPr>
        <p:spPr>
          <a:xfrm flipH="1">
            <a:off x="3323112" y="30829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DBF2DDD-1A90-8253-9E49-982FB6C92994}"/>
              </a:ext>
            </a:extLst>
          </p:cNvPr>
          <p:cNvCxnSpPr/>
          <p:nvPr/>
        </p:nvCxnSpPr>
        <p:spPr>
          <a:xfrm flipH="1">
            <a:off x="3302792" y="32353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D790B54-2BED-C59E-9B08-5A4BB394211C}"/>
              </a:ext>
            </a:extLst>
          </p:cNvPr>
          <p:cNvCxnSpPr/>
          <p:nvPr/>
        </p:nvCxnSpPr>
        <p:spPr>
          <a:xfrm flipH="1">
            <a:off x="3323112" y="33877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4D3A7D-12F0-6B78-2B2E-5535C663C4A1}"/>
              </a:ext>
            </a:extLst>
          </p:cNvPr>
          <p:cNvCxnSpPr/>
          <p:nvPr/>
        </p:nvCxnSpPr>
        <p:spPr>
          <a:xfrm flipH="1">
            <a:off x="3312952" y="35401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3FA6CA5-30B1-CFA9-3B46-57445D7FE7D5}"/>
              </a:ext>
            </a:extLst>
          </p:cNvPr>
          <p:cNvCxnSpPr/>
          <p:nvPr/>
        </p:nvCxnSpPr>
        <p:spPr>
          <a:xfrm flipH="1">
            <a:off x="3312952" y="36925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F5817D2-6198-2783-6977-CAEFF48CC2F9}"/>
              </a:ext>
            </a:extLst>
          </p:cNvPr>
          <p:cNvCxnSpPr/>
          <p:nvPr/>
        </p:nvCxnSpPr>
        <p:spPr>
          <a:xfrm flipH="1">
            <a:off x="3292632" y="38449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1944167-FB16-C99B-9F59-C0D74A498238}"/>
              </a:ext>
            </a:extLst>
          </p:cNvPr>
          <p:cNvCxnSpPr/>
          <p:nvPr/>
        </p:nvCxnSpPr>
        <p:spPr>
          <a:xfrm flipH="1">
            <a:off x="3302792" y="39973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43C84F8-9895-E4ED-62F8-05B06A83190C}"/>
              </a:ext>
            </a:extLst>
          </p:cNvPr>
          <p:cNvCxnSpPr/>
          <p:nvPr/>
        </p:nvCxnSpPr>
        <p:spPr>
          <a:xfrm flipH="1">
            <a:off x="3312952" y="41497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CE2E2B7-34E9-B0BE-DA34-C4B307609259}"/>
              </a:ext>
            </a:extLst>
          </p:cNvPr>
          <p:cNvCxnSpPr/>
          <p:nvPr/>
        </p:nvCxnSpPr>
        <p:spPr>
          <a:xfrm flipH="1">
            <a:off x="3292632" y="43021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FE6F6DF-3C27-1413-9AD0-7E25998E959C}"/>
              </a:ext>
            </a:extLst>
          </p:cNvPr>
          <p:cNvCxnSpPr/>
          <p:nvPr/>
        </p:nvCxnSpPr>
        <p:spPr>
          <a:xfrm flipH="1">
            <a:off x="3312952" y="44545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97E7982-E39F-635A-0773-3FC3772995D1}"/>
              </a:ext>
            </a:extLst>
          </p:cNvPr>
          <p:cNvCxnSpPr/>
          <p:nvPr/>
        </p:nvCxnSpPr>
        <p:spPr>
          <a:xfrm flipH="1">
            <a:off x="3302792" y="46069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CFB4B7-DBED-B4C2-F208-71F7C532F3CC}"/>
              </a:ext>
            </a:extLst>
          </p:cNvPr>
          <p:cNvCxnSpPr/>
          <p:nvPr/>
        </p:nvCxnSpPr>
        <p:spPr>
          <a:xfrm flipH="1">
            <a:off x="3302792" y="47593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BBFE5A0-5858-EE91-112D-A907CD647BDB}"/>
              </a:ext>
            </a:extLst>
          </p:cNvPr>
          <p:cNvCxnSpPr/>
          <p:nvPr/>
        </p:nvCxnSpPr>
        <p:spPr>
          <a:xfrm flipH="1">
            <a:off x="3282472" y="44514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6F6EC46-1C7E-6624-E95F-F27344A58845}"/>
              </a:ext>
            </a:extLst>
          </p:cNvPr>
          <p:cNvCxnSpPr/>
          <p:nvPr/>
        </p:nvCxnSpPr>
        <p:spPr>
          <a:xfrm flipH="1">
            <a:off x="3292632" y="46038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112A89-7888-BCC6-120F-27C35CAD8F44}"/>
              </a:ext>
            </a:extLst>
          </p:cNvPr>
          <p:cNvCxnSpPr/>
          <p:nvPr/>
        </p:nvCxnSpPr>
        <p:spPr>
          <a:xfrm flipH="1">
            <a:off x="3302792" y="47562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8B77FFC-E275-7868-09B8-BC1F61D1920B}"/>
              </a:ext>
            </a:extLst>
          </p:cNvPr>
          <p:cNvCxnSpPr/>
          <p:nvPr/>
        </p:nvCxnSpPr>
        <p:spPr>
          <a:xfrm flipH="1">
            <a:off x="3282472" y="49086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84BA61A-765D-B3D8-DDEC-8C3505F6D3B9}"/>
              </a:ext>
            </a:extLst>
          </p:cNvPr>
          <p:cNvCxnSpPr/>
          <p:nvPr/>
        </p:nvCxnSpPr>
        <p:spPr>
          <a:xfrm flipH="1">
            <a:off x="3302792" y="50610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A9E6FF7-5598-8631-6D1E-39773112BBC6}"/>
              </a:ext>
            </a:extLst>
          </p:cNvPr>
          <p:cNvCxnSpPr/>
          <p:nvPr/>
        </p:nvCxnSpPr>
        <p:spPr>
          <a:xfrm flipH="1">
            <a:off x="3292632" y="52134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380C38A-CC94-C51D-158A-637EB4BDECA8}"/>
              </a:ext>
            </a:extLst>
          </p:cNvPr>
          <p:cNvCxnSpPr/>
          <p:nvPr/>
        </p:nvCxnSpPr>
        <p:spPr>
          <a:xfrm flipH="1">
            <a:off x="3292632" y="53658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8940BAD-9242-DCEC-FB54-1C63886796CB}"/>
              </a:ext>
            </a:extLst>
          </p:cNvPr>
          <p:cNvSpPr/>
          <p:nvPr/>
        </p:nvSpPr>
        <p:spPr>
          <a:xfrm>
            <a:off x="3576320" y="1711355"/>
            <a:ext cx="182880" cy="365130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0">
                <a:srgbClr val="EAEAEA"/>
              </a:gs>
              <a:gs pos="100000">
                <a:srgbClr val="E6E6E6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glow rad="152400">
              <a:schemeClr val="bg1">
                <a:lumMod val="95000"/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572B12-0A75-A955-4082-43A51ED260DE}"/>
              </a:ext>
            </a:extLst>
          </p:cNvPr>
          <p:cNvSpPr/>
          <p:nvPr/>
        </p:nvSpPr>
        <p:spPr>
          <a:xfrm>
            <a:off x="4785360" y="3082955"/>
            <a:ext cx="1310640" cy="212731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01E2706-C543-A69A-AC5A-0ACF89A42E47}"/>
              </a:ext>
            </a:extLst>
          </p:cNvPr>
          <p:cNvSpPr/>
          <p:nvPr/>
        </p:nvSpPr>
        <p:spPr>
          <a:xfrm>
            <a:off x="5055870" y="3232208"/>
            <a:ext cx="769620" cy="3016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rgbClr val="D3D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038B13C-CC74-3F6B-006E-313FE1AD91CB}"/>
              </a:ext>
            </a:extLst>
          </p:cNvPr>
          <p:cNvSpPr/>
          <p:nvPr/>
        </p:nvSpPr>
        <p:spPr>
          <a:xfrm>
            <a:off x="5055870" y="3848101"/>
            <a:ext cx="769620" cy="30165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rgbClr val="D3D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6679915-988C-D304-4585-D44604BC6977}"/>
              </a:ext>
            </a:extLst>
          </p:cNvPr>
          <p:cNvSpPr/>
          <p:nvPr/>
        </p:nvSpPr>
        <p:spPr>
          <a:xfrm>
            <a:off x="4621276" y="2121974"/>
            <a:ext cx="387604" cy="39481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rgbClr val="D3D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C739A3-B363-C06E-AE57-85C639BB2DEA}"/>
              </a:ext>
            </a:extLst>
          </p:cNvPr>
          <p:cNvSpPr/>
          <p:nvPr/>
        </p:nvSpPr>
        <p:spPr>
          <a:xfrm>
            <a:off x="-489790" y="1788255"/>
            <a:ext cx="3624913" cy="3657599"/>
          </a:xfrm>
          <a:prstGeom prst="rect">
            <a:avLst/>
          </a:prstGeom>
          <a:gradFill>
            <a:gsLst>
              <a:gs pos="0">
                <a:srgbClr val="A49C92"/>
              </a:gs>
              <a:gs pos="31000">
                <a:srgbClr val="C4BFB8"/>
              </a:gs>
              <a:gs pos="33000">
                <a:srgbClr val="C4BFB8"/>
              </a:gs>
              <a:gs pos="100000">
                <a:srgbClr val="AFA89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2A8C54-AD80-3BBC-2FB8-DAF405D8D59F}"/>
              </a:ext>
            </a:extLst>
          </p:cNvPr>
          <p:cNvCxnSpPr/>
          <p:nvPr/>
        </p:nvCxnSpPr>
        <p:spPr>
          <a:xfrm flipH="1">
            <a:off x="-489791" y="17882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B9612E-C598-1742-9710-F8EFC9D0B6EC}"/>
              </a:ext>
            </a:extLst>
          </p:cNvPr>
          <p:cNvCxnSpPr/>
          <p:nvPr/>
        </p:nvCxnSpPr>
        <p:spPr>
          <a:xfrm flipH="1">
            <a:off x="-479631" y="19406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909657-EC0E-B9C6-307E-4742F9F16D61}"/>
              </a:ext>
            </a:extLst>
          </p:cNvPr>
          <p:cNvCxnSpPr/>
          <p:nvPr/>
        </p:nvCxnSpPr>
        <p:spPr>
          <a:xfrm flipH="1">
            <a:off x="-469471" y="20930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E3E5ED-9D5A-61AB-6C87-A597151BAFF0}"/>
              </a:ext>
            </a:extLst>
          </p:cNvPr>
          <p:cNvCxnSpPr/>
          <p:nvPr/>
        </p:nvCxnSpPr>
        <p:spPr>
          <a:xfrm flipH="1">
            <a:off x="-489791" y="22454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0450B9-22E1-209F-4EB8-FB60669C3A7C}"/>
              </a:ext>
            </a:extLst>
          </p:cNvPr>
          <p:cNvCxnSpPr/>
          <p:nvPr/>
        </p:nvCxnSpPr>
        <p:spPr>
          <a:xfrm flipH="1">
            <a:off x="-469471" y="23978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AE5D3B-5779-71EE-253F-B55E8596B679}"/>
              </a:ext>
            </a:extLst>
          </p:cNvPr>
          <p:cNvCxnSpPr/>
          <p:nvPr/>
        </p:nvCxnSpPr>
        <p:spPr>
          <a:xfrm flipH="1">
            <a:off x="-479631" y="25502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926800-19E3-4CC3-00D7-9E8035B51F65}"/>
              </a:ext>
            </a:extLst>
          </p:cNvPr>
          <p:cNvCxnSpPr/>
          <p:nvPr/>
        </p:nvCxnSpPr>
        <p:spPr>
          <a:xfrm flipH="1">
            <a:off x="-479631" y="27026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7AE440-DDD9-3450-1CA9-2DC1EE8A4AE9}"/>
              </a:ext>
            </a:extLst>
          </p:cNvPr>
          <p:cNvCxnSpPr/>
          <p:nvPr/>
        </p:nvCxnSpPr>
        <p:spPr>
          <a:xfrm flipH="1">
            <a:off x="-499951" y="28550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64186-36FA-F68F-5BAB-4F03F8ABE0B6}"/>
              </a:ext>
            </a:extLst>
          </p:cNvPr>
          <p:cNvCxnSpPr/>
          <p:nvPr/>
        </p:nvCxnSpPr>
        <p:spPr>
          <a:xfrm flipH="1">
            <a:off x="-489791" y="30074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337224-9A32-0303-94C7-8994B5D7EB98}"/>
              </a:ext>
            </a:extLst>
          </p:cNvPr>
          <p:cNvCxnSpPr/>
          <p:nvPr/>
        </p:nvCxnSpPr>
        <p:spPr>
          <a:xfrm flipH="1">
            <a:off x="-479631" y="31598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600E8F-45BA-EC75-ADD1-09BE3B9C28D9}"/>
              </a:ext>
            </a:extLst>
          </p:cNvPr>
          <p:cNvCxnSpPr/>
          <p:nvPr/>
        </p:nvCxnSpPr>
        <p:spPr>
          <a:xfrm flipH="1">
            <a:off x="-499951" y="33122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1710C1-F26F-3EE7-8D60-EB55227F90ED}"/>
              </a:ext>
            </a:extLst>
          </p:cNvPr>
          <p:cNvCxnSpPr/>
          <p:nvPr/>
        </p:nvCxnSpPr>
        <p:spPr>
          <a:xfrm flipH="1">
            <a:off x="-479631" y="34646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21287E1-27F8-4D21-BE2C-50EC1B54BB0F}"/>
              </a:ext>
            </a:extLst>
          </p:cNvPr>
          <p:cNvCxnSpPr/>
          <p:nvPr/>
        </p:nvCxnSpPr>
        <p:spPr>
          <a:xfrm flipH="1">
            <a:off x="-489791" y="36170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555271-8F4E-CCF4-C763-7BB8EC814B9B}"/>
              </a:ext>
            </a:extLst>
          </p:cNvPr>
          <p:cNvCxnSpPr/>
          <p:nvPr/>
        </p:nvCxnSpPr>
        <p:spPr>
          <a:xfrm flipH="1">
            <a:off x="-489791" y="37694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8851AD-F3E9-731C-F215-3587E62B1C14}"/>
              </a:ext>
            </a:extLst>
          </p:cNvPr>
          <p:cNvCxnSpPr/>
          <p:nvPr/>
        </p:nvCxnSpPr>
        <p:spPr>
          <a:xfrm flipH="1">
            <a:off x="-510111" y="39218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777C32-AA38-5751-6A6F-0174D71671ED}"/>
              </a:ext>
            </a:extLst>
          </p:cNvPr>
          <p:cNvCxnSpPr/>
          <p:nvPr/>
        </p:nvCxnSpPr>
        <p:spPr>
          <a:xfrm flipH="1">
            <a:off x="-499951" y="40742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855E64-265A-C16A-AE53-14C3C655EFD9}"/>
              </a:ext>
            </a:extLst>
          </p:cNvPr>
          <p:cNvCxnSpPr/>
          <p:nvPr/>
        </p:nvCxnSpPr>
        <p:spPr>
          <a:xfrm flipH="1">
            <a:off x="-489791" y="42266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D2C233-33E8-BB14-88A6-60434CDFEF87}"/>
              </a:ext>
            </a:extLst>
          </p:cNvPr>
          <p:cNvCxnSpPr/>
          <p:nvPr/>
        </p:nvCxnSpPr>
        <p:spPr>
          <a:xfrm flipH="1">
            <a:off x="-510111" y="43790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612E37-D94F-CEB3-4923-364B72B45CF0}"/>
              </a:ext>
            </a:extLst>
          </p:cNvPr>
          <p:cNvCxnSpPr/>
          <p:nvPr/>
        </p:nvCxnSpPr>
        <p:spPr>
          <a:xfrm flipH="1">
            <a:off x="-489791" y="45314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BD5992-1BC1-552C-4E99-B98EBD928400}"/>
              </a:ext>
            </a:extLst>
          </p:cNvPr>
          <p:cNvCxnSpPr/>
          <p:nvPr/>
        </p:nvCxnSpPr>
        <p:spPr>
          <a:xfrm flipH="1">
            <a:off x="-499951" y="46838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FD7094-EB3A-9ED9-2B2E-709A46B6B3B8}"/>
              </a:ext>
            </a:extLst>
          </p:cNvPr>
          <p:cNvCxnSpPr/>
          <p:nvPr/>
        </p:nvCxnSpPr>
        <p:spPr>
          <a:xfrm flipH="1">
            <a:off x="-499951" y="4836255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716852-DAE8-A6C4-2625-344C8DA3591D}"/>
              </a:ext>
            </a:extLst>
          </p:cNvPr>
          <p:cNvCxnSpPr/>
          <p:nvPr/>
        </p:nvCxnSpPr>
        <p:spPr>
          <a:xfrm flipH="1">
            <a:off x="-520271" y="45283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B46B6ED-B00D-9646-3B6A-4B8496BA8D0A}"/>
              </a:ext>
            </a:extLst>
          </p:cNvPr>
          <p:cNvCxnSpPr/>
          <p:nvPr/>
        </p:nvCxnSpPr>
        <p:spPr>
          <a:xfrm flipH="1">
            <a:off x="-510111" y="46807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FF40C5-1391-7C3F-5B05-F4E188E1B0C0}"/>
              </a:ext>
            </a:extLst>
          </p:cNvPr>
          <p:cNvCxnSpPr/>
          <p:nvPr/>
        </p:nvCxnSpPr>
        <p:spPr>
          <a:xfrm flipH="1">
            <a:off x="-499951" y="48331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800A7B-5B26-FAB2-DF62-BF3B13ECE962}"/>
              </a:ext>
            </a:extLst>
          </p:cNvPr>
          <p:cNvCxnSpPr/>
          <p:nvPr/>
        </p:nvCxnSpPr>
        <p:spPr>
          <a:xfrm flipH="1">
            <a:off x="-520271" y="49855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D8D16C2-4025-58F5-CE25-ECBAC9617EC3}"/>
              </a:ext>
            </a:extLst>
          </p:cNvPr>
          <p:cNvCxnSpPr/>
          <p:nvPr/>
        </p:nvCxnSpPr>
        <p:spPr>
          <a:xfrm flipH="1">
            <a:off x="-499951" y="51379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83EE46-3DE3-4189-D1AB-ECEDBF678C02}"/>
              </a:ext>
            </a:extLst>
          </p:cNvPr>
          <p:cNvCxnSpPr/>
          <p:nvPr/>
        </p:nvCxnSpPr>
        <p:spPr>
          <a:xfrm flipH="1">
            <a:off x="-510111" y="52903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DDE2CC-ABE3-FCC8-2C06-7E45B22E1363}"/>
              </a:ext>
            </a:extLst>
          </p:cNvPr>
          <p:cNvCxnSpPr/>
          <p:nvPr/>
        </p:nvCxnSpPr>
        <p:spPr>
          <a:xfrm flipH="1">
            <a:off x="-510111" y="5442709"/>
            <a:ext cx="362491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488CDAC-EA22-6036-CAA0-7A994A2EC3CF}"/>
              </a:ext>
            </a:extLst>
          </p:cNvPr>
          <p:cNvSpPr/>
          <p:nvPr/>
        </p:nvSpPr>
        <p:spPr>
          <a:xfrm>
            <a:off x="-226423" y="1788255"/>
            <a:ext cx="182880" cy="365130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0">
                <a:srgbClr val="EAEAEA"/>
              </a:gs>
              <a:gs pos="100000">
                <a:srgbClr val="E6E6E6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glow rad="152400">
              <a:schemeClr val="bg1">
                <a:lumMod val="95000"/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7CB88DA-5EDE-AF86-B91E-A9858B5A5CFA}"/>
              </a:ext>
            </a:extLst>
          </p:cNvPr>
          <p:cNvSpPr/>
          <p:nvPr/>
        </p:nvSpPr>
        <p:spPr>
          <a:xfrm>
            <a:off x="2000246" y="1817263"/>
            <a:ext cx="276480" cy="18281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rgbClr val="D3D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99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CB1955-B51B-550F-C5E9-D18376EE6C1F}"/>
              </a:ext>
            </a:extLst>
          </p:cNvPr>
          <p:cNvSpPr/>
          <p:nvPr/>
        </p:nvSpPr>
        <p:spPr>
          <a:xfrm>
            <a:off x="209245" y="144331"/>
            <a:ext cx="5127584" cy="31191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0583D-9F90-F6FB-D35A-08BDA83C1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2" y="503851"/>
            <a:ext cx="4495608" cy="15137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174B58-BA11-A78C-234A-BDF3E9D01478}"/>
              </a:ext>
            </a:extLst>
          </p:cNvPr>
          <p:cNvSpPr txBox="1"/>
          <p:nvPr/>
        </p:nvSpPr>
        <p:spPr>
          <a:xfrm>
            <a:off x="1148176" y="1980781"/>
            <a:ext cx="34188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000" b="1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29000">
                      <a:srgbClr val="BFCFEA"/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ppleTP" panose="020B0303030403020204" pitchFamily="50" charset="-128"/>
                <a:ea typeface="AppleTP" panose="020B0303030403020204" pitchFamily="50" charset="-128"/>
              </a:rPr>
              <a:t>Visit our site</a:t>
            </a:r>
          </a:p>
          <a:p>
            <a:pPr algn="ctr"/>
            <a:r>
              <a:rPr kumimoji="1" lang="af-ZA" altLang="ja-JP" sz="2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29000">
                      <a:srgbClr val="BFCFEA"/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ppleTP" panose="020B0303030403020204" pitchFamily="50" charset="-128"/>
                <a:ea typeface="AppleTP" panose="020B0303030403020204" pitchFamily="50" charset="-128"/>
              </a:rPr>
              <a:t>https://www.hongomcc.net/</a:t>
            </a:r>
            <a:endParaRPr kumimoji="1" lang="ja-JP" altLang="en-US" sz="20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29000">
                    <a:srgbClr val="BFCFEA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AppleTP" panose="020B0303030403020204" pitchFamily="50" charset="-128"/>
              <a:ea typeface="AppleTP" panose="020B0303030403020204" pitchFamily="5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A3B5D-341D-5A19-FFFF-70C4A2CEC4E1}"/>
              </a:ext>
            </a:extLst>
          </p:cNvPr>
          <p:cNvSpPr txBox="1"/>
          <p:nvPr/>
        </p:nvSpPr>
        <p:spPr>
          <a:xfrm>
            <a:off x="385485" y="2921081"/>
            <a:ext cx="4775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 err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29000">
                      <a:srgbClr val="BFCFEA"/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ppleTP" panose="020B0303030403020204" pitchFamily="50" charset="-128"/>
                <a:ea typeface="AppleTP" panose="020B0303030403020204" pitchFamily="50" charset="-128"/>
              </a:rPr>
              <a:t>MetroDriver</a:t>
            </a:r>
            <a:r>
              <a:rPr lang="en-US" altLang="ja-JP" sz="1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29000">
                      <a:srgbClr val="BFCFEA"/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ppleTP" panose="020B0303030403020204" pitchFamily="50" charset="-128"/>
                <a:ea typeface="AppleTP" panose="020B0303030403020204" pitchFamily="50" charset="-128"/>
              </a:rPr>
              <a:t> </a:t>
            </a:r>
            <a:r>
              <a:rPr lang="ja-JP" altLang="en-US" sz="10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29000">
                      <a:srgbClr val="BFCFEA"/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AppleTP" panose="020B0303030403020204" pitchFamily="50" charset="-128"/>
                <a:ea typeface="AppleTP" panose="020B0303030403020204" pitchFamily="50" charset="-128"/>
              </a:rPr>
              <a:t>日比谷編の制作にあたり、本郷学園マイコン部の方々には多くの支援をしていただきました。</a:t>
            </a:r>
            <a:endParaRPr kumimoji="1" lang="ja-JP" altLang="en-US" sz="10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29000">
                    <a:srgbClr val="BFCFEA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AppleTP" panose="020B0303030403020204" pitchFamily="50" charset="-128"/>
              <a:ea typeface="AppleTP" panose="020B030303040302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3391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15004</TotalTime>
  <Words>34</Words>
  <Application>Microsoft Office PowerPoint</Application>
  <PresentationFormat>Widescreen</PresentationFormat>
  <Paragraphs>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.Hiragino Kaku Gothic Interfac</vt:lpstr>
      <vt:lpstr>AppleTP</vt:lpstr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58</cp:revision>
  <dcterms:created xsi:type="dcterms:W3CDTF">2025-05-18T09:04:51Z</dcterms:created>
  <dcterms:modified xsi:type="dcterms:W3CDTF">2025-08-13T06:26:24Z</dcterms:modified>
</cp:coreProperties>
</file>